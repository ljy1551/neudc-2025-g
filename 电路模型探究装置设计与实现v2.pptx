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6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15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7" r:id="rId12"/>
    <p:sldId id="268" r:id="rId13"/>
    <p:sldId id="269" r:id="rId14"/>
    <p:sldId id="275" r:id="rId15"/>
    <p:sldId id="270" r:id="rId16"/>
    <p:sldId id="279" r:id="rId17"/>
    <p:sldId id="27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20" autoAdjust="0"/>
  </p:normalViewPr>
  <p:slideViewPr>
    <p:cSldViewPr snapToGrid="0">
      <p:cViewPr varScale="1">
        <p:scale>
          <a:sx n="88" d="100"/>
          <a:sy n="88" d="100"/>
        </p:scale>
        <p:origin x="228" y="57"/>
      </p:cViewPr>
      <p:guideLst>
        <p:guide orient="horz" pos="15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“电路模型探究装置”的设计与实现。本次汇报将围绕硬件系统、软件架构和核心算法三个方面展开，全面解析该装置的设计理念与技术细节。这个装置旨在通过实验手段，深入探究模拟电路的动态特性，为相关领域的教学与研究提供一个高效、可靠的平台。</a:t>
            </a: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三个部分。首先，我们将深入探讨硬件系统的设计，包括电源、被测电路模块以及信号调理电路。接着，我们会介绍基于ZYNQ-7020的异构计算软件架构。最后，我们将详细解析实现装置核心功能的算法，包括基础的自动增益控制和更深入的电路特性分析算法。</a:t>
            </a:r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现在，我们进入第一部分：硬件系统设计。硬件是整个装置的物理基础，其稳定性、精度和灵活性直接决定了实验结果的可靠性。我们将从电源电路开始，逐步介绍被测电路模块和信号调理电路的设计细节。</a:t>
            </a:r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稳定、低噪声的电源系统是保证模拟电路测量精度的关键。我们采用多电源轨设计，为数字核心、模拟正电源和模拟负电源分别选择了开关电源、LDO和电荷泵方案，以兼顾效率和噪声性能。在PCB布局上，我们严格遵循电源分区、合理去耦和优化走线的原则，确保电源质量。</a:t>
            </a: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设计的电源电路原理图。图中清晰地展示了从USB输入的5V电压，如何通过开关电源、LDO和电荷泵转换为系统所需的3.3V、5V和-5V电源。同时，图中也包含了信号调理电路的部分，如运放组成的放大和滤波电路。</a:t>
            </a: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8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被测电路模块是本装置的核心探究对象。我们以一个经典的二阶Sallen-Key低通滤波器为例进行设计。该电路的传递函数具有代表性，便于分析和验证。我们设计了截止频率为1kHz的巴特沃斯滤波器，并在PCB布局上遵循了模拟电路设计的最佳实践，以确保测量的准确性。</a:t>
            </a:r>
          </a:p>
        </p:txBody>
      </p:sp>
      <p:sp>
        <p:nvSpPr>
          <p:cNvPr id="9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9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设计的PCB版图。在布局上，我们严格遵循了模拟地和数字地分开的原则，并为关键信号路径进行了优化布线。红色区域为顶层，蓝色区域为底层。可以看到，电源电路、信号调理电路和接口部分都得到了合理的安排，以确保信号的完整性和系统的稳定性。</a:t>
            </a:r>
          </a:p>
        </p:txBody>
      </p:sp>
      <p:sp>
        <p:nvSpPr>
          <p:cNvPr id="1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接下来，我们进入第二部分：软件架构设计。本装置的核心控制与处理单元采用Xilinx ZYNQ-7020 SoC，其独特的“ARM+FPGA”异构架构为实现复杂的信号处理任务提供了理想平台。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ZYNQ-7020集成了处理系统（PS）和可编程逻辑（PL）。PS端的ARM处理器运行Linux，负责非实时的控制和管理任务，如人机交互和结果显示。而PL端的FPGA则负责高实时性、高并行度的硬件加速任务，如信号生成和实时信号处理。这种异构架构实现了软件的灵活性和硬件的高效性的完美结合。</a:t>
            </a: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这是我们在Vivado中设计的Block Design。图中清晰地展示了ZYNQ Processing System作为核心，连接了DDS Compiler、AXI GPIO、UART、BRAM控制器以及用于调试的ILA等IP核。这些模块通过AXI总线进行通信，构成了整个系统的硬件逻辑。</a:t>
            </a:r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现在我们进入第三部分，也是本装置实现“探究”功能的灵魂——核心算法实现。我们将算法分为基础部分和发挥部分，基础部分确保系统的稳定运行，发挥部分则深入挖掘电路的内在特性。</a:t>
            </a:r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0E57-2AB4-4336-1027-5738F619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>
            <a:extLst>
              <a:ext uri="{FF2B5EF4-FFF2-40B4-BE49-F238E27FC236}">
                <a16:creationId xmlns:a16="http://schemas.microsoft.com/office/drawing/2014/main" id="{E78FA98F-AC0B-1154-5FA4-C2EE26EE56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>
            <a:extLst>
              <a:ext uri="{FF2B5EF4-FFF2-40B4-BE49-F238E27FC236}">
                <a16:creationId xmlns:a16="http://schemas.microsoft.com/office/drawing/2014/main" id="{D4ABD78C-D6BC-4D1F-3C77-7728701DE2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39" name="Slide Image Placeholder 3">
            <a:extLst>
              <a:ext uri="{FF2B5EF4-FFF2-40B4-BE49-F238E27FC236}">
                <a16:creationId xmlns:a16="http://schemas.microsoft.com/office/drawing/2014/main" id="{65BA2767-37CE-44E9-FF7D-03303F490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>
            <a:extLst>
              <a:ext uri="{FF2B5EF4-FFF2-40B4-BE49-F238E27FC236}">
                <a16:creationId xmlns:a16="http://schemas.microsoft.com/office/drawing/2014/main" id="{72883B6E-A3CC-E226-CDD3-98B8DFB1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41" name="Footer Placeholder 5">
            <a:extLst>
              <a:ext uri="{FF2B5EF4-FFF2-40B4-BE49-F238E27FC236}">
                <a16:creationId xmlns:a16="http://schemas.microsoft.com/office/drawing/2014/main" id="{65E0BF50-C619-A182-C7FF-E11DB7381C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>
            <a:extLst>
              <a:ext uri="{FF2B5EF4-FFF2-40B4-BE49-F238E27FC236}">
                <a16:creationId xmlns:a16="http://schemas.microsoft.com/office/drawing/2014/main" id="{0B8C5944-6586-9FD4-537F-3DC47BE63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42711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发挥部分，我们实现了更深入的电路特性分析。首先，通过IQ解调扫频技术，我们可以精确测量被测电路的幅频和相频特性。为了解决相位计算中的跳变问题，我们采用了相位解缠绕技术。最后，通过FFT谐波分析，我们可以提取信号的谐波成分，并利用多个DDS模块叠加重构出原始波形，直观地展示谐波对信号的影响。</a:t>
            </a:r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08A9-73EE-BC31-C322-328F0367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>
            <a:extLst>
              <a:ext uri="{FF2B5EF4-FFF2-40B4-BE49-F238E27FC236}">
                <a16:creationId xmlns:a16="http://schemas.microsoft.com/office/drawing/2014/main" id="{A5EE0EC5-B420-42AE-B4CF-FDEB8E80D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>
            <a:extLst>
              <a:ext uri="{FF2B5EF4-FFF2-40B4-BE49-F238E27FC236}">
                <a16:creationId xmlns:a16="http://schemas.microsoft.com/office/drawing/2014/main" id="{F26D92B7-7F39-85B0-84B0-3AED6F15E8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39" name="Slide Image Placeholder 3">
            <a:extLst>
              <a:ext uri="{FF2B5EF4-FFF2-40B4-BE49-F238E27FC236}">
                <a16:creationId xmlns:a16="http://schemas.microsoft.com/office/drawing/2014/main" id="{497FB1DC-D55A-76D1-8FF4-89046EBB4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>
            <a:extLst>
              <a:ext uri="{FF2B5EF4-FFF2-40B4-BE49-F238E27FC236}">
                <a16:creationId xmlns:a16="http://schemas.microsoft.com/office/drawing/2014/main" id="{E7012776-3529-AB0B-AC3B-726F7C579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基础算法部分是自动增益控制，即AGC。它的目的是确保输入到ADC的信号幅度始终处于最佳范围。我们通过在FPGA中实时检测信号幅度，并与目标值比较，动态调整前端放大器的增益，形成一个闭环控制系统。这保证了无论输入信号强弱如何，我们都能获得高质量的采样数据。</a:t>
            </a:r>
          </a:p>
        </p:txBody>
      </p:sp>
      <p:sp>
        <p:nvSpPr>
          <p:cNvPr id="41" name="Footer Placeholder 5">
            <a:extLst>
              <a:ext uri="{FF2B5EF4-FFF2-40B4-BE49-F238E27FC236}">
                <a16:creationId xmlns:a16="http://schemas.microsoft.com/office/drawing/2014/main" id="{11611173-6BDE-EE31-086B-FDCB7B32F4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>
            <a:extLst>
              <a:ext uri="{FF2B5EF4-FFF2-40B4-BE49-F238E27FC236}">
                <a16:creationId xmlns:a16="http://schemas.microsoft.com/office/drawing/2014/main" id="{86E84FA0-FF0E-0605-6D55-80359A30B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7957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247B-23B2-5D10-63A0-13AC347E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>
            <a:extLst>
              <a:ext uri="{FF2B5EF4-FFF2-40B4-BE49-F238E27FC236}">
                <a16:creationId xmlns:a16="http://schemas.microsoft.com/office/drawing/2014/main" id="{62300D6A-EAC6-29D7-6185-90642B295F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>
            <a:extLst>
              <a:ext uri="{FF2B5EF4-FFF2-40B4-BE49-F238E27FC236}">
                <a16:creationId xmlns:a16="http://schemas.microsoft.com/office/drawing/2014/main" id="{7B468E77-58E1-67C7-E9A2-D1F0915186C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39" name="Slide Image Placeholder 3">
            <a:extLst>
              <a:ext uri="{FF2B5EF4-FFF2-40B4-BE49-F238E27FC236}">
                <a16:creationId xmlns:a16="http://schemas.microsoft.com/office/drawing/2014/main" id="{0444EBA8-42BD-B2F6-5CED-A6F1BA796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>
            <a:extLst>
              <a:ext uri="{FF2B5EF4-FFF2-40B4-BE49-F238E27FC236}">
                <a16:creationId xmlns:a16="http://schemas.microsoft.com/office/drawing/2014/main" id="{C7A2FAD0-2697-317D-B07A-CA3C62739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基础算法部分是自动增益控制，即AGC。它的目的是确保输入到ADC的信号幅度始终处于最佳范围。我们通过在FPGA中实时检测信号幅度，并与目标值比较，动态调整前端放大器的增益，形成一个闭环控制系统。这保证了无论输入信号强弱如何，我们都能获得高质量的采样数据。</a:t>
            </a:r>
          </a:p>
        </p:txBody>
      </p:sp>
      <p:sp>
        <p:nvSpPr>
          <p:cNvPr id="41" name="Footer Placeholder 5">
            <a:extLst>
              <a:ext uri="{FF2B5EF4-FFF2-40B4-BE49-F238E27FC236}">
                <a16:creationId xmlns:a16="http://schemas.microsoft.com/office/drawing/2014/main" id="{0E5ECB51-CD8A-D1A6-DF7D-068D637AAB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>
            <a:extLst>
              <a:ext uri="{FF2B5EF4-FFF2-40B4-BE49-F238E27FC236}">
                <a16:creationId xmlns:a16="http://schemas.microsoft.com/office/drawing/2014/main" id="{6B0C1514-814F-DAD9-67A7-B49077DD4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5532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0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9.svg"/><Relationship Id="rId5" Type="http://schemas.openxmlformats.org/officeDocument/2006/relationships/tags" Target="../tags/tag5.xml"/><Relationship Id="rId10" Type="http://schemas.openxmlformats.org/officeDocument/2006/relationships/image" Target="../media/image5.svg"/><Relationship Id="rId4" Type="http://schemas.openxmlformats.org/officeDocument/2006/relationships/tags" Target="../tags/tag4.xml"/><Relationship Id="rId9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21" Type="http://schemas.openxmlformats.org/officeDocument/2006/relationships/tags" Target="../tags/tag27.xml"/><Relationship Id="rId34" Type="http://schemas.openxmlformats.org/officeDocument/2006/relationships/image" Target="../media/image2.jpeg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notesSlide" Target="../notesSlides/notesSlide6.xml"/><Relationship Id="rId38" Type="http://schemas.openxmlformats.org/officeDocument/2006/relationships/image" Target="../media/image14.png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29" Type="http://schemas.openxmlformats.org/officeDocument/2006/relationships/tags" Target="../tags/tag35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slideLayout" Target="../slideLayouts/slideLayout12.xml"/><Relationship Id="rId37" Type="http://schemas.openxmlformats.org/officeDocument/2006/relationships/image" Target="../media/image3.svg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image" Target="../media/image13.svg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31" Type="http://schemas.openxmlformats.org/officeDocument/2006/relationships/tags" Target="../tags/tag37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image" Target="../media/image12.svg"/><Relationship Id="rId8" Type="http://schemas.openxmlformats.org/officeDocument/2006/relationships/tags" Target="../tags/tag14.xml"/><Relationship Id="rId3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4.sv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image" Target="../media/image12.svg"/><Relationship Id="rId2" Type="http://schemas.openxmlformats.org/officeDocument/2006/relationships/tags" Target="../tags/tag39.xml"/><Relationship Id="rId16" Type="http://schemas.openxmlformats.org/officeDocument/2006/relationships/image" Target="../media/image15.jpeg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image" Target="../media/image2.jpeg"/><Relationship Id="rId10" Type="http://schemas.openxmlformats.org/officeDocument/2006/relationships/tags" Target="../tags/tag47.xml"/><Relationship Id="rId19" Type="http://schemas.openxmlformats.org/officeDocument/2006/relationships/image" Target="../media/image16.svg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8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12.sv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12.sv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tags" Target="../tags/tag75.xml"/><Relationship Id="rId21" Type="http://schemas.openxmlformats.org/officeDocument/2006/relationships/tags" Target="../tags/tag70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63" Type="http://schemas.openxmlformats.org/officeDocument/2006/relationships/tags" Target="../tags/tag112.xml"/><Relationship Id="rId68" Type="http://schemas.openxmlformats.org/officeDocument/2006/relationships/tags" Target="../tags/tag117.xml"/><Relationship Id="rId84" Type="http://schemas.openxmlformats.org/officeDocument/2006/relationships/tags" Target="../tags/tag133.xml"/><Relationship Id="rId89" Type="http://schemas.openxmlformats.org/officeDocument/2006/relationships/tags" Target="../tags/tag138.xml"/><Relationship Id="rId16" Type="http://schemas.openxmlformats.org/officeDocument/2006/relationships/tags" Target="../tags/tag65.xml"/><Relationship Id="rId107" Type="http://schemas.openxmlformats.org/officeDocument/2006/relationships/image" Target="../media/image21.svg"/><Relationship Id="rId11" Type="http://schemas.openxmlformats.org/officeDocument/2006/relationships/tags" Target="../tags/tag60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53" Type="http://schemas.openxmlformats.org/officeDocument/2006/relationships/tags" Target="../tags/tag102.xml"/><Relationship Id="rId58" Type="http://schemas.openxmlformats.org/officeDocument/2006/relationships/tags" Target="../tags/tag107.xml"/><Relationship Id="rId74" Type="http://schemas.openxmlformats.org/officeDocument/2006/relationships/tags" Target="../tags/tag123.xml"/><Relationship Id="rId79" Type="http://schemas.openxmlformats.org/officeDocument/2006/relationships/tags" Target="../tags/tag128.xml"/><Relationship Id="rId102" Type="http://schemas.openxmlformats.org/officeDocument/2006/relationships/tags" Target="../tags/tag151.xml"/><Relationship Id="rId5" Type="http://schemas.openxmlformats.org/officeDocument/2006/relationships/tags" Target="../tags/tag54.xml"/><Relationship Id="rId90" Type="http://schemas.openxmlformats.org/officeDocument/2006/relationships/tags" Target="../tags/tag139.xml"/><Relationship Id="rId95" Type="http://schemas.openxmlformats.org/officeDocument/2006/relationships/tags" Target="../tags/tag144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64" Type="http://schemas.openxmlformats.org/officeDocument/2006/relationships/tags" Target="../tags/tag113.xml"/><Relationship Id="rId69" Type="http://schemas.openxmlformats.org/officeDocument/2006/relationships/tags" Target="../tags/tag118.xml"/><Relationship Id="rId80" Type="http://schemas.openxmlformats.org/officeDocument/2006/relationships/tags" Target="../tags/tag129.xml"/><Relationship Id="rId85" Type="http://schemas.openxmlformats.org/officeDocument/2006/relationships/tags" Target="../tags/tag134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59" Type="http://schemas.openxmlformats.org/officeDocument/2006/relationships/tags" Target="../tags/tag108.xml"/><Relationship Id="rId103" Type="http://schemas.openxmlformats.org/officeDocument/2006/relationships/tags" Target="../tags/tag152.xml"/><Relationship Id="rId108" Type="http://schemas.openxmlformats.org/officeDocument/2006/relationships/image" Target="../media/image12.svg"/><Relationship Id="rId54" Type="http://schemas.openxmlformats.org/officeDocument/2006/relationships/tags" Target="../tags/tag103.xml"/><Relationship Id="rId70" Type="http://schemas.openxmlformats.org/officeDocument/2006/relationships/tags" Target="../tags/tag119.xml"/><Relationship Id="rId75" Type="http://schemas.openxmlformats.org/officeDocument/2006/relationships/tags" Target="../tags/tag124.xml"/><Relationship Id="rId91" Type="http://schemas.openxmlformats.org/officeDocument/2006/relationships/tags" Target="../tags/tag140.xml"/><Relationship Id="rId96" Type="http://schemas.openxmlformats.org/officeDocument/2006/relationships/tags" Target="../tags/tag145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57" Type="http://schemas.openxmlformats.org/officeDocument/2006/relationships/tags" Target="../tags/tag106.xml"/><Relationship Id="rId106" Type="http://schemas.openxmlformats.org/officeDocument/2006/relationships/image" Target="../media/image2.jpeg"/><Relationship Id="rId10" Type="http://schemas.openxmlformats.org/officeDocument/2006/relationships/tags" Target="../tags/tag59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Relationship Id="rId60" Type="http://schemas.openxmlformats.org/officeDocument/2006/relationships/tags" Target="../tags/tag109.xml"/><Relationship Id="rId65" Type="http://schemas.openxmlformats.org/officeDocument/2006/relationships/tags" Target="../tags/tag114.xml"/><Relationship Id="rId73" Type="http://schemas.openxmlformats.org/officeDocument/2006/relationships/tags" Target="../tags/tag122.xml"/><Relationship Id="rId78" Type="http://schemas.openxmlformats.org/officeDocument/2006/relationships/tags" Target="../tags/tag127.xml"/><Relationship Id="rId81" Type="http://schemas.openxmlformats.org/officeDocument/2006/relationships/tags" Target="../tags/tag130.xml"/><Relationship Id="rId86" Type="http://schemas.openxmlformats.org/officeDocument/2006/relationships/tags" Target="../tags/tag135.xml"/><Relationship Id="rId94" Type="http://schemas.openxmlformats.org/officeDocument/2006/relationships/tags" Target="../tags/tag143.xml"/><Relationship Id="rId99" Type="http://schemas.openxmlformats.org/officeDocument/2006/relationships/tags" Target="../tags/tag148.xml"/><Relationship Id="rId101" Type="http://schemas.openxmlformats.org/officeDocument/2006/relationships/tags" Target="../tags/tag150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39" Type="http://schemas.openxmlformats.org/officeDocument/2006/relationships/tags" Target="../tags/tag88.xml"/><Relationship Id="rId109" Type="http://schemas.openxmlformats.org/officeDocument/2006/relationships/image" Target="../media/image27.png"/><Relationship Id="rId34" Type="http://schemas.openxmlformats.org/officeDocument/2006/relationships/tags" Target="../tags/tag83.xml"/><Relationship Id="rId50" Type="http://schemas.openxmlformats.org/officeDocument/2006/relationships/tags" Target="../tags/tag99.xml"/><Relationship Id="rId55" Type="http://schemas.openxmlformats.org/officeDocument/2006/relationships/tags" Target="../tags/tag104.xml"/><Relationship Id="rId76" Type="http://schemas.openxmlformats.org/officeDocument/2006/relationships/tags" Target="../tags/tag125.xml"/><Relationship Id="rId97" Type="http://schemas.openxmlformats.org/officeDocument/2006/relationships/tags" Target="../tags/tag146.xml"/><Relationship Id="rId104" Type="http://schemas.openxmlformats.org/officeDocument/2006/relationships/slideLayout" Target="../slideLayouts/slideLayout12.xml"/><Relationship Id="rId7" Type="http://schemas.openxmlformats.org/officeDocument/2006/relationships/tags" Target="../tags/tag56.xml"/><Relationship Id="rId71" Type="http://schemas.openxmlformats.org/officeDocument/2006/relationships/tags" Target="../tags/tag120.xml"/><Relationship Id="rId92" Type="http://schemas.openxmlformats.org/officeDocument/2006/relationships/tags" Target="../tags/tag141.xml"/><Relationship Id="rId2" Type="http://schemas.openxmlformats.org/officeDocument/2006/relationships/tags" Target="../tags/tag51.xml"/><Relationship Id="rId29" Type="http://schemas.openxmlformats.org/officeDocument/2006/relationships/tags" Target="../tags/tag78.xml"/><Relationship Id="rId24" Type="http://schemas.openxmlformats.org/officeDocument/2006/relationships/tags" Target="../tags/tag73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66" Type="http://schemas.openxmlformats.org/officeDocument/2006/relationships/tags" Target="../tags/tag115.xml"/><Relationship Id="rId87" Type="http://schemas.openxmlformats.org/officeDocument/2006/relationships/tags" Target="../tags/tag136.xml"/><Relationship Id="rId110" Type="http://schemas.openxmlformats.org/officeDocument/2006/relationships/image" Target="../media/image28.png"/><Relationship Id="rId61" Type="http://schemas.openxmlformats.org/officeDocument/2006/relationships/tags" Target="../tags/tag110.xml"/><Relationship Id="rId82" Type="http://schemas.openxmlformats.org/officeDocument/2006/relationships/tags" Target="../tags/tag131.xml"/><Relationship Id="rId19" Type="http://schemas.openxmlformats.org/officeDocument/2006/relationships/tags" Target="../tags/tag68.xml"/><Relationship Id="rId14" Type="http://schemas.openxmlformats.org/officeDocument/2006/relationships/tags" Target="../tags/tag63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56" Type="http://schemas.openxmlformats.org/officeDocument/2006/relationships/tags" Target="../tags/tag105.xml"/><Relationship Id="rId77" Type="http://schemas.openxmlformats.org/officeDocument/2006/relationships/tags" Target="../tags/tag126.xml"/><Relationship Id="rId100" Type="http://schemas.openxmlformats.org/officeDocument/2006/relationships/tags" Target="../tags/tag149.xml"/><Relationship Id="rId105" Type="http://schemas.openxmlformats.org/officeDocument/2006/relationships/notesSlide" Target="../notesSlides/notesSlide15.xml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72" Type="http://schemas.openxmlformats.org/officeDocument/2006/relationships/tags" Target="../tags/tag121.xml"/><Relationship Id="rId93" Type="http://schemas.openxmlformats.org/officeDocument/2006/relationships/tags" Target="../tags/tag142.xml"/><Relationship Id="rId98" Type="http://schemas.openxmlformats.org/officeDocument/2006/relationships/tags" Target="../tags/tag147.xml"/><Relationship Id="rId3" Type="http://schemas.openxmlformats.org/officeDocument/2006/relationships/tags" Target="../tags/tag52.xml"/><Relationship Id="rId25" Type="http://schemas.openxmlformats.org/officeDocument/2006/relationships/tags" Target="../tags/tag74.xml"/><Relationship Id="rId46" Type="http://schemas.openxmlformats.org/officeDocument/2006/relationships/tags" Target="../tags/tag95.xml"/><Relationship Id="rId67" Type="http://schemas.openxmlformats.org/officeDocument/2006/relationships/tags" Target="../tags/tag116.xml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62" Type="http://schemas.openxmlformats.org/officeDocument/2006/relationships/tags" Target="../tags/tag111.xml"/><Relationship Id="rId83" Type="http://schemas.openxmlformats.org/officeDocument/2006/relationships/tags" Target="../tags/tag132.xml"/><Relationship Id="rId88" Type="http://schemas.openxmlformats.org/officeDocument/2006/relationships/tags" Target="../tags/tag137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26" Type="http://schemas.openxmlformats.org/officeDocument/2006/relationships/tags" Target="../tags/tag178.xml"/><Relationship Id="rId39" Type="http://schemas.openxmlformats.org/officeDocument/2006/relationships/tags" Target="../tags/tag191.xml"/><Relationship Id="rId21" Type="http://schemas.openxmlformats.org/officeDocument/2006/relationships/tags" Target="../tags/tag173.xml"/><Relationship Id="rId34" Type="http://schemas.openxmlformats.org/officeDocument/2006/relationships/tags" Target="../tags/tag186.xml"/><Relationship Id="rId42" Type="http://schemas.openxmlformats.org/officeDocument/2006/relationships/notesSlide" Target="../notesSlides/notesSlide16.xml"/><Relationship Id="rId7" Type="http://schemas.openxmlformats.org/officeDocument/2006/relationships/tags" Target="../tags/tag15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9" Type="http://schemas.openxmlformats.org/officeDocument/2006/relationships/tags" Target="../tags/tag181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24" Type="http://schemas.openxmlformats.org/officeDocument/2006/relationships/tags" Target="../tags/tag176.xml"/><Relationship Id="rId32" Type="http://schemas.openxmlformats.org/officeDocument/2006/relationships/tags" Target="../tags/tag184.xml"/><Relationship Id="rId37" Type="http://schemas.openxmlformats.org/officeDocument/2006/relationships/tags" Target="../tags/tag189.xml"/><Relationship Id="rId40" Type="http://schemas.openxmlformats.org/officeDocument/2006/relationships/tags" Target="../tags/tag192.xml"/><Relationship Id="rId45" Type="http://schemas.openxmlformats.org/officeDocument/2006/relationships/image" Target="../media/image12.svg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23" Type="http://schemas.openxmlformats.org/officeDocument/2006/relationships/tags" Target="../tags/tag175.xml"/><Relationship Id="rId28" Type="http://schemas.openxmlformats.org/officeDocument/2006/relationships/tags" Target="../tags/tag180.xml"/><Relationship Id="rId36" Type="http://schemas.openxmlformats.org/officeDocument/2006/relationships/tags" Target="../tags/tag188.xml"/><Relationship Id="rId10" Type="http://schemas.openxmlformats.org/officeDocument/2006/relationships/tags" Target="../tags/tag162.xml"/><Relationship Id="rId19" Type="http://schemas.openxmlformats.org/officeDocument/2006/relationships/tags" Target="../tags/tag171.xml"/><Relationship Id="rId31" Type="http://schemas.openxmlformats.org/officeDocument/2006/relationships/tags" Target="../tags/tag183.xml"/><Relationship Id="rId44" Type="http://schemas.openxmlformats.org/officeDocument/2006/relationships/image" Target="../media/image21.svg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Relationship Id="rId22" Type="http://schemas.openxmlformats.org/officeDocument/2006/relationships/tags" Target="../tags/tag174.xml"/><Relationship Id="rId27" Type="http://schemas.openxmlformats.org/officeDocument/2006/relationships/tags" Target="../tags/tag179.xml"/><Relationship Id="rId30" Type="http://schemas.openxmlformats.org/officeDocument/2006/relationships/tags" Target="../tags/tag182.xml"/><Relationship Id="rId35" Type="http://schemas.openxmlformats.org/officeDocument/2006/relationships/tags" Target="../tags/tag187.xml"/><Relationship Id="rId43" Type="http://schemas.openxmlformats.org/officeDocument/2006/relationships/image" Target="../media/image2.jpeg"/><Relationship Id="rId8" Type="http://schemas.openxmlformats.org/officeDocument/2006/relationships/tags" Target="../tags/tag160.xml"/><Relationship Id="rId3" Type="http://schemas.openxmlformats.org/officeDocument/2006/relationships/tags" Target="../tags/tag155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5" Type="http://schemas.openxmlformats.org/officeDocument/2006/relationships/tags" Target="../tags/tag177.xml"/><Relationship Id="rId33" Type="http://schemas.openxmlformats.org/officeDocument/2006/relationships/tags" Target="../tags/tag185.xml"/><Relationship Id="rId38" Type="http://schemas.openxmlformats.org/officeDocument/2006/relationships/tags" Target="../tags/tag190.xml"/><Relationship Id="rId20" Type="http://schemas.openxmlformats.org/officeDocument/2006/relationships/tags" Target="../tags/tag172.xml"/><Relationship Id="rId4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" name="AutoShape 3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电路模型探究装置</a:t>
            </a:r>
            <a:endParaRPr lang="en-US" sz="1100"/>
          </a:p>
        </p:txBody>
      </p:sp>
      <p:sp>
        <p:nvSpPr>
          <p:cNvPr id="92" name="AutoShape 4"/>
          <p:cNvSpPr/>
          <p:nvPr/>
        </p:nvSpPr>
        <p:spPr>
          <a:xfrm>
            <a:off x="1016000" y="330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" name="AutoShape 5"/>
          <p:cNvSpPr/>
          <p:nvPr/>
        </p:nvSpPr>
        <p:spPr>
          <a:xfrm>
            <a:off x="1016000" y="3683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设计与实现</a:t>
            </a:r>
            <a:endParaRPr lang="en-US" sz="1100"/>
          </a:p>
        </p:txBody>
      </p:sp>
      <p:sp>
        <p:nvSpPr>
          <p:cNvPr id="94" name="AutoShape 6"/>
          <p:cNvSpPr/>
          <p:nvPr/>
        </p:nvSpPr>
        <p:spPr>
          <a:xfrm>
            <a:off x="1016000" y="533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buClr>
                <a:srgbClr val="000000">
                  <a:alpha val="100000"/>
                </a:srgbClr>
              </a:buClr>
              <a:buFont typeface="Arial" panose="020B0604020202020204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汇报人：[]   |   日期：2026年3月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800" b="0" i="0" u="none" strike="noStrike">
                <a:solidFill>
                  <a:srgbClr val="90A4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98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CEF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" name="AutoShape 5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" name="AutoShape 6"/>
          <p:cNvSpPr/>
          <p:nvPr/>
        </p:nvSpPr>
        <p:spPr>
          <a:xfrm>
            <a:off x="952500" y="2159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01" name="AutoShape 7"/>
          <p:cNvSpPr/>
          <p:nvPr/>
        </p:nvSpPr>
        <p:spPr>
          <a:xfrm>
            <a:off x="952500" y="317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</a:t>
            </a:r>
            <a:endParaRPr lang="en-US" sz="1100"/>
          </a:p>
        </p:txBody>
      </p:sp>
      <p:sp>
        <p:nvSpPr>
          <p:cNvPr id="102" name="AutoShape 8"/>
          <p:cNvSpPr/>
          <p:nvPr/>
        </p:nvSpPr>
        <p:spPr>
          <a:xfrm>
            <a:off x="1143000" y="4064000"/>
            <a:ext cx="2540000" cy="12700"/>
          </a:xfrm>
          <a:prstGeom prst="roundRect">
            <a:avLst>
              <a:gd name="adj" fmla="val 0"/>
            </a:avLst>
          </a:prstGeom>
          <a:solidFill>
            <a:srgbClr val="E0E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" name="AutoShape 9"/>
          <p:cNvSpPr/>
          <p:nvPr/>
        </p:nvSpPr>
        <p:spPr>
          <a:xfrm>
            <a:off x="952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电源电路设计</a:t>
            </a:r>
            <a:b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传递函数模块设计</a:t>
            </a:r>
            <a:b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信号调理与采集电路</a:t>
            </a:r>
            <a:b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PCB设计要点</a:t>
            </a:r>
            <a:endParaRPr lang="en-US" sz="1100"/>
          </a:p>
        </p:txBody>
      </p:sp>
      <p:sp>
        <p:nvSpPr>
          <p:cNvPr id="104" name="AutoShape 10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CEF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" name="AutoShape 11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" name="AutoShape 12"/>
          <p:cNvSpPr/>
          <p:nvPr/>
        </p:nvSpPr>
        <p:spPr>
          <a:xfrm>
            <a:off x="4635500" y="2159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7" name="AutoShape 13"/>
          <p:cNvSpPr/>
          <p:nvPr/>
        </p:nvSpPr>
        <p:spPr>
          <a:xfrm>
            <a:off x="4635500" y="317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软件架构设计</a:t>
            </a:r>
            <a:endParaRPr lang="en-US" sz="1100"/>
          </a:p>
        </p:txBody>
      </p:sp>
      <p:sp>
        <p:nvSpPr>
          <p:cNvPr id="108" name="AutoShape 14"/>
          <p:cNvSpPr/>
          <p:nvPr/>
        </p:nvSpPr>
        <p:spPr>
          <a:xfrm>
            <a:off x="4826000" y="4064000"/>
            <a:ext cx="2540000" cy="12700"/>
          </a:xfrm>
          <a:prstGeom prst="roundRect">
            <a:avLst>
              <a:gd name="adj" fmla="val 0"/>
            </a:avLst>
          </a:prstGeom>
          <a:solidFill>
            <a:srgbClr val="E0E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" name="AutoShape 15"/>
          <p:cNvSpPr/>
          <p:nvPr/>
        </p:nvSpPr>
        <p:spPr>
          <a:xfrm>
            <a:off x="4635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ZYNQ-7020异构计算架构</a:t>
            </a:r>
            <a:b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核心数据通路：AXI DMA</a:t>
            </a:r>
            <a:b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ADC/DAC驱动与控制</a:t>
            </a:r>
            <a:endParaRPr lang="en-US" sz="1100"/>
          </a:p>
        </p:txBody>
      </p:sp>
      <p:sp>
        <p:nvSpPr>
          <p:cNvPr id="110" name="AutoShape 16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CEF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" name="AutoShape 17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" name="AutoShape 18"/>
          <p:cNvSpPr/>
          <p:nvPr/>
        </p:nvSpPr>
        <p:spPr>
          <a:xfrm>
            <a:off x="8318500" y="2159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3" name="AutoShape 19"/>
          <p:cNvSpPr/>
          <p:nvPr/>
        </p:nvSpPr>
        <p:spPr>
          <a:xfrm>
            <a:off x="8318500" y="317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核心算法实现</a:t>
            </a:r>
            <a:endParaRPr lang="en-US" sz="1100"/>
          </a:p>
        </p:txBody>
      </p:sp>
      <p:sp>
        <p:nvSpPr>
          <p:cNvPr id="114" name="AutoShape 20"/>
          <p:cNvSpPr/>
          <p:nvPr/>
        </p:nvSpPr>
        <p:spPr>
          <a:xfrm>
            <a:off x="8509000" y="4064000"/>
            <a:ext cx="2540000" cy="12700"/>
          </a:xfrm>
          <a:prstGeom prst="roundRect">
            <a:avLst>
              <a:gd name="adj" fmla="val 0"/>
            </a:avLst>
          </a:prstGeom>
          <a:solidFill>
            <a:srgbClr val="E0E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" name="AutoShape 21"/>
          <p:cNvSpPr/>
          <p:nvPr/>
        </p:nvSpPr>
        <p:spPr>
          <a:xfrm>
            <a:off x="8318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基础部分：AGC自动增益控制</a:t>
            </a:r>
            <a:b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发挥部分：电路特性深度分析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" name="AutoShape 3"/>
          <p:cNvSpPr/>
          <p:nvPr/>
        </p:nvSpPr>
        <p:spPr>
          <a:xfrm>
            <a:off x="0" y="114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119" name="AutoShape 4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</a:t>
            </a:r>
            <a:endParaRPr lang="en-US" sz="1100"/>
          </a:p>
        </p:txBody>
      </p:sp>
      <p:sp>
        <p:nvSpPr>
          <p:cNvPr id="120" name="AutoShape 5"/>
          <p:cNvSpPr/>
          <p:nvPr/>
        </p:nvSpPr>
        <p:spPr>
          <a:xfrm>
            <a:off x="5588000" y="419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" name="AutoShape 6"/>
          <p:cNvSpPr/>
          <p:nvPr/>
        </p:nvSpPr>
        <p:spPr>
          <a:xfrm>
            <a:off x="0" y="495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HARDWARE SYSTEM DESIGN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硬件系统设计：电源电路</a:t>
            </a:r>
            <a:endParaRPr lang="en-US" sz="1100"/>
          </a:p>
        </p:txBody>
      </p:sp>
      <p:sp>
        <p:nvSpPr>
          <p:cNvPr id="125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C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" name="AutoShape 5"/>
          <p:cNvSpPr/>
          <p:nvPr/>
        </p:nvSpPr>
        <p:spPr>
          <a:xfrm>
            <a:off x="1066800" y="1778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电源架构选型</a:t>
            </a:r>
            <a:endParaRPr lang="en-US" sz="1100"/>
          </a:p>
        </p:txBody>
      </p:sp>
      <p:sp>
        <p:nvSpPr>
          <p:cNvPr id="127" name="AutoShape 6"/>
          <p:cNvSpPr/>
          <p:nvPr/>
        </p:nvSpPr>
        <p:spPr>
          <a:xfrm>
            <a:off x="1066800" y="24130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USB Type-C 标准 5V 输入，为不同负载特性设计针对性的电源树方案：</a:t>
            </a:r>
            <a:endParaRPr lang="en-US" sz="1100"/>
          </a:p>
        </p:txBody>
      </p:sp>
      <p:pic>
        <p:nvPicPr>
          <p:cNvPr id="128" name="Pictur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175000"/>
            <a:ext cx="304800" cy="304800"/>
          </a:xfrm>
          <a:prstGeom prst="rect">
            <a:avLst/>
          </a:prstGeom>
        </p:spPr>
      </p:pic>
      <p:sp>
        <p:nvSpPr>
          <p:cNvPr id="129" name="AutoShape 8"/>
          <p:cNvSpPr/>
          <p:nvPr/>
        </p:nvSpPr>
        <p:spPr>
          <a:xfrm>
            <a:off x="1524000" y="3149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DC-DC 隔离稳压电源模块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供电电源采用EVISUN(易成)的wra1212s-3wr2，支持最大18V电压输入，输出正负12V。</a:t>
            </a:r>
            <a:endParaRPr lang="zh-CN" altLang="en-US" sz="1100">
              <a:ea typeface="宋体" panose="02010600030101010101" pitchFamily="2" charset="-122"/>
            </a:endParaRPr>
          </a:p>
        </p:txBody>
      </p:sp>
      <p:pic>
        <p:nvPicPr>
          <p:cNvPr id="130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191000"/>
            <a:ext cx="304800" cy="304800"/>
          </a:xfrm>
          <a:prstGeom prst="rect">
            <a:avLst/>
          </a:prstGeom>
        </p:spPr>
      </p:pic>
      <p:sp>
        <p:nvSpPr>
          <p:cNvPr id="131" name="AutoShape 10"/>
          <p:cNvSpPr/>
          <p:nvPr/>
        </p:nvSpPr>
        <p:spPr>
          <a:xfrm>
            <a:off x="1524000" y="4165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模拟正电源 (5V) - 低压差线性稳压器(LDO)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7805，提供低输出纹波，确保</a:t>
            </a:r>
            <a:r>
              <a:rPr lang="zh-CN" alt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供电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纯净。</a:t>
            </a:r>
            <a:endParaRPr lang="en-US" sz="1100"/>
          </a:p>
        </p:txBody>
      </p:sp>
      <p:pic>
        <p:nvPicPr>
          <p:cNvPr id="132" name="Pictur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207000"/>
            <a:ext cx="304800" cy="304800"/>
          </a:xfrm>
          <a:prstGeom prst="rect">
            <a:avLst/>
          </a:prstGeom>
        </p:spPr>
      </p:pic>
      <p:sp>
        <p:nvSpPr>
          <p:cNvPr id="133" name="AutoShape 12"/>
          <p:cNvSpPr/>
          <p:nvPr/>
        </p:nvSpPr>
        <p:spPr>
          <a:xfrm>
            <a:off x="1524000" y="5181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模拟负电源 (-5V) - 电荷泵(Charge Pump)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7905，</a:t>
            </a:r>
            <a:r>
              <a:rPr lang="en-US" sz="12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提供低输出纹波，确保</a:t>
            </a:r>
            <a:r>
              <a:rPr lang="zh-CN" altLang="en-US" sz="12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供电</a:t>
            </a:r>
            <a:r>
              <a:rPr lang="en-US" sz="120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纯净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4" name="AutoShape 13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C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" name="AutoShape 14"/>
          <p:cNvSpPr/>
          <p:nvPr/>
        </p:nvSpPr>
        <p:spPr>
          <a:xfrm>
            <a:off x="6527800" y="1778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PCB 布局要点</a:t>
            </a:r>
            <a:endParaRPr lang="en-US" sz="1100"/>
          </a:p>
        </p:txBody>
      </p:sp>
      <p:sp>
        <p:nvSpPr>
          <p:cNvPr id="136" name="AutoShape 15"/>
          <p:cNvSpPr/>
          <p:nvPr/>
        </p:nvSpPr>
        <p:spPr>
          <a:xfrm>
            <a:off x="6527800" y="24130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合理的物理布局是保障电源性能与系统稳定性的最后一道防线：</a:t>
            </a:r>
            <a:endParaRPr lang="en-US" sz="1100"/>
          </a:p>
        </p:txBody>
      </p:sp>
      <p:pic>
        <p:nvPicPr>
          <p:cNvPr id="137" name="Pictur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3175000"/>
            <a:ext cx="304800" cy="304800"/>
          </a:xfrm>
          <a:prstGeom prst="rect">
            <a:avLst/>
          </a:prstGeom>
        </p:spPr>
      </p:pic>
      <p:sp>
        <p:nvSpPr>
          <p:cNvPr id="138" name="AutoShape 17"/>
          <p:cNvSpPr/>
          <p:nvPr/>
        </p:nvSpPr>
        <p:spPr>
          <a:xfrm>
            <a:off x="6985000" y="3149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电源分区与接地隔离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严格分离模拟地(AGND)与数字地(DGND)，仅在单点处</a:t>
            </a:r>
            <a:r>
              <a:rPr lang="zh-CN" alt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altLang="zh-CN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1nF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进行连接，有效阻断高频噪声串扰。</a:t>
            </a:r>
            <a:endParaRPr lang="en-US" sz="1100"/>
          </a:p>
        </p:txBody>
      </p:sp>
      <p:pic>
        <p:nvPicPr>
          <p:cNvPr id="139" name="Picture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191000"/>
            <a:ext cx="304800" cy="304800"/>
          </a:xfrm>
          <a:prstGeom prst="rect">
            <a:avLst/>
          </a:prstGeom>
        </p:spPr>
      </p:pic>
      <p:sp>
        <p:nvSpPr>
          <p:cNvPr id="140" name="AutoShape 19"/>
          <p:cNvSpPr/>
          <p:nvPr/>
        </p:nvSpPr>
        <p:spPr>
          <a:xfrm>
            <a:off x="6985000" y="4165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高性能去耦电容网络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在每颗芯片电源引脚旁，紧邻放置 0.1μF 陶瓷电容与 10μF 钽电容</a:t>
            </a:r>
            <a:r>
              <a:rPr lang="zh-CN" alt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，实现高低频噪声的全面滤除。</a:t>
            </a:r>
            <a:endParaRPr lang="en-US" sz="1100"/>
          </a:p>
        </p:txBody>
      </p:sp>
      <p:pic>
        <p:nvPicPr>
          <p:cNvPr id="141" name="Picture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5207000"/>
            <a:ext cx="304800" cy="304800"/>
          </a:xfrm>
          <a:prstGeom prst="rect">
            <a:avLst/>
          </a:prstGeom>
        </p:spPr>
      </p:pic>
      <p:sp>
        <p:nvSpPr>
          <p:cNvPr id="142" name="AutoShape 21"/>
          <p:cNvSpPr/>
          <p:nvPr/>
        </p:nvSpPr>
        <p:spPr>
          <a:xfrm>
            <a:off x="6985000" y="5181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关键走线与器件布局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电源线需保证足够的线宽以降低压降；LDO 的反馈电阻需紧密靠近输出引脚，防止信号干扰。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硬件系统设计：电源电路原理图</a:t>
            </a:r>
            <a:endParaRPr lang="en-US" sz="1100"/>
          </a:p>
        </p:txBody>
      </p:sp>
      <p:sp>
        <p:nvSpPr>
          <p:cNvPr id="146" name="AutoShape 4"/>
          <p:cNvSpPr/>
          <p:nvPr/>
        </p:nvSpPr>
        <p:spPr>
          <a:xfrm>
            <a:off x="762000" y="1651000"/>
            <a:ext cx="4953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0E0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" name="AutoShape 5"/>
          <p:cNvSpPr/>
          <p:nvPr/>
        </p:nvSpPr>
        <p:spPr>
          <a:xfrm>
            <a:off x="1143000" y="203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核心设计逻辑与功能</a:t>
            </a:r>
            <a:endParaRPr lang="en-US" sz="1100"/>
          </a:p>
        </p:txBody>
      </p:sp>
      <p:pic>
        <p:nvPicPr>
          <p:cNvPr id="148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3048000"/>
            <a:ext cx="406400" cy="406400"/>
          </a:xfrm>
          <a:prstGeom prst="rect">
            <a:avLst/>
          </a:prstGeom>
        </p:spPr>
      </p:pic>
      <p:sp>
        <p:nvSpPr>
          <p:cNvPr id="149" name="AutoShape 7"/>
          <p:cNvSpPr/>
          <p:nvPr>
            <p:custDataLst>
              <p:tags r:id="rId2"/>
            </p:custDataLst>
          </p:nvPr>
        </p:nvSpPr>
        <p:spPr>
          <a:xfrm>
            <a:off x="1778000" y="2984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多电压域输出体系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以12VDC为总输入，通过开关电源、LDO，精准转换并输出系统核心运行所需的5V 及 -5V </a:t>
            </a:r>
            <a:r>
              <a:rPr lang="zh-CN" alt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</a:t>
            </a: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组独立电压。</a:t>
            </a:r>
          </a:p>
        </p:txBody>
      </p:sp>
      <p:pic>
        <p:nvPicPr>
          <p:cNvPr id="150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4318000"/>
            <a:ext cx="406400" cy="406400"/>
          </a:xfrm>
          <a:prstGeom prst="rect">
            <a:avLst/>
          </a:prstGeom>
        </p:spPr>
      </p:pic>
      <p:sp>
        <p:nvSpPr>
          <p:cNvPr id="151" name="AutoShape 9"/>
          <p:cNvSpPr/>
          <p:nvPr>
            <p:custDataLst>
              <p:tags r:id="rId4"/>
            </p:custDataLst>
          </p:nvPr>
        </p:nvSpPr>
        <p:spPr>
          <a:xfrm>
            <a:off x="1778000" y="4254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电源稳定性与抗干扰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采用开关电源保证整体供电效率，结合LDO实现高精度、低噪声的模拟电路供电；电路中设计了完善的滤波与去耦网络，提升电源纹波抑制能力。</a:t>
            </a:r>
          </a:p>
        </p:txBody>
      </p:sp>
      <p:pic>
        <p:nvPicPr>
          <p:cNvPr id="152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3000" y="5461000"/>
            <a:ext cx="406400" cy="406400"/>
          </a:xfrm>
          <a:prstGeom prst="rect">
            <a:avLst/>
          </a:prstGeom>
        </p:spPr>
      </p:pic>
      <p:sp>
        <p:nvSpPr>
          <p:cNvPr id="153" name="AutoShape 11"/>
          <p:cNvSpPr/>
          <p:nvPr>
            <p:custDataLst>
              <p:tags r:id="rId6"/>
            </p:custDataLst>
          </p:nvPr>
        </p:nvSpPr>
        <p:spPr>
          <a:xfrm>
            <a:off x="1778000" y="53975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集成信号调理功能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整合运算放大器构成的信号放大与滤波电路，在同一版图内实现模拟信号的高质量处理。</a:t>
            </a:r>
          </a:p>
        </p:txBody>
      </p:sp>
      <p:sp>
        <p:nvSpPr>
          <p:cNvPr id="154" name="AutoShape 12"/>
          <p:cNvSpPr/>
          <p:nvPr/>
        </p:nvSpPr>
        <p:spPr>
          <a:xfrm>
            <a:off x="6223000" y="1651000"/>
            <a:ext cx="577469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" name="AutoShape 14"/>
          <p:cNvSpPr/>
          <p:nvPr/>
        </p:nvSpPr>
        <p:spPr>
          <a:xfrm>
            <a:off x="6413500" y="558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图示：电源拓扑与信号</a:t>
            </a:r>
            <a:r>
              <a:rPr lang="zh-CN" alt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单元详细</a:t>
            </a:r>
            <a:r>
              <a:rPr lang="zh-CN" alt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原理图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1900" y="1844675"/>
            <a:ext cx="5419725" cy="3208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硬件系统设计：传递函数模块</a:t>
            </a:r>
            <a:endParaRPr lang="en-US" sz="1100"/>
          </a:p>
        </p:txBody>
      </p:sp>
      <p:sp>
        <p:nvSpPr>
          <p:cNvPr id="160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just">
              <a:defRPr/>
            </a:pPr>
            <a:r>
              <a:rPr lang="zh-CN" altLang="en-US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要求已知模型电路的电压传递函数为</a:t>
            </a:r>
            <a:endParaRPr lang="en-US" altLang="zh-CN" dirty="0">
              <a:latin typeface="仓耳今楷01-27533 W04" panose="02020400000000000000" charset="-122"/>
              <a:ea typeface="仓耳今楷01-27533 W04" panose="02020400000000000000" charset="-122"/>
              <a:cs typeface="仓耳今楷01-27533 W04" panose="02020400000000000000" charset="-122"/>
            </a:endParaRPr>
          </a:p>
          <a:p>
            <a:pPr algn="just">
              <a:defRPr/>
            </a:pPr>
            <a:endParaRPr lang="en-US" altLang="zh-CN" dirty="0">
              <a:latin typeface="仓耳今楷01-27533 W04" panose="02020400000000000000" charset="-122"/>
              <a:ea typeface="仓耳今楷01-27533 W04" panose="02020400000000000000" charset="-122"/>
              <a:cs typeface="仓耳今楷01-27533 W04" panose="02020400000000000000" charset="-122"/>
            </a:endParaRPr>
          </a:p>
          <a:p>
            <a:pPr algn="just">
              <a:defRPr/>
            </a:pPr>
            <a:endParaRPr lang="en-US" altLang="zh-CN" dirty="0">
              <a:latin typeface="仓耳今楷01-27533 W04" panose="02020400000000000000" charset="-122"/>
              <a:ea typeface="仓耳今楷01-27533 W04" panose="02020400000000000000" charset="-122"/>
              <a:cs typeface="仓耳今楷01-27533 W04" panose="02020400000000000000" charset="-122"/>
            </a:endParaRPr>
          </a:p>
          <a:p>
            <a:pPr algn="just">
              <a:defRPr/>
            </a:pPr>
            <a:endParaRPr lang="en-US" altLang="zh-CN" dirty="0">
              <a:latin typeface="仓耳今楷01-27533 W04" panose="02020400000000000000" charset="-122"/>
              <a:ea typeface="仓耳今楷01-27533 W04" panose="02020400000000000000" charset="-122"/>
              <a:cs typeface="仓耳今楷01-27533 W04" panose="02020400000000000000" charset="-122"/>
            </a:endParaRPr>
          </a:p>
          <a:p>
            <a:pPr algn="just">
              <a:defRPr/>
            </a:pPr>
            <a:r>
              <a:rPr lang="en-US" altLang="zh-CN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  </a:t>
            </a:r>
            <a:r>
              <a:rPr lang="zh-CN" altLang="en-US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可以将其分解为一个二阶有源</a:t>
            </a:r>
            <a:r>
              <a:rPr lang="en-US" altLang="zh-CN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RC</a:t>
            </a:r>
            <a:r>
              <a:rPr lang="zh-CN" altLang="en-US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低通滤波器和一个5倍增益的放大器。我们设计了经典的二阶 </a:t>
            </a:r>
            <a:r>
              <a:rPr lang="en-US" altLang="zh-CN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Sallen-Key </a:t>
            </a:r>
            <a:r>
              <a:rPr lang="zh-CN" altLang="en-US" dirty="0">
                <a:latin typeface="仓耳今楷01-27533 W04" panose="02020400000000000000" charset="-122"/>
                <a:ea typeface="仓耳今楷01-27533 W04" panose="02020400000000000000" charset="-122"/>
                <a:cs typeface="仓耳今楷01-27533 W04" panose="02020400000000000000" charset="-122"/>
              </a:rPr>
              <a:t>低通滤波器。它具有平坦的通带和良好的相位特性，适合作为验证对象。</a:t>
            </a:r>
          </a:p>
          <a:p>
            <a:pPr algn="just">
              <a:defRPr/>
            </a:pPr>
            <a:endParaRPr lang="zh-CN" altLang="en-US" dirty="0">
              <a:latin typeface="仓耳今楷01-27533 W04" panose="02020400000000000000" charset="-122"/>
              <a:ea typeface="仓耳今楷01-27533 W04" panose="02020400000000000000" charset="-122"/>
              <a:cs typeface="仓耳今楷01-27533 W04" panose="02020400000000000000" charset="-122"/>
            </a:endParaRPr>
          </a:p>
        </p:txBody>
      </p:sp>
      <p:pic>
        <p:nvPicPr>
          <p:cNvPr id="16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162" name="AutoShape 6"/>
          <p:cNvSpPr/>
          <p:nvPr/>
        </p:nvSpPr>
        <p:spPr>
          <a:xfrm>
            <a:off x="1524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传递函数模型</a:t>
            </a:r>
            <a:endParaRPr lang="zh-CN" altLang="en-US" sz="1800" b="1" i="0" u="none" strike="noStrike">
              <a:solidFill>
                <a:srgbClr val="00BC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3" name="AutoShape 7"/>
          <p:cNvSpPr/>
          <p:nvPr/>
        </p:nvSpPr>
        <p:spPr>
          <a:xfrm>
            <a:off x="1016000" y="2667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 sz="1300" b="0" i="0" u="none" strike="noStrike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4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5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66" name="AutoShape 10"/>
          <p:cNvSpPr/>
          <p:nvPr/>
        </p:nvSpPr>
        <p:spPr>
          <a:xfrm>
            <a:off x="5207000" y="2132965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已知电路模型</a:t>
            </a:r>
            <a:endParaRPr lang="en-US" sz="1800" b="1" i="0" u="none" strike="noStrike">
              <a:solidFill>
                <a:srgbClr val="00BC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7" name="AutoShape 11"/>
          <p:cNvSpPr/>
          <p:nvPr/>
        </p:nvSpPr>
        <p:spPr>
          <a:xfrm>
            <a:off x="4699000" y="2794000"/>
            <a:ext cx="2794000" cy="2921000"/>
          </a:xfrm>
          <a:prstGeom prst="roundRect">
            <a:avLst>
              <a:gd name="adj" fmla="val 3636"/>
            </a:avLst>
          </a:prstGeom>
          <a:solidFill>
            <a:srgbClr val="E0F2F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just">
              <a:defRPr/>
            </a:pPr>
            <a:r>
              <a:rPr lang="zh-CN" altLang="en-US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因而只需使得</a:t>
            </a:r>
          </a:p>
          <a:p>
            <a:pPr algn="just">
              <a:defRPr/>
            </a:pPr>
            <a:endParaRPr lang="en-US" altLang="zh-CN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ea"/>
            </a:endParaRPr>
          </a:p>
          <a:p>
            <a:pPr algn="just">
              <a:defRPr/>
            </a:pPr>
            <a:endParaRPr lang="en-US" altLang="zh-CN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ea"/>
            </a:endParaRPr>
          </a:p>
          <a:p>
            <a:pPr algn="just">
              <a:defRPr/>
            </a:pPr>
            <a:endParaRPr lang="en-US" altLang="zh-CN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ea"/>
            </a:endParaRPr>
          </a:p>
          <a:p>
            <a:pPr algn="just">
              <a:defRPr/>
            </a:pPr>
            <a:r>
              <a:rPr lang="zh-CN" altLang="en-US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滤波器参数设定:</a:t>
            </a:r>
            <a:endParaRPr lang="zh-CN" altLang="en-US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</a:endParaRPr>
          </a:p>
          <a:p>
            <a:pPr algn="just">
              <a:defRPr/>
            </a:pPr>
            <a:r>
              <a:rPr lang="zh-CN" altLang="en-US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•电容:</a:t>
            </a:r>
            <a:r>
              <a:rPr lang="en-US" altLang="zh-CN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C₁ = C₂ = 10 </a:t>
            </a:r>
            <a:r>
              <a:rPr lang="en-US" altLang="zh-CN" dirty="0" err="1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nF</a:t>
            </a:r>
            <a:endParaRPr lang="en-US" altLang="zh-CN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</a:endParaRPr>
          </a:p>
          <a:p>
            <a:pPr algn="just">
              <a:defRPr/>
            </a:pPr>
            <a:r>
              <a:rPr lang="zh-CN" altLang="en-US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•电阻:</a:t>
            </a:r>
            <a:r>
              <a:rPr lang="en-US" altLang="zh-CN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R₁ = 3.83 </a:t>
            </a:r>
            <a:r>
              <a:rPr lang="en-US" altLang="zh-CN" dirty="0" err="1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kΩ</a:t>
            </a:r>
            <a:endParaRPr lang="en-US" altLang="zh-CN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</a:endParaRPr>
          </a:p>
          <a:p>
            <a:pPr indent="457200" algn="just">
              <a:defRPr/>
            </a:pPr>
            <a:r>
              <a:rPr lang="en-US" altLang="zh-CN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R₂ = 26.1 </a:t>
            </a:r>
            <a:r>
              <a:rPr lang="en-US" altLang="zh-CN" dirty="0" err="1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kΩ</a:t>
            </a:r>
            <a:r>
              <a:rPr lang="en-US" altLang="zh-CN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 (</a:t>
            </a:r>
            <a:r>
              <a:rPr lang="zh-CN" altLang="en-US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标准值)</a:t>
            </a:r>
          </a:p>
          <a:p>
            <a:pPr indent="457200" algn="just">
              <a:defRPr/>
            </a:pPr>
            <a:r>
              <a:rPr lang="zh-CN" altLang="en-US" dirty="0"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</a:rPr>
              <a:t>放大器部分采用了同向比例放大电路，将前一级的输出信号放大5倍。</a:t>
            </a:r>
          </a:p>
          <a:p>
            <a:pPr algn="ctr">
              <a:defRPr/>
            </a:pPr>
            <a:endParaRPr lang="zh-CN" dirty="0"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</a:endParaRPr>
          </a:p>
        </p:txBody>
      </p:sp>
      <p:sp>
        <p:nvSpPr>
          <p:cNvPr id="168" name="AutoShape 12"/>
          <p:cNvSpPr/>
          <p:nvPr/>
        </p:nvSpPr>
        <p:spPr>
          <a:xfrm>
            <a:off x="4826000" y="3048000"/>
            <a:ext cx="2540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endParaRPr lang="en-US" sz="1100" b="0" i="0" u="none" strike="noStrike">
              <a:solidFill>
                <a:srgbClr val="607D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9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0" name="Pictur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71" name="AutoShape 15"/>
          <p:cNvSpPr/>
          <p:nvPr/>
        </p:nvSpPr>
        <p:spPr>
          <a:xfrm>
            <a:off x="8890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PCB 设计要点</a:t>
            </a:r>
            <a:endParaRPr lang="en-US" sz="1100"/>
          </a:p>
        </p:txBody>
      </p:sp>
      <p:sp>
        <p:nvSpPr>
          <p:cNvPr id="172" name="AutoShape 16"/>
          <p:cNvSpPr/>
          <p:nvPr/>
        </p:nvSpPr>
        <p:spPr>
          <a:xfrm>
            <a:off x="8382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US" sz="13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🔧 元件布局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运放芯片居中，关键的输入电阻与反馈电容紧密围绕，缩短高频走线。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电源去耦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电源引脚旁必须紧邻放置 0.1μF </a:t>
            </a:r>
            <a:r>
              <a:rPr lang="zh-CN" alt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高频去耦电容，抑制电源噪声干扰。</a:t>
            </a: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🌍 接地处理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运放接地引脚直接连接大面积模拟地平面，确保低阻抗回流路径。</a:t>
            </a:r>
          </a:p>
        </p:txBody>
      </p:sp>
      <p:pic>
        <p:nvPicPr>
          <p:cNvPr id="3" name="图片 2" descr="\documentclass{article}&#10;\usepackage{amsmath}&#10;\pagestyle{empty}&#10;\begin{document}&#10;&#10;\[&#10;H(s)=\frac{5}{10^{-8}s^2+3\times10^{-4}s+1}&#10;\]&#10;&#10;&#10;\end{document}" title="IguanaTex Picture Display">
            <a:extLst>
              <a:ext uri="{FF2B5EF4-FFF2-40B4-BE49-F238E27FC236}">
                <a16:creationId xmlns:a16="http://schemas.microsoft.com/office/drawing/2014/main" id="{3BA7FB52-2E0D-A8A4-3474-A1C5B006FC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1" y="3193691"/>
            <a:ext cx="2440533" cy="375467"/>
          </a:xfrm>
          <a:prstGeom prst="rect">
            <a:avLst/>
          </a:prstGeom>
        </p:spPr>
      </p:pic>
      <p:grpSp>
        <p:nvGrpSpPr>
          <p:cNvPr id="36" name="组合 35" descr="\documentclass{article}&#10;\usepackage{amsmath}&#10;\pagestyle{empty}&#10;\begin{document}&#10;\[&#10;\begin{aligned}&#10;R_1 R_2 C_1 C_2 &amp;= 10^{-8} \\&#10;(R_1+R_2)C_2 &amp;= 3\times 10^{-4}&#10;\end{aligned}&#10;\]&#10;&#10;&#10;&#10;\end{document}" title="IguanaTex Shape Display">
            <a:extLst>
              <a:ext uri="{FF2B5EF4-FFF2-40B4-BE49-F238E27FC236}">
                <a16:creationId xmlns:a16="http://schemas.microsoft.com/office/drawing/2014/main" id="{8E44B308-5BC8-2F3B-C44E-D1EC35F4197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798049" y="3286253"/>
            <a:ext cx="1874212" cy="487424"/>
            <a:chOff x="5778161" y="3671243"/>
            <a:chExt cx="1874212" cy="48742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E6441DC4-5D50-3144-3178-D7840E022D0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16740" y="3705730"/>
              <a:ext cx="127071" cy="124880"/>
            </a:xfrm>
            <a:custGeom>
              <a:avLst/>
              <a:gdLst>
                <a:gd name="csX0" fmla="*/ 59631 w 127071"/>
                <a:gd name="csY0" fmla="*/ 12295 h 124880"/>
                <a:gd name="csX1" fmla="*/ 64614 w 127071"/>
                <a:gd name="csY1" fmla="*/ 5741 h 124880"/>
                <a:gd name="csX2" fmla="*/ 75470 w 127071"/>
                <a:gd name="csY2" fmla="*/ 5564 h 124880"/>
                <a:gd name="csX3" fmla="*/ 107861 w 127071"/>
                <a:gd name="csY3" fmla="*/ 23100 h 124880"/>
                <a:gd name="csX4" fmla="*/ 98073 w 127071"/>
                <a:gd name="csY4" fmla="*/ 48253 h 124880"/>
                <a:gd name="csX5" fmla="*/ 67996 w 127071"/>
                <a:gd name="csY5" fmla="*/ 58527 h 124880"/>
                <a:gd name="csX6" fmla="*/ 48063 w 127071"/>
                <a:gd name="csY6" fmla="*/ 58527 h 124880"/>
                <a:gd name="csX7" fmla="*/ 59631 w 127071"/>
                <a:gd name="csY7" fmla="*/ 12295 h 124880"/>
                <a:gd name="csX8" fmla="*/ 85259 w 127071"/>
                <a:gd name="csY8" fmla="*/ 60830 h 124880"/>
                <a:gd name="csX9" fmla="*/ 124413 w 127071"/>
                <a:gd name="csY9" fmla="*/ 26643 h 124880"/>
                <a:gd name="csX10" fmla="*/ 85081 w 127071"/>
                <a:gd name="csY10" fmla="*/ 72 h 124880"/>
                <a:gd name="csX11" fmla="*/ 34359 w 127071"/>
                <a:gd name="csY11" fmla="*/ 72 h 124880"/>
                <a:gd name="csX12" fmla="*/ 29198 w 127071"/>
                <a:gd name="csY12" fmla="*/ 3615 h 124880"/>
                <a:gd name="csX13" fmla="*/ 34181 w 127071"/>
                <a:gd name="csY13" fmla="*/ 5564 h 124880"/>
                <a:gd name="csX14" fmla="*/ 40944 w 127071"/>
                <a:gd name="csY14" fmla="*/ 5918 h 124880"/>
                <a:gd name="csX15" fmla="*/ 45749 w 127071"/>
                <a:gd name="csY15" fmla="*/ 8752 h 124880"/>
                <a:gd name="csX16" fmla="*/ 45037 w 127071"/>
                <a:gd name="csY16" fmla="*/ 12118 h 124880"/>
                <a:gd name="csX17" fmla="*/ 21189 w 127071"/>
                <a:gd name="csY17" fmla="*/ 107239 h 124880"/>
                <a:gd name="csX18" fmla="*/ 4994 w 127071"/>
                <a:gd name="csY18" fmla="*/ 115565 h 124880"/>
                <a:gd name="csX19" fmla="*/ 189 w 127071"/>
                <a:gd name="csY19" fmla="*/ 119108 h 124880"/>
                <a:gd name="csX20" fmla="*/ 2680 w 127071"/>
                <a:gd name="csY20" fmla="*/ 121056 h 124880"/>
                <a:gd name="csX21" fmla="*/ 25105 w 127071"/>
                <a:gd name="csY21" fmla="*/ 120525 h 124880"/>
                <a:gd name="csX22" fmla="*/ 47707 w 127071"/>
                <a:gd name="csY22" fmla="*/ 121056 h 124880"/>
                <a:gd name="csX23" fmla="*/ 51266 w 127071"/>
                <a:gd name="csY23" fmla="*/ 117513 h 124880"/>
                <a:gd name="csX24" fmla="*/ 46283 w 127071"/>
                <a:gd name="csY24" fmla="*/ 115565 h 124880"/>
                <a:gd name="csX25" fmla="*/ 34715 w 127071"/>
                <a:gd name="csY25" fmla="*/ 112376 h 124880"/>
                <a:gd name="csX26" fmla="*/ 35249 w 127071"/>
                <a:gd name="csY26" fmla="*/ 109365 h 124880"/>
                <a:gd name="csX27" fmla="*/ 46995 w 127071"/>
                <a:gd name="csY27" fmla="*/ 62424 h 124880"/>
                <a:gd name="csX28" fmla="*/ 68174 w 127071"/>
                <a:gd name="csY28" fmla="*/ 62424 h 124880"/>
                <a:gd name="csX29" fmla="*/ 87573 w 127071"/>
                <a:gd name="csY29" fmla="*/ 78543 h 124880"/>
                <a:gd name="csX30" fmla="*/ 85081 w 127071"/>
                <a:gd name="csY30" fmla="*/ 90766 h 124880"/>
                <a:gd name="csX31" fmla="*/ 82233 w 127071"/>
                <a:gd name="csY31" fmla="*/ 105822 h 124880"/>
                <a:gd name="csX32" fmla="*/ 105904 w 127071"/>
                <a:gd name="csY32" fmla="*/ 124953 h 124880"/>
                <a:gd name="csX33" fmla="*/ 127260 w 127071"/>
                <a:gd name="csY33" fmla="*/ 104582 h 124880"/>
                <a:gd name="csX34" fmla="*/ 125124 w 127071"/>
                <a:gd name="csY34" fmla="*/ 102457 h 124880"/>
                <a:gd name="csX35" fmla="*/ 122811 w 127071"/>
                <a:gd name="csY35" fmla="*/ 104937 h 124880"/>
                <a:gd name="csX36" fmla="*/ 106615 w 127071"/>
                <a:gd name="csY36" fmla="*/ 121056 h 124880"/>
                <a:gd name="csX37" fmla="*/ 99497 w 127071"/>
                <a:gd name="csY37" fmla="*/ 110251 h 124880"/>
                <a:gd name="csX38" fmla="*/ 101276 w 127071"/>
                <a:gd name="csY38" fmla="*/ 90057 h 124880"/>
                <a:gd name="csX39" fmla="*/ 101988 w 127071"/>
                <a:gd name="csY39" fmla="*/ 81732 h 124880"/>
                <a:gd name="csX40" fmla="*/ 85259 w 127071"/>
                <a:gd name="csY40" fmla="*/ 60830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27071" h="124880">
                  <a:moveTo>
                    <a:pt x="59631" y="12295"/>
                  </a:moveTo>
                  <a:cubicBezTo>
                    <a:pt x="60699" y="8043"/>
                    <a:pt x="61233" y="6272"/>
                    <a:pt x="64614" y="5741"/>
                  </a:cubicBezTo>
                  <a:cubicBezTo>
                    <a:pt x="66216" y="5564"/>
                    <a:pt x="71911" y="5564"/>
                    <a:pt x="75470" y="5564"/>
                  </a:cubicBezTo>
                  <a:cubicBezTo>
                    <a:pt x="88106" y="5564"/>
                    <a:pt x="107861" y="5564"/>
                    <a:pt x="107861" y="23100"/>
                  </a:cubicBezTo>
                  <a:cubicBezTo>
                    <a:pt x="107861" y="29123"/>
                    <a:pt x="105014" y="41345"/>
                    <a:pt x="98073" y="48253"/>
                  </a:cubicBezTo>
                  <a:cubicBezTo>
                    <a:pt x="93446" y="52859"/>
                    <a:pt x="84013" y="58527"/>
                    <a:pt x="67996" y="58527"/>
                  </a:cubicBezTo>
                  <a:lnTo>
                    <a:pt x="48063" y="58527"/>
                  </a:lnTo>
                  <a:lnTo>
                    <a:pt x="59631" y="12295"/>
                  </a:lnTo>
                  <a:close/>
                  <a:moveTo>
                    <a:pt x="85259" y="60830"/>
                  </a:moveTo>
                  <a:cubicBezTo>
                    <a:pt x="103234" y="56933"/>
                    <a:pt x="124413" y="44533"/>
                    <a:pt x="124413" y="26643"/>
                  </a:cubicBezTo>
                  <a:cubicBezTo>
                    <a:pt x="124413" y="11409"/>
                    <a:pt x="108395" y="72"/>
                    <a:pt x="85081" y="72"/>
                  </a:cubicBezTo>
                  <a:lnTo>
                    <a:pt x="34359" y="72"/>
                  </a:lnTo>
                  <a:cubicBezTo>
                    <a:pt x="30800" y="72"/>
                    <a:pt x="29198" y="72"/>
                    <a:pt x="29198" y="3615"/>
                  </a:cubicBezTo>
                  <a:cubicBezTo>
                    <a:pt x="29198" y="5564"/>
                    <a:pt x="30800" y="5564"/>
                    <a:pt x="34181" y="5564"/>
                  </a:cubicBezTo>
                  <a:cubicBezTo>
                    <a:pt x="34537" y="5564"/>
                    <a:pt x="37919" y="5564"/>
                    <a:pt x="40944" y="5918"/>
                  </a:cubicBezTo>
                  <a:cubicBezTo>
                    <a:pt x="44148" y="6272"/>
                    <a:pt x="45749" y="6449"/>
                    <a:pt x="45749" y="8752"/>
                  </a:cubicBezTo>
                  <a:cubicBezTo>
                    <a:pt x="45749" y="9461"/>
                    <a:pt x="45571" y="9992"/>
                    <a:pt x="45037" y="12118"/>
                  </a:cubicBezTo>
                  <a:lnTo>
                    <a:pt x="21189" y="107239"/>
                  </a:lnTo>
                  <a:cubicBezTo>
                    <a:pt x="19410" y="114148"/>
                    <a:pt x="19054" y="115565"/>
                    <a:pt x="4994" y="115565"/>
                  </a:cubicBezTo>
                  <a:cubicBezTo>
                    <a:pt x="1790" y="115565"/>
                    <a:pt x="189" y="115565"/>
                    <a:pt x="189" y="119108"/>
                  </a:cubicBezTo>
                  <a:cubicBezTo>
                    <a:pt x="189" y="121056"/>
                    <a:pt x="2324" y="121056"/>
                    <a:pt x="2680" y="121056"/>
                  </a:cubicBezTo>
                  <a:cubicBezTo>
                    <a:pt x="7663" y="121056"/>
                    <a:pt x="20121" y="120525"/>
                    <a:pt x="25105" y="120525"/>
                  </a:cubicBezTo>
                  <a:cubicBezTo>
                    <a:pt x="30088" y="120525"/>
                    <a:pt x="42724" y="121056"/>
                    <a:pt x="47707" y="121056"/>
                  </a:cubicBezTo>
                  <a:cubicBezTo>
                    <a:pt x="49131" y="121056"/>
                    <a:pt x="51266" y="121056"/>
                    <a:pt x="51266" y="117513"/>
                  </a:cubicBezTo>
                  <a:cubicBezTo>
                    <a:pt x="51266" y="115565"/>
                    <a:pt x="49665" y="115565"/>
                    <a:pt x="46283" y="115565"/>
                  </a:cubicBezTo>
                  <a:cubicBezTo>
                    <a:pt x="39698" y="115565"/>
                    <a:pt x="34715" y="115565"/>
                    <a:pt x="34715" y="112376"/>
                  </a:cubicBezTo>
                  <a:cubicBezTo>
                    <a:pt x="34715" y="111314"/>
                    <a:pt x="35071" y="110428"/>
                    <a:pt x="35249" y="109365"/>
                  </a:cubicBezTo>
                  <a:lnTo>
                    <a:pt x="46995" y="62424"/>
                  </a:lnTo>
                  <a:lnTo>
                    <a:pt x="68174" y="62424"/>
                  </a:lnTo>
                  <a:cubicBezTo>
                    <a:pt x="84369" y="62424"/>
                    <a:pt x="87573" y="72344"/>
                    <a:pt x="87573" y="78543"/>
                  </a:cubicBezTo>
                  <a:cubicBezTo>
                    <a:pt x="87573" y="81201"/>
                    <a:pt x="86149" y="86692"/>
                    <a:pt x="85081" y="90766"/>
                  </a:cubicBezTo>
                  <a:cubicBezTo>
                    <a:pt x="83835" y="95726"/>
                    <a:pt x="82233" y="102280"/>
                    <a:pt x="82233" y="105822"/>
                  </a:cubicBezTo>
                  <a:cubicBezTo>
                    <a:pt x="82233" y="124953"/>
                    <a:pt x="103590" y="124953"/>
                    <a:pt x="105904" y="124953"/>
                  </a:cubicBezTo>
                  <a:cubicBezTo>
                    <a:pt x="121031" y="124953"/>
                    <a:pt x="127260" y="107062"/>
                    <a:pt x="127260" y="104582"/>
                  </a:cubicBezTo>
                  <a:cubicBezTo>
                    <a:pt x="127260" y="102457"/>
                    <a:pt x="125302" y="102457"/>
                    <a:pt x="125124" y="102457"/>
                  </a:cubicBezTo>
                  <a:cubicBezTo>
                    <a:pt x="123523" y="102457"/>
                    <a:pt x="123167" y="103697"/>
                    <a:pt x="122811" y="104937"/>
                  </a:cubicBezTo>
                  <a:cubicBezTo>
                    <a:pt x="118362" y="118045"/>
                    <a:pt x="110709" y="121056"/>
                    <a:pt x="106615" y="121056"/>
                  </a:cubicBezTo>
                  <a:cubicBezTo>
                    <a:pt x="100742" y="121056"/>
                    <a:pt x="99497" y="117159"/>
                    <a:pt x="99497" y="110251"/>
                  </a:cubicBezTo>
                  <a:cubicBezTo>
                    <a:pt x="99497" y="104760"/>
                    <a:pt x="100564" y="95726"/>
                    <a:pt x="101276" y="90057"/>
                  </a:cubicBezTo>
                  <a:cubicBezTo>
                    <a:pt x="101632" y="87577"/>
                    <a:pt x="101988" y="84212"/>
                    <a:pt x="101988" y="81732"/>
                  </a:cubicBezTo>
                  <a:cubicBezTo>
                    <a:pt x="101988" y="68093"/>
                    <a:pt x="90064" y="62601"/>
                    <a:pt x="85259" y="60830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4A7A87E-4FBD-DEE5-93F6-0586DCD06A1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58155" y="3770951"/>
              <a:ext cx="45347" cy="82332"/>
            </a:xfrm>
            <a:custGeom>
              <a:avLst/>
              <a:gdLst>
                <a:gd name="csX0" fmla="*/ 28351 w 45347"/>
                <a:gd name="csY0" fmla="*/ 3546 h 82332"/>
                <a:gd name="csX1" fmla="*/ 24614 w 45347"/>
                <a:gd name="csY1" fmla="*/ 74 h 82332"/>
                <a:gd name="csX2" fmla="*/ 196 w 45347"/>
                <a:gd name="csY2" fmla="*/ 8010 h 82332"/>
                <a:gd name="csX3" fmla="*/ 196 w 45347"/>
                <a:gd name="csY3" fmla="*/ 12473 h 82332"/>
                <a:gd name="csX4" fmla="*/ 18260 w 45347"/>
                <a:gd name="csY4" fmla="*/ 9001 h 82332"/>
                <a:gd name="csX5" fmla="*/ 18260 w 45347"/>
                <a:gd name="csY5" fmla="*/ 72239 h 82332"/>
                <a:gd name="csX6" fmla="*/ 5802 w 45347"/>
                <a:gd name="csY6" fmla="*/ 77943 h 82332"/>
                <a:gd name="csX7" fmla="*/ 1068 w 45347"/>
                <a:gd name="csY7" fmla="*/ 77943 h 82332"/>
                <a:gd name="csX8" fmla="*/ 1068 w 45347"/>
                <a:gd name="csY8" fmla="*/ 82407 h 82332"/>
                <a:gd name="csX9" fmla="*/ 23243 w 45347"/>
                <a:gd name="csY9" fmla="*/ 81911 h 82332"/>
                <a:gd name="csX10" fmla="*/ 45543 w 45347"/>
                <a:gd name="csY10" fmla="*/ 82407 h 82332"/>
                <a:gd name="csX11" fmla="*/ 45543 w 45347"/>
                <a:gd name="csY11" fmla="*/ 77943 h 82332"/>
                <a:gd name="csX12" fmla="*/ 40809 w 45347"/>
                <a:gd name="csY12" fmla="*/ 77943 h 82332"/>
                <a:gd name="csX13" fmla="*/ 28351 w 45347"/>
                <a:gd name="csY13" fmla="*/ 72239 h 82332"/>
                <a:gd name="csX14" fmla="*/ 28351 w 45347"/>
                <a:gd name="csY14" fmla="*/ 3546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5347" h="82332">
                  <a:moveTo>
                    <a:pt x="28351" y="3546"/>
                  </a:moveTo>
                  <a:cubicBezTo>
                    <a:pt x="28351" y="198"/>
                    <a:pt x="28102" y="74"/>
                    <a:pt x="24614" y="74"/>
                  </a:cubicBezTo>
                  <a:cubicBezTo>
                    <a:pt x="16641" y="7886"/>
                    <a:pt x="5304" y="8010"/>
                    <a:pt x="196" y="8010"/>
                  </a:cubicBezTo>
                  <a:lnTo>
                    <a:pt x="196" y="12473"/>
                  </a:lnTo>
                  <a:cubicBezTo>
                    <a:pt x="3186" y="12473"/>
                    <a:pt x="11408" y="12473"/>
                    <a:pt x="18260" y="9001"/>
                  </a:cubicBezTo>
                  <a:lnTo>
                    <a:pt x="18260" y="72239"/>
                  </a:lnTo>
                  <a:cubicBezTo>
                    <a:pt x="18260" y="76331"/>
                    <a:pt x="18260" y="77943"/>
                    <a:pt x="5802" y="77943"/>
                  </a:cubicBezTo>
                  <a:lnTo>
                    <a:pt x="1068" y="77943"/>
                  </a:lnTo>
                  <a:lnTo>
                    <a:pt x="1068" y="82407"/>
                  </a:lnTo>
                  <a:cubicBezTo>
                    <a:pt x="3311" y="82283"/>
                    <a:pt x="18634" y="81911"/>
                    <a:pt x="23243" y="81911"/>
                  </a:cubicBezTo>
                  <a:cubicBezTo>
                    <a:pt x="27105" y="81911"/>
                    <a:pt x="42803" y="82283"/>
                    <a:pt x="45543" y="82407"/>
                  </a:cubicBezTo>
                  <a:lnTo>
                    <a:pt x="45543" y="77943"/>
                  </a:lnTo>
                  <a:lnTo>
                    <a:pt x="40809" y="77943"/>
                  </a:lnTo>
                  <a:cubicBezTo>
                    <a:pt x="28351" y="77943"/>
                    <a:pt x="28351" y="76331"/>
                    <a:pt x="28351" y="72239"/>
                  </a:cubicBezTo>
                  <a:lnTo>
                    <a:pt x="28351" y="3546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24B7BEE3-5211-607F-0F5F-416B96ED098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31712" y="3705730"/>
              <a:ext cx="127071" cy="124880"/>
            </a:xfrm>
            <a:custGeom>
              <a:avLst/>
              <a:gdLst>
                <a:gd name="csX0" fmla="*/ 59643 w 127071"/>
                <a:gd name="csY0" fmla="*/ 12295 h 124880"/>
                <a:gd name="csX1" fmla="*/ 64626 w 127071"/>
                <a:gd name="csY1" fmla="*/ 5741 h 124880"/>
                <a:gd name="csX2" fmla="*/ 75483 w 127071"/>
                <a:gd name="csY2" fmla="*/ 5564 h 124880"/>
                <a:gd name="csX3" fmla="*/ 107873 w 127071"/>
                <a:gd name="csY3" fmla="*/ 23100 h 124880"/>
                <a:gd name="csX4" fmla="*/ 98085 w 127071"/>
                <a:gd name="csY4" fmla="*/ 48253 h 124880"/>
                <a:gd name="csX5" fmla="*/ 68008 w 127071"/>
                <a:gd name="csY5" fmla="*/ 58527 h 124880"/>
                <a:gd name="csX6" fmla="*/ 48075 w 127071"/>
                <a:gd name="csY6" fmla="*/ 58527 h 124880"/>
                <a:gd name="csX7" fmla="*/ 59643 w 127071"/>
                <a:gd name="csY7" fmla="*/ 12295 h 124880"/>
                <a:gd name="csX8" fmla="*/ 85271 w 127071"/>
                <a:gd name="csY8" fmla="*/ 60830 h 124880"/>
                <a:gd name="csX9" fmla="*/ 124425 w 127071"/>
                <a:gd name="csY9" fmla="*/ 26643 h 124880"/>
                <a:gd name="csX10" fmla="*/ 85093 w 127071"/>
                <a:gd name="csY10" fmla="*/ 72 h 124880"/>
                <a:gd name="csX11" fmla="*/ 34371 w 127071"/>
                <a:gd name="csY11" fmla="*/ 72 h 124880"/>
                <a:gd name="csX12" fmla="*/ 29210 w 127071"/>
                <a:gd name="csY12" fmla="*/ 3615 h 124880"/>
                <a:gd name="csX13" fmla="*/ 34193 w 127071"/>
                <a:gd name="csY13" fmla="*/ 5564 h 124880"/>
                <a:gd name="csX14" fmla="*/ 40956 w 127071"/>
                <a:gd name="csY14" fmla="*/ 5918 h 124880"/>
                <a:gd name="csX15" fmla="*/ 45761 w 127071"/>
                <a:gd name="csY15" fmla="*/ 8752 h 124880"/>
                <a:gd name="csX16" fmla="*/ 45049 w 127071"/>
                <a:gd name="csY16" fmla="*/ 12118 h 124880"/>
                <a:gd name="csX17" fmla="*/ 21201 w 127071"/>
                <a:gd name="csY17" fmla="*/ 107239 h 124880"/>
                <a:gd name="csX18" fmla="*/ 5006 w 127071"/>
                <a:gd name="csY18" fmla="*/ 115565 h 124880"/>
                <a:gd name="csX19" fmla="*/ 201 w 127071"/>
                <a:gd name="csY19" fmla="*/ 119108 h 124880"/>
                <a:gd name="csX20" fmla="*/ 2692 w 127071"/>
                <a:gd name="csY20" fmla="*/ 121056 h 124880"/>
                <a:gd name="csX21" fmla="*/ 25117 w 127071"/>
                <a:gd name="csY21" fmla="*/ 120525 h 124880"/>
                <a:gd name="csX22" fmla="*/ 47719 w 127071"/>
                <a:gd name="csY22" fmla="*/ 121056 h 124880"/>
                <a:gd name="csX23" fmla="*/ 51278 w 127071"/>
                <a:gd name="csY23" fmla="*/ 117513 h 124880"/>
                <a:gd name="csX24" fmla="*/ 46295 w 127071"/>
                <a:gd name="csY24" fmla="*/ 115565 h 124880"/>
                <a:gd name="csX25" fmla="*/ 34727 w 127071"/>
                <a:gd name="csY25" fmla="*/ 112376 h 124880"/>
                <a:gd name="csX26" fmla="*/ 35261 w 127071"/>
                <a:gd name="csY26" fmla="*/ 109365 h 124880"/>
                <a:gd name="csX27" fmla="*/ 47007 w 127071"/>
                <a:gd name="csY27" fmla="*/ 62424 h 124880"/>
                <a:gd name="csX28" fmla="*/ 68186 w 127071"/>
                <a:gd name="csY28" fmla="*/ 62424 h 124880"/>
                <a:gd name="csX29" fmla="*/ 87585 w 127071"/>
                <a:gd name="csY29" fmla="*/ 78543 h 124880"/>
                <a:gd name="csX30" fmla="*/ 85093 w 127071"/>
                <a:gd name="csY30" fmla="*/ 90766 h 124880"/>
                <a:gd name="csX31" fmla="*/ 82245 w 127071"/>
                <a:gd name="csY31" fmla="*/ 105822 h 124880"/>
                <a:gd name="csX32" fmla="*/ 105916 w 127071"/>
                <a:gd name="csY32" fmla="*/ 124953 h 124880"/>
                <a:gd name="csX33" fmla="*/ 127272 w 127071"/>
                <a:gd name="csY33" fmla="*/ 104582 h 124880"/>
                <a:gd name="csX34" fmla="*/ 125137 w 127071"/>
                <a:gd name="csY34" fmla="*/ 102457 h 124880"/>
                <a:gd name="csX35" fmla="*/ 122823 w 127071"/>
                <a:gd name="csY35" fmla="*/ 104937 h 124880"/>
                <a:gd name="csX36" fmla="*/ 106627 w 127071"/>
                <a:gd name="csY36" fmla="*/ 121056 h 124880"/>
                <a:gd name="csX37" fmla="*/ 99509 w 127071"/>
                <a:gd name="csY37" fmla="*/ 110251 h 124880"/>
                <a:gd name="csX38" fmla="*/ 101288 w 127071"/>
                <a:gd name="csY38" fmla="*/ 90057 h 124880"/>
                <a:gd name="csX39" fmla="*/ 102000 w 127071"/>
                <a:gd name="csY39" fmla="*/ 81732 h 124880"/>
                <a:gd name="csX40" fmla="*/ 85271 w 127071"/>
                <a:gd name="csY40" fmla="*/ 60830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27071" h="124880">
                  <a:moveTo>
                    <a:pt x="59643" y="12295"/>
                  </a:moveTo>
                  <a:cubicBezTo>
                    <a:pt x="60711" y="8043"/>
                    <a:pt x="61245" y="6272"/>
                    <a:pt x="64626" y="5741"/>
                  </a:cubicBezTo>
                  <a:cubicBezTo>
                    <a:pt x="66228" y="5564"/>
                    <a:pt x="71923" y="5564"/>
                    <a:pt x="75483" y="5564"/>
                  </a:cubicBezTo>
                  <a:cubicBezTo>
                    <a:pt x="88118" y="5564"/>
                    <a:pt x="107873" y="5564"/>
                    <a:pt x="107873" y="23100"/>
                  </a:cubicBezTo>
                  <a:cubicBezTo>
                    <a:pt x="107873" y="29123"/>
                    <a:pt x="105026" y="41345"/>
                    <a:pt x="98085" y="48253"/>
                  </a:cubicBezTo>
                  <a:cubicBezTo>
                    <a:pt x="93458" y="52859"/>
                    <a:pt x="84025" y="58527"/>
                    <a:pt x="68008" y="58527"/>
                  </a:cubicBezTo>
                  <a:lnTo>
                    <a:pt x="48075" y="58527"/>
                  </a:lnTo>
                  <a:lnTo>
                    <a:pt x="59643" y="12295"/>
                  </a:lnTo>
                  <a:close/>
                  <a:moveTo>
                    <a:pt x="85271" y="60830"/>
                  </a:moveTo>
                  <a:cubicBezTo>
                    <a:pt x="103246" y="56933"/>
                    <a:pt x="124425" y="44533"/>
                    <a:pt x="124425" y="26643"/>
                  </a:cubicBezTo>
                  <a:cubicBezTo>
                    <a:pt x="124425" y="11409"/>
                    <a:pt x="108407" y="72"/>
                    <a:pt x="85093" y="72"/>
                  </a:cubicBezTo>
                  <a:lnTo>
                    <a:pt x="34371" y="72"/>
                  </a:lnTo>
                  <a:cubicBezTo>
                    <a:pt x="30812" y="72"/>
                    <a:pt x="29210" y="72"/>
                    <a:pt x="29210" y="3615"/>
                  </a:cubicBezTo>
                  <a:cubicBezTo>
                    <a:pt x="29210" y="5564"/>
                    <a:pt x="30812" y="5564"/>
                    <a:pt x="34193" y="5564"/>
                  </a:cubicBezTo>
                  <a:cubicBezTo>
                    <a:pt x="34549" y="5564"/>
                    <a:pt x="37931" y="5564"/>
                    <a:pt x="40956" y="5918"/>
                  </a:cubicBezTo>
                  <a:cubicBezTo>
                    <a:pt x="44160" y="6272"/>
                    <a:pt x="45761" y="6449"/>
                    <a:pt x="45761" y="8752"/>
                  </a:cubicBezTo>
                  <a:cubicBezTo>
                    <a:pt x="45761" y="9461"/>
                    <a:pt x="45583" y="9992"/>
                    <a:pt x="45049" y="12118"/>
                  </a:cubicBezTo>
                  <a:lnTo>
                    <a:pt x="21201" y="107239"/>
                  </a:lnTo>
                  <a:cubicBezTo>
                    <a:pt x="19422" y="114148"/>
                    <a:pt x="19066" y="115565"/>
                    <a:pt x="5006" y="115565"/>
                  </a:cubicBezTo>
                  <a:cubicBezTo>
                    <a:pt x="1802" y="115565"/>
                    <a:pt x="201" y="115565"/>
                    <a:pt x="201" y="119108"/>
                  </a:cubicBezTo>
                  <a:cubicBezTo>
                    <a:pt x="201" y="121056"/>
                    <a:pt x="2336" y="121056"/>
                    <a:pt x="2692" y="121056"/>
                  </a:cubicBezTo>
                  <a:cubicBezTo>
                    <a:pt x="7675" y="121056"/>
                    <a:pt x="20133" y="120525"/>
                    <a:pt x="25117" y="120525"/>
                  </a:cubicBezTo>
                  <a:cubicBezTo>
                    <a:pt x="30100" y="120525"/>
                    <a:pt x="42736" y="121056"/>
                    <a:pt x="47719" y="121056"/>
                  </a:cubicBezTo>
                  <a:cubicBezTo>
                    <a:pt x="49143" y="121056"/>
                    <a:pt x="51278" y="121056"/>
                    <a:pt x="51278" y="117513"/>
                  </a:cubicBezTo>
                  <a:cubicBezTo>
                    <a:pt x="51278" y="115565"/>
                    <a:pt x="49677" y="115565"/>
                    <a:pt x="46295" y="115565"/>
                  </a:cubicBezTo>
                  <a:cubicBezTo>
                    <a:pt x="39710" y="115565"/>
                    <a:pt x="34727" y="115565"/>
                    <a:pt x="34727" y="112376"/>
                  </a:cubicBezTo>
                  <a:cubicBezTo>
                    <a:pt x="34727" y="111314"/>
                    <a:pt x="35083" y="110428"/>
                    <a:pt x="35261" y="109365"/>
                  </a:cubicBezTo>
                  <a:lnTo>
                    <a:pt x="47007" y="62424"/>
                  </a:lnTo>
                  <a:lnTo>
                    <a:pt x="68186" y="62424"/>
                  </a:lnTo>
                  <a:cubicBezTo>
                    <a:pt x="84381" y="62424"/>
                    <a:pt x="87585" y="72344"/>
                    <a:pt x="87585" y="78543"/>
                  </a:cubicBezTo>
                  <a:cubicBezTo>
                    <a:pt x="87585" y="81201"/>
                    <a:pt x="86161" y="86692"/>
                    <a:pt x="85093" y="90766"/>
                  </a:cubicBezTo>
                  <a:cubicBezTo>
                    <a:pt x="83847" y="95726"/>
                    <a:pt x="82245" y="102280"/>
                    <a:pt x="82245" y="105822"/>
                  </a:cubicBezTo>
                  <a:cubicBezTo>
                    <a:pt x="82245" y="124953"/>
                    <a:pt x="103602" y="124953"/>
                    <a:pt x="105916" y="124953"/>
                  </a:cubicBezTo>
                  <a:cubicBezTo>
                    <a:pt x="121043" y="124953"/>
                    <a:pt x="127272" y="107062"/>
                    <a:pt x="127272" y="104582"/>
                  </a:cubicBezTo>
                  <a:cubicBezTo>
                    <a:pt x="127272" y="102457"/>
                    <a:pt x="125314" y="102457"/>
                    <a:pt x="125137" y="102457"/>
                  </a:cubicBezTo>
                  <a:cubicBezTo>
                    <a:pt x="123535" y="102457"/>
                    <a:pt x="123179" y="103697"/>
                    <a:pt x="122823" y="104937"/>
                  </a:cubicBezTo>
                  <a:cubicBezTo>
                    <a:pt x="118374" y="118045"/>
                    <a:pt x="110721" y="121056"/>
                    <a:pt x="106627" y="121056"/>
                  </a:cubicBezTo>
                  <a:cubicBezTo>
                    <a:pt x="100754" y="121056"/>
                    <a:pt x="99509" y="117159"/>
                    <a:pt x="99509" y="110251"/>
                  </a:cubicBezTo>
                  <a:cubicBezTo>
                    <a:pt x="99509" y="104760"/>
                    <a:pt x="100576" y="95726"/>
                    <a:pt x="101288" y="90057"/>
                  </a:cubicBezTo>
                  <a:cubicBezTo>
                    <a:pt x="101644" y="87577"/>
                    <a:pt x="102000" y="84212"/>
                    <a:pt x="102000" y="81732"/>
                  </a:cubicBezTo>
                  <a:cubicBezTo>
                    <a:pt x="102000" y="68093"/>
                    <a:pt x="90076" y="62601"/>
                    <a:pt x="85271" y="60830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805939F-2166-07D6-30AD-FCBCB34F432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267396" y="3770951"/>
              <a:ext cx="55064" cy="82332"/>
            </a:xfrm>
            <a:custGeom>
              <a:avLst/>
              <a:gdLst>
                <a:gd name="csX0" fmla="*/ 55273 w 55064"/>
                <a:gd name="csY0" fmla="*/ 59839 h 82332"/>
                <a:gd name="csX1" fmla="*/ 51037 w 55064"/>
                <a:gd name="csY1" fmla="*/ 59839 h 82332"/>
                <a:gd name="csX2" fmla="*/ 47798 w 55064"/>
                <a:gd name="csY2" fmla="*/ 71123 h 82332"/>
                <a:gd name="csX3" fmla="*/ 35464 w 55064"/>
                <a:gd name="csY3" fmla="*/ 71867 h 82332"/>
                <a:gd name="csX4" fmla="*/ 12542 w 55064"/>
                <a:gd name="csY4" fmla="*/ 71867 h 82332"/>
                <a:gd name="csX5" fmla="*/ 37458 w 55064"/>
                <a:gd name="csY5" fmla="*/ 51036 h 82332"/>
                <a:gd name="csX6" fmla="*/ 55273 w 55064"/>
                <a:gd name="csY6" fmla="*/ 24253 h 82332"/>
                <a:gd name="csX7" fmla="*/ 26121 w 55064"/>
                <a:gd name="csY7" fmla="*/ 74 h 82332"/>
                <a:gd name="csX8" fmla="*/ 208 w 55064"/>
                <a:gd name="csY8" fmla="*/ 22269 h 82332"/>
                <a:gd name="csX9" fmla="*/ 6811 w 55064"/>
                <a:gd name="csY9" fmla="*/ 29213 h 82332"/>
                <a:gd name="csX10" fmla="*/ 13414 w 55064"/>
                <a:gd name="csY10" fmla="*/ 22641 h 82332"/>
                <a:gd name="csX11" fmla="*/ 6063 w 55064"/>
                <a:gd name="csY11" fmla="*/ 16069 h 82332"/>
                <a:gd name="csX12" fmla="*/ 24252 w 55064"/>
                <a:gd name="csY12" fmla="*/ 4538 h 82332"/>
                <a:gd name="csX13" fmla="*/ 43188 w 55064"/>
                <a:gd name="csY13" fmla="*/ 24253 h 82332"/>
                <a:gd name="csX14" fmla="*/ 31478 w 55064"/>
                <a:gd name="csY14" fmla="*/ 48060 h 82332"/>
                <a:gd name="csX15" fmla="*/ 1454 w 55064"/>
                <a:gd name="csY15" fmla="*/ 77571 h 82332"/>
                <a:gd name="csX16" fmla="*/ 208 w 55064"/>
                <a:gd name="csY16" fmla="*/ 82407 h 82332"/>
                <a:gd name="csX17" fmla="*/ 51535 w 55064"/>
                <a:gd name="csY17" fmla="*/ 82407 h 82332"/>
                <a:gd name="csX18" fmla="*/ 55273 w 55064"/>
                <a:gd name="csY18" fmla="*/ 59839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5064" h="82332">
                  <a:moveTo>
                    <a:pt x="55273" y="59839"/>
                  </a:moveTo>
                  <a:lnTo>
                    <a:pt x="51037" y="59839"/>
                  </a:lnTo>
                  <a:cubicBezTo>
                    <a:pt x="50663" y="62567"/>
                    <a:pt x="49417" y="69883"/>
                    <a:pt x="47798" y="71123"/>
                  </a:cubicBezTo>
                  <a:cubicBezTo>
                    <a:pt x="46801" y="71867"/>
                    <a:pt x="37208" y="71867"/>
                    <a:pt x="35464" y="71867"/>
                  </a:cubicBezTo>
                  <a:lnTo>
                    <a:pt x="12542" y="71867"/>
                  </a:lnTo>
                  <a:cubicBezTo>
                    <a:pt x="25623" y="60335"/>
                    <a:pt x="29983" y="56864"/>
                    <a:pt x="37458" y="51036"/>
                  </a:cubicBezTo>
                  <a:cubicBezTo>
                    <a:pt x="46677" y="43720"/>
                    <a:pt x="55273" y="36032"/>
                    <a:pt x="55273" y="24253"/>
                  </a:cubicBezTo>
                  <a:cubicBezTo>
                    <a:pt x="55273" y="9249"/>
                    <a:pt x="42067" y="74"/>
                    <a:pt x="26121" y="74"/>
                  </a:cubicBezTo>
                  <a:cubicBezTo>
                    <a:pt x="10673" y="74"/>
                    <a:pt x="208" y="10861"/>
                    <a:pt x="208" y="22269"/>
                  </a:cubicBezTo>
                  <a:cubicBezTo>
                    <a:pt x="208" y="28593"/>
                    <a:pt x="5565" y="29213"/>
                    <a:pt x="6811" y="29213"/>
                  </a:cubicBezTo>
                  <a:cubicBezTo>
                    <a:pt x="9801" y="29213"/>
                    <a:pt x="13414" y="27105"/>
                    <a:pt x="13414" y="22641"/>
                  </a:cubicBezTo>
                  <a:cubicBezTo>
                    <a:pt x="13414" y="20409"/>
                    <a:pt x="12542" y="16069"/>
                    <a:pt x="6063" y="16069"/>
                  </a:cubicBezTo>
                  <a:cubicBezTo>
                    <a:pt x="9925" y="7266"/>
                    <a:pt x="18397" y="4538"/>
                    <a:pt x="24252" y="4538"/>
                  </a:cubicBezTo>
                  <a:cubicBezTo>
                    <a:pt x="36710" y="4538"/>
                    <a:pt x="43188" y="14209"/>
                    <a:pt x="43188" y="24253"/>
                  </a:cubicBezTo>
                  <a:cubicBezTo>
                    <a:pt x="43188" y="35040"/>
                    <a:pt x="35464" y="43596"/>
                    <a:pt x="31478" y="48060"/>
                  </a:cubicBezTo>
                  <a:lnTo>
                    <a:pt x="1454" y="77571"/>
                  </a:lnTo>
                  <a:cubicBezTo>
                    <a:pt x="208" y="78687"/>
                    <a:pt x="208" y="78935"/>
                    <a:pt x="208" y="82407"/>
                  </a:cubicBezTo>
                  <a:lnTo>
                    <a:pt x="51535" y="82407"/>
                  </a:lnTo>
                  <a:lnTo>
                    <a:pt x="55273" y="59839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9A31FA2-08F2-3719-DC7F-7B5853469A0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348286" y="3701833"/>
              <a:ext cx="126359" cy="128777"/>
            </a:xfrm>
            <a:custGeom>
              <a:avLst/>
              <a:gdLst>
                <a:gd name="csX0" fmla="*/ 126572 w 126359"/>
                <a:gd name="csY0" fmla="*/ 1844 h 128777"/>
                <a:gd name="csX1" fmla="*/ 124615 w 126359"/>
                <a:gd name="csY1" fmla="*/ 72 h 128777"/>
                <a:gd name="csX2" fmla="*/ 121945 w 126359"/>
                <a:gd name="csY2" fmla="*/ 2198 h 128777"/>
                <a:gd name="csX3" fmla="*/ 109487 w 126359"/>
                <a:gd name="csY3" fmla="*/ 15837 h 128777"/>
                <a:gd name="csX4" fmla="*/ 79944 w 126359"/>
                <a:gd name="csY4" fmla="*/ 72 h 128777"/>
                <a:gd name="csX5" fmla="*/ 213 w 126359"/>
                <a:gd name="csY5" fmla="*/ 80315 h 128777"/>
                <a:gd name="csX6" fmla="*/ 48443 w 126359"/>
                <a:gd name="csY6" fmla="*/ 128850 h 128777"/>
                <a:gd name="csX7" fmla="*/ 86885 w 126359"/>
                <a:gd name="csY7" fmla="*/ 113616 h 128777"/>
                <a:gd name="csX8" fmla="*/ 106462 w 126359"/>
                <a:gd name="csY8" fmla="*/ 82440 h 128777"/>
                <a:gd name="csX9" fmla="*/ 104326 w 126359"/>
                <a:gd name="csY9" fmla="*/ 80669 h 128777"/>
                <a:gd name="csX10" fmla="*/ 102012 w 126359"/>
                <a:gd name="csY10" fmla="*/ 82440 h 128777"/>
                <a:gd name="csX11" fmla="*/ 84037 w 126359"/>
                <a:gd name="csY11" fmla="*/ 110428 h 128777"/>
                <a:gd name="csX12" fmla="*/ 51290 w 126359"/>
                <a:gd name="csY12" fmla="*/ 123359 h 128777"/>
                <a:gd name="csX13" fmla="*/ 16408 w 126359"/>
                <a:gd name="csY13" fmla="*/ 86515 h 128777"/>
                <a:gd name="csX14" fmla="*/ 37943 w 126359"/>
                <a:gd name="csY14" fmla="*/ 26997 h 128777"/>
                <a:gd name="csX15" fmla="*/ 81368 w 126359"/>
                <a:gd name="csY15" fmla="*/ 5564 h 128777"/>
                <a:gd name="csX16" fmla="*/ 110021 w 126359"/>
                <a:gd name="csY16" fmla="*/ 39751 h 128777"/>
                <a:gd name="csX17" fmla="*/ 109487 w 126359"/>
                <a:gd name="csY17" fmla="*/ 48785 h 128777"/>
                <a:gd name="csX18" fmla="*/ 112157 w 126359"/>
                <a:gd name="csY18" fmla="*/ 50556 h 128777"/>
                <a:gd name="csX19" fmla="*/ 115360 w 126359"/>
                <a:gd name="csY19" fmla="*/ 47013 h 128777"/>
                <a:gd name="csX20" fmla="*/ 126572 w 126359"/>
                <a:gd name="csY20" fmla="*/ 1844 h 128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6359" h="128777">
                  <a:moveTo>
                    <a:pt x="126572" y="1844"/>
                  </a:moveTo>
                  <a:cubicBezTo>
                    <a:pt x="126572" y="1312"/>
                    <a:pt x="126216" y="72"/>
                    <a:pt x="124615" y="72"/>
                  </a:cubicBezTo>
                  <a:cubicBezTo>
                    <a:pt x="124081" y="72"/>
                    <a:pt x="123903" y="249"/>
                    <a:pt x="121945" y="2198"/>
                  </a:cubicBezTo>
                  <a:lnTo>
                    <a:pt x="109487" y="15837"/>
                  </a:lnTo>
                  <a:cubicBezTo>
                    <a:pt x="107885" y="13358"/>
                    <a:pt x="99699" y="72"/>
                    <a:pt x="79944" y="72"/>
                  </a:cubicBezTo>
                  <a:cubicBezTo>
                    <a:pt x="40256" y="72"/>
                    <a:pt x="213" y="39219"/>
                    <a:pt x="213" y="80315"/>
                  </a:cubicBezTo>
                  <a:cubicBezTo>
                    <a:pt x="213" y="109542"/>
                    <a:pt x="21213" y="128850"/>
                    <a:pt x="48443" y="128850"/>
                  </a:cubicBezTo>
                  <a:cubicBezTo>
                    <a:pt x="63926" y="128850"/>
                    <a:pt x="77452" y="121765"/>
                    <a:pt x="86885" y="113616"/>
                  </a:cubicBezTo>
                  <a:cubicBezTo>
                    <a:pt x="103436" y="99091"/>
                    <a:pt x="106462" y="82972"/>
                    <a:pt x="106462" y="82440"/>
                  </a:cubicBezTo>
                  <a:cubicBezTo>
                    <a:pt x="106462" y="80669"/>
                    <a:pt x="104682" y="80669"/>
                    <a:pt x="104326" y="80669"/>
                  </a:cubicBezTo>
                  <a:cubicBezTo>
                    <a:pt x="103258" y="80669"/>
                    <a:pt x="102368" y="81023"/>
                    <a:pt x="102012" y="82440"/>
                  </a:cubicBezTo>
                  <a:cubicBezTo>
                    <a:pt x="100411" y="87577"/>
                    <a:pt x="96317" y="100154"/>
                    <a:pt x="84037" y="110428"/>
                  </a:cubicBezTo>
                  <a:cubicBezTo>
                    <a:pt x="71757" y="120348"/>
                    <a:pt x="60545" y="123359"/>
                    <a:pt x="51290" y="123359"/>
                  </a:cubicBezTo>
                  <a:cubicBezTo>
                    <a:pt x="35273" y="123359"/>
                    <a:pt x="16408" y="114148"/>
                    <a:pt x="16408" y="86515"/>
                  </a:cubicBezTo>
                  <a:cubicBezTo>
                    <a:pt x="16408" y="76418"/>
                    <a:pt x="20145" y="47722"/>
                    <a:pt x="37943" y="26997"/>
                  </a:cubicBezTo>
                  <a:cubicBezTo>
                    <a:pt x="48799" y="14420"/>
                    <a:pt x="65528" y="5564"/>
                    <a:pt x="81368" y="5564"/>
                  </a:cubicBezTo>
                  <a:cubicBezTo>
                    <a:pt x="99521" y="5564"/>
                    <a:pt x="110021" y="19203"/>
                    <a:pt x="110021" y="39751"/>
                  </a:cubicBezTo>
                  <a:cubicBezTo>
                    <a:pt x="110021" y="46836"/>
                    <a:pt x="109487" y="47013"/>
                    <a:pt x="109487" y="48785"/>
                  </a:cubicBezTo>
                  <a:cubicBezTo>
                    <a:pt x="109487" y="50556"/>
                    <a:pt x="111445" y="50556"/>
                    <a:pt x="112157" y="50556"/>
                  </a:cubicBezTo>
                  <a:cubicBezTo>
                    <a:pt x="114470" y="50556"/>
                    <a:pt x="114470" y="50202"/>
                    <a:pt x="115360" y="47013"/>
                  </a:cubicBezTo>
                  <a:lnTo>
                    <a:pt x="126572" y="1844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E6C6876E-68AE-8EE4-5725-42CEE54A7A4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480167" y="3770951"/>
              <a:ext cx="45347" cy="82332"/>
            </a:xfrm>
            <a:custGeom>
              <a:avLst/>
              <a:gdLst>
                <a:gd name="csX0" fmla="*/ 28375 w 45347"/>
                <a:gd name="csY0" fmla="*/ 3546 h 82332"/>
                <a:gd name="csX1" fmla="*/ 24637 w 45347"/>
                <a:gd name="csY1" fmla="*/ 74 h 82332"/>
                <a:gd name="csX2" fmla="*/ 220 w 45347"/>
                <a:gd name="csY2" fmla="*/ 8010 h 82332"/>
                <a:gd name="csX3" fmla="*/ 220 w 45347"/>
                <a:gd name="csY3" fmla="*/ 12473 h 82332"/>
                <a:gd name="csX4" fmla="*/ 18284 w 45347"/>
                <a:gd name="csY4" fmla="*/ 9001 h 82332"/>
                <a:gd name="csX5" fmla="*/ 18284 w 45347"/>
                <a:gd name="csY5" fmla="*/ 72239 h 82332"/>
                <a:gd name="csX6" fmla="*/ 5826 w 45347"/>
                <a:gd name="csY6" fmla="*/ 77943 h 82332"/>
                <a:gd name="csX7" fmla="*/ 1092 w 45347"/>
                <a:gd name="csY7" fmla="*/ 77943 h 82332"/>
                <a:gd name="csX8" fmla="*/ 1092 w 45347"/>
                <a:gd name="csY8" fmla="*/ 82407 h 82332"/>
                <a:gd name="csX9" fmla="*/ 23267 w 45347"/>
                <a:gd name="csY9" fmla="*/ 81911 h 82332"/>
                <a:gd name="csX10" fmla="*/ 45567 w 45347"/>
                <a:gd name="csY10" fmla="*/ 82407 h 82332"/>
                <a:gd name="csX11" fmla="*/ 45567 w 45347"/>
                <a:gd name="csY11" fmla="*/ 77943 h 82332"/>
                <a:gd name="csX12" fmla="*/ 40833 w 45347"/>
                <a:gd name="csY12" fmla="*/ 77943 h 82332"/>
                <a:gd name="csX13" fmla="*/ 28375 w 45347"/>
                <a:gd name="csY13" fmla="*/ 72239 h 82332"/>
                <a:gd name="csX14" fmla="*/ 28375 w 45347"/>
                <a:gd name="csY14" fmla="*/ 3546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5347" h="82332">
                  <a:moveTo>
                    <a:pt x="28375" y="3546"/>
                  </a:moveTo>
                  <a:cubicBezTo>
                    <a:pt x="28375" y="198"/>
                    <a:pt x="28126" y="74"/>
                    <a:pt x="24637" y="74"/>
                  </a:cubicBezTo>
                  <a:cubicBezTo>
                    <a:pt x="16664" y="7886"/>
                    <a:pt x="5328" y="8010"/>
                    <a:pt x="220" y="8010"/>
                  </a:cubicBezTo>
                  <a:lnTo>
                    <a:pt x="220" y="12473"/>
                  </a:lnTo>
                  <a:cubicBezTo>
                    <a:pt x="3210" y="12473"/>
                    <a:pt x="11432" y="12473"/>
                    <a:pt x="18284" y="9001"/>
                  </a:cubicBezTo>
                  <a:lnTo>
                    <a:pt x="18284" y="72239"/>
                  </a:lnTo>
                  <a:cubicBezTo>
                    <a:pt x="18284" y="76331"/>
                    <a:pt x="18284" y="77943"/>
                    <a:pt x="5826" y="77943"/>
                  </a:cubicBezTo>
                  <a:lnTo>
                    <a:pt x="1092" y="77943"/>
                  </a:lnTo>
                  <a:lnTo>
                    <a:pt x="1092" y="82407"/>
                  </a:lnTo>
                  <a:cubicBezTo>
                    <a:pt x="3334" y="82283"/>
                    <a:pt x="18658" y="81911"/>
                    <a:pt x="23267" y="81911"/>
                  </a:cubicBezTo>
                  <a:cubicBezTo>
                    <a:pt x="27129" y="81911"/>
                    <a:pt x="42826" y="82283"/>
                    <a:pt x="45567" y="82407"/>
                  </a:cubicBezTo>
                  <a:lnTo>
                    <a:pt x="45567" y="77943"/>
                  </a:lnTo>
                  <a:lnTo>
                    <a:pt x="40833" y="77943"/>
                  </a:lnTo>
                  <a:cubicBezTo>
                    <a:pt x="28375" y="77943"/>
                    <a:pt x="28375" y="76331"/>
                    <a:pt x="28375" y="72239"/>
                  </a:cubicBezTo>
                  <a:lnTo>
                    <a:pt x="28375" y="3546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17FE20A0-6BBC-D778-9551-5A1F631FB22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555326" y="3701833"/>
              <a:ext cx="126359" cy="128777"/>
            </a:xfrm>
            <a:custGeom>
              <a:avLst/>
              <a:gdLst>
                <a:gd name="csX0" fmla="*/ 126584 w 126359"/>
                <a:gd name="csY0" fmla="*/ 1844 h 128777"/>
                <a:gd name="csX1" fmla="*/ 124626 w 126359"/>
                <a:gd name="csY1" fmla="*/ 72 h 128777"/>
                <a:gd name="csX2" fmla="*/ 121957 w 126359"/>
                <a:gd name="csY2" fmla="*/ 2198 h 128777"/>
                <a:gd name="csX3" fmla="*/ 109499 w 126359"/>
                <a:gd name="csY3" fmla="*/ 15837 h 128777"/>
                <a:gd name="csX4" fmla="*/ 79955 w 126359"/>
                <a:gd name="csY4" fmla="*/ 72 h 128777"/>
                <a:gd name="csX5" fmla="*/ 224 w 126359"/>
                <a:gd name="csY5" fmla="*/ 80315 h 128777"/>
                <a:gd name="csX6" fmla="*/ 48454 w 126359"/>
                <a:gd name="csY6" fmla="*/ 128850 h 128777"/>
                <a:gd name="csX7" fmla="*/ 86896 w 126359"/>
                <a:gd name="csY7" fmla="*/ 113616 h 128777"/>
                <a:gd name="csX8" fmla="*/ 106473 w 126359"/>
                <a:gd name="csY8" fmla="*/ 82440 h 128777"/>
                <a:gd name="csX9" fmla="*/ 104337 w 126359"/>
                <a:gd name="csY9" fmla="*/ 80669 h 128777"/>
                <a:gd name="csX10" fmla="*/ 102024 w 126359"/>
                <a:gd name="csY10" fmla="*/ 82440 h 128777"/>
                <a:gd name="csX11" fmla="*/ 84049 w 126359"/>
                <a:gd name="csY11" fmla="*/ 110428 h 128777"/>
                <a:gd name="csX12" fmla="*/ 51302 w 126359"/>
                <a:gd name="csY12" fmla="*/ 123359 h 128777"/>
                <a:gd name="csX13" fmla="*/ 16420 w 126359"/>
                <a:gd name="csY13" fmla="*/ 86515 h 128777"/>
                <a:gd name="csX14" fmla="*/ 37954 w 126359"/>
                <a:gd name="csY14" fmla="*/ 26997 h 128777"/>
                <a:gd name="csX15" fmla="*/ 81379 w 126359"/>
                <a:gd name="csY15" fmla="*/ 5564 h 128777"/>
                <a:gd name="csX16" fmla="*/ 110033 w 126359"/>
                <a:gd name="csY16" fmla="*/ 39751 h 128777"/>
                <a:gd name="csX17" fmla="*/ 109499 w 126359"/>
                <a:gd name="csY17" fmla="*/ 48785 h 128777"/>
                <a:gd name="csX18" fmla="*/ 112168 w 126359"/>
                <a:gd name="csY18" fmla="*/ 50556 h 128777"/>
                <a:gd name="csX19" fmla="*/ 115372 w 126359"/>
                <a:gd name="csY19" fmla="*/ 47013 h 128777"/>
                <a:gd name="csX20" fmla="*/ 126584 w 126359"/>
                <a:gd name="csY20" fmla="*/ 1844 h 128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6359" h="128777">
                  <a:moveTo>
                    <a:pt x="126584" y="1844"/>
                  </a:moveTo>
                  <a:cubicBezTo>
                    <a:pt x="126584" y="1312"/>
                    <a:pt x="126228" y="72"/>
                    <a:pt x="124626" y="72"/>
                  </a:cubicBezTo>
                  <a:cubicBezTo>
                    <a:pt x="124092" y="72"/>
                    <a:pt x="123914" y="249"/>
                    <a:pt x="121957" y="2198"/>
                  </a:cubicBezTo>
                  <a:lnTo>
                    <a:pt x="109499" y="15837"/>
                  </a:lnTo>
                  <a:cubicBezTo>
                    <a:pt x="107897" y="13358"/>
                    <a:pt x="99710" y="72"/>
                    <a:pt x="79955" y="72"/>
                  </a:cubicBezTo>
                  <a:cubicBezTo>
                    <a:pt x="40268" y="72"/>
                    <a:pt x="224" y="39219"/>
                    <a:pt x="224" y="80315"/>
                  </a:cubicBezTo>
                  <a:cubicBezTo>
                    <a:pt x="224" y="109542"/>
                    <a:pt x="21225" y="128850"/>
                    <a:pt x="48454" y="128850"/>
                  </a:cubicBezTo>
                  <a:cubicBezTo>
                    <a:pt x="63938" y="128850"/>
                    <a:pt x="77464" y="121765"/>
                    <a:pt x="86896" y="113616"/>
                  </a:cubicBezTo>
                  <a:cubicBezTo>
                    <a:pt x="103448" y="99091"/>
                    <a:pt x="106473" y="82972"/>
                    <a:pt x="106473" y="82440"/>
                  </a:cubicBezTo>
                  <a:cubicBezTo>
                    <a:pt x="106473" y="80669"/>
                    <a:pt x="104693" y="80669"/>
                    <a:pt x="104337" y="80669"/>
                  </a:cubicBezTo>
                  <a:cubicBezTo>
                    <a:pt x="103270" y="80669"/>
                    <a:pt x="102380" y="81023"/>
                    <a:pt x="102024" y="82440"/>
                  </a:cubicBezTo>
                  <a:cubicBezTo>
                    <a:pt x="100422" y="87577"/>
                    <a:pt x="96329" y="100154"/>
                    <a:pt x="84049" y="110428"/>
                  </a:cubicBezTo>
                  <a:cubicBezTo>
                    <a:pt x="71769" y="120348"/>
                    <a:pt x="60557" y="123359"/>
                    <a:pt x="51302" y="123359"/>
                  </a:cubicBezTo>
                  <a:cubicBezTo>
                    <a:pt x="35285" y="123359"/>
                    <a:pt x="16420" y="114148"/>
                    <a:pt x="16420" y="86515"/>
                  </a:cubicBezTo>
                  <a:cubicBezTo>
                    <a:pt x="16420" y="76418"/>
                    <a:pt x="20157" y="47722"/>
                    <a:pt x="37954" y="26997"/>
                  </a:cubicBezTo>
                  <a:cubicBezTo>
                    <a:pt x="48810" y="14420"/>
                    <a:pt x="65540" y="5564"/>
                    <a:pt x="81379" y="5564"/>
                  </a:cubicBezTo>
                  <a:cubicBezTo>
                    <a:pt x="99532" y="5564"/>
                    <a:pt x="110033" y="19203"/>
                    <a:pt x="110033" y="39751"/>
                  </a:cubicBezTo>
                  <a:cubicBezTo>
                    <a:pt x="110033" y="46836"/>
                    <a:pt x="109499" y="47013"/>
                    <a:pt x="109499" y="48785"/>
                  </a:cubicBezTo>
                  <a:cubicBezTo>
                    <a:pt x="109499" y="50556"/>
                    <a:pt x="111456" y="50556"/>
                    <a:pt x="112168" y="50556"/>
                  </a:cubicBezTo>
                  <a:cubicBezTo>
                    <a:pt x="114482" y="50556"/>
                    <a:pt x="114482" y="50202"/>
                    <a:pt x="115372" y="47013"/>
                  </a:cubicBezTo>
                  <a:lnTo>
                    <a:pt x="126584" y="1844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7FC0FF47-61BA-9B50-F31F-9AC09D73758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681476" y="3770951"/>
              <a:ext cx="55064" cy="82332"/>
            </a:xfrm>
            <a:custGeom>
              <a:avLst/>
              <a:gdLst>
                <a:gd name="csX0" fmla="*/ 55296 w 55064"/>
                <a:gd name="csY0" fmla="*/ 59839 h 82332"/>
                <a:gd name="csX1" fmla="*/ 51060 w 55064"/>
                <a:gd name="csY1" fmla="*/ 59839 h 82332"/>
                <a:gd name="csX2" fmla="*/ 47821 w 55064"/>
                <a:gd name="csY2" fmla="*/ 71123 h 82332"/>
                <a:gd name="csX3" fmla="*/ 35488 w 55064"/>
                <a:gd name="csY3" fmla="*/ 71867 h 82332"/>
                <a:gd name="csX4" fmla="*/ 12565 w 55064"/>
                <a:gd name="csY4" fmla="*/ 71867 h 82332"/>
                <a:gd name="csX5" fmla="*/ 37481 w 55064"/>
                <a:gd name="csY5" fmla="*/ 51036 h 82332"/>
                <a:gd name="csX6" fmla="*/ 55296 w 55064"/>
                <a:gd name="csY6" fmla="*/ 24253 h 82332"/>
                <a:gd name="csX7" fmla="*/ 26144 w 55064"/>
                <a:gd name="csY7" fmla="*/ 74 h 82332"/>
                <a:gd name="csX8" fmla="*/ 231 w 55064"/>
                <a:gd name="csY8" fmla="*/ 22269 h 82332"/>
                <a:gd name="csX9" fmla="*/ 6834 w 55064"/>
                <a:gd name="csY9" fmla="*/ 29213 h 82332"/>
                <a:gd name="csX10" fmla="*/ 13437 w 55064"/>
                <a:gd name="csY10" fmla="*/ 22641 h 82332"/>
                <a:gd name="csX11" fmla="*/ 6087 w 55064"/>
                <a:gd name="csY11" fmla="*/ 16069 h 82332"/>
                <a:gd name="csX12" fmla="*/ 24275 w 55064"/>
                <a:gd name="csY12" fmla="*/ 4538 h 82332"/>
                <a:gd name="csX13" fmla="*/ 43211 w 55064"/>
                <a:gd name="csY13" fmla="*/ 24253 h 82332"/>
                <a:gd name="csX14" fmla="*/ 31501 w 55064"/>
                <a:gd name="csY14" fmla="*/ 48060 h 82332"/>
                <a:gd name="csX15" fmla="*/ 1477 w 55064"/>
                <a:gd name="csY15" fmla="*/ 77571 h 82332"/>
                <a:gd name="csX16" fmla="*/ 231 w 55064"/>
                <a:gd name="csY16" fmla="*/ 82407 h 82332"/>
                <a:gd name="csX17" fmla="*/ 51558 w 55064"/>
                <a:gd name="csY17" fmla="*/ 82407 h 82332"/>
                <a:gd name="csX18" fmla="*/ 55296 w 55064"/>
                <a:gd name="csY18" fmla="*/ 59839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5064" h="82332">
                  <a:moveTo>
                    <a:pt x="55296" y="59839"/>
                  </a:moveTo>
                  <a:lnTo>
                    <a:pt x="51060" y="59839"/>
                  </a:lnTo>
                  <a:cubicBezTo>
                    <a:pt x="50686" y="62567"/>
                    <a:pt x="49440" y="69883"/>
                    <a:pt x="47821" y="71123"/>
                  </a:cubicBezTo>
                  <a:cubicBezTo>
                    <a:pt x="46824" y="71867"/>
                    <a:pt x="37232" y="71867"/>
                    <a:pt x="35488" y="71867"/>
                  </a:cubicBezTo>
                  <a:lnTo>
                    <a:pt x="12565" y="71867"/>
                  </a:lnTo>
                  <a:cubicBezTo>
                    <a:pt x="25646" y="60335"/>
                    <a:pt x="30006" y="56864"/>
                    <a:pt x="37481" y="51036"/>
                  </a:cubicBezTo>
                  <a:cubicBezTo>
                    <a:pt x="46700" y="43720"/>
                    <a:pt x="55296" y="36032"/>
                    <a:pt x="55296" y="24253"/>
                  </a:cubicBezTo>
                  <a:cubicBezTo>
                    <a:pt x="55296" y="9249"/>
                    <a:pt x="42090" y="74"/>
                    <a:pt x="26144" y="74"/>
                  </a:cubicBezTo>
                  <a:cubicBezTo>
                    <a:pt x="10696" y="74"/>
                    <a:pt x="231" y="10861"/>
                    <a:pt x="231" y="22269"/>
                  </a:cubicBezTo>
                  <a:cubicBezTo>
                    <a:pt x="231" y="28593"/>
                    <a:pt x="5588" y="29213"/>
                    <a:pt x="6834" y="29213"/>
                  </a:cubicBezTo>
                  <a:cubicBezTo>
                    <a:pt x="9824" y="29213"/>
                    <a:pt x="13437" y="27105"/>
                    <a:pt x="13437" y="22641"/>
                  </a:cubicBezTo>
                  <a:cubicBezTo>
                    <a:pt x="13437" y="20409"/>
                    <a:pt x="12565" y="16069"/>
                    <a:pt x="6087" y="16069"/>
                  </a:cubicBezTo>
                  <a:cubicBezTo>
                    <a:pt x="9949" y="7266"/>
                    <a:pt x="18420" y="4538"/>
                    <a:pt x="24275" y="4538"/>
                  </a:cubicBezTo>
                  <a:cubicBezTo>
                    <a:pt x="36733" y="4538"/>
                    <a:pt x="43211" y="14209"/>
                    <a:pt x="43211" y="24253"/>
                  </a:cubicBezTo>
                  <a:cubicBezTo>
                    <a:pt x="43211" y="35040"/>
                    <a:pt x="35488" y="43596"/>
                    <a:pt x="31501" y="48060"/>
                  </a:cubicBezTo>
                  <a:lnTo>
                    <a:pt x="1477" y="77571"/>
                  </a:lnTo>
                  <a:cubicBezTo>
                    <a:pt x="231" y="78687"/>
                    <a:pt x="231" y="78935"/>
                    <a:pt x="231" y="82407"/>
                  </a:cubicBezTo>
                  <a:lnTo>
                    <a:pt x="51558" y="82407"/>
                  </a:lnTo>
                  <a:lnTo>
                    <a:pt x="55296" y="59839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0EF0F3D-1845-3549-716E-89C019A2B6A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812869" y="3761705"/>
              <a:ext cx="118350" cy="41449"/>
            </a:xfrm>
            <a:custGeom>
              <a:avLst/>
              <a:gdLst>
                <a:gd name="csX0" fmla="*/ 112539 w 118350"/>
                <a:gd name="csY0" fmla="*/ 7158 h 41449"/>
                <a:gd name="csX1" fmla="*/ 118590 w 118350"/>
                <a:gd name="csY1" fmla="*/ 3615 h 41449"/>
                <a:gd name="csX2" fmla="*/ 112716 w 118350"/>
                <a:gd name="csY2" fmla="*/ 72 h 41449"/>
                <a:gd name="csX3" fmla="*/ 6112 w 118350"/>
                <a:gd name="csY3" fmla="*/ 72 h 41449"/>
                <a:gd name="csX4" fmla="*/ 239 w 118350"/>
                <a:gd name="csY4" fmla="*/ 3615 h 41449"/>
                <a:gd name="csX5" fmla="*/ 6290 w 118350"/>
                <a:gd name="csY5" fmla="*/ 7158 h 41449"/>
                <a:gd name="csX6" fmla="*/ 112539 w 118350"/>
                <a:gd name="csY6" fmla="*/ 7158 h 41449"/>
                <a:gd name="csX7" fmla="*/ 112716 w 118350"/>
                <a:gd name="csY7" fmla="*/ 41522 h 41449"/>
                <a:gd name="csX8" fmla="*/ 118590 w 118350"/>
                <a:gd name="csY8" fmla="*/ 37979 h 41449"/>
                <a:gd name="csX9" fmla="*/ 112539 w 118350"/>
                <a:gd name="csY9" fmla="*/ 34437 h 41449"/>
                <a:gd name="csX10" fmla="*/ 6290 w 118350"/>
                <a:gd name="csY10" fmla="*/ 34437 h 41449"/>
                <a:gd name="csX11" fmla="*/ 239 w 118350"/>
                <a:gd name="csY11" fmla="*/ 37979 h 41449"/>
                <a:gd name="csX12" fmla="*/ 6112 w 118350"/>
                <a:gd name="csY12" fmla="*/ 41522 h 41449"/>
                <a:gd name="csX13" fmla="*/ 112716 w 118350"/>
                <a:gd name="csY13" fmla="*/ 41522 h 41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8350" h="41449">
                  <a:moveTo>
                    <a:pt x="112539" y="7158"/>
                  </a:moveTo>
                  <a:cubicBezTo>
                    <a:pt x="115208" y="7158"/>
                    <a:pt x="118590" y="7158"/>
                    <a:pt x="118590" y="3615"/>
                  </a:cubicBezTo>
                  <a:cubicBezTo>
                    <a:pt x="118590" y="72"/>
                    <a:pt x="115208" y="72"/>
                    <a:pt x="112716" y="72"/>
                  </a:cubicBezTo>
                  <a:lnTo>
                    <a:pt x="6112" y="72"/>
                  </a:lnTo>
                  <a:cubicBezTo>
                    <a:pt x="3620" y="72"/>
                    <a:pt x="239" y="72"/>
                    <a:pt x="239" y="3615"/>
                  </a:cubicBezTo>
                  <a:cubicBezTo>
                    <a:pt x="239" y="7158"/>
                    <a:pt x="3620" y="7158"/>
                    <a:pt x="6290" y="7158"/>
                  </a:cubicBezTo>
                  <a:lnTo>
                    <a:pt x="112539" y="7158"/>
                  </a:lnTo>
                  <a:close/>
                  <a:moveTo>
                    <a:pt x="112716" y="41522"/>
                  </a:moveTo>
                  <a:cubicBezTo>
                    <a:pt x="115208" y="41522"/>
                    <a:pt x="118590" y="41522"/>
                    <a:pt x="118590" y="37979"/>
                  </a:cubicBezTo>
                  <a:cubicBezTo>
                    <a:pt x="118590" y="34437"/>
                    <a:pt x="115208" y="34437"/>
                    <a:pt x="112539" y="34437"/>
                  </a:cubicBezTo>
                  <a:lnTo>
                    <a:pt x="6290" y="34437"/>
                  </a:lnTo>
                  <a:cubicBezTo>
                    <a:pt x="3620" y="34437"/>
                    <a:pt x="239" y="34437"/>
                    <a:pt x="239" y="37979"/>
                  </a:cubicBezTo>
                  <a:cubicBezTo>
                    <a:pt x="239" y="41522"/>
                    <a:pt x="3620" y="41522"/>
                    <a:pt x="6112" y="41522"/>
                  </a:cubicBezTo>
                  <a:lnTo>
                    <a:pt x="112716" y="41522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D60C621-082D-271B-5960-1F33C612F33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006600" y="3708742"/>
              <a:ext cx="58730" cy="117972"/>
            </a:xfrm>
            <a:custGeom>
              <a:avLst/>
              <a:gdLst>
                <a:gd name="csX0" fmla="*/ 36733 w 58730"/>
                <a:gd name="csY0" fmla="*/ 4678 h 117972"/>
                <a:gd name="csX1" fmla="*/ 32640 w 58730"/>
                <a:gd name="csY1" fmla="*/ 72 h 117972"/>
                <a:gd name="csX2" fmla="*/ 249 w 58730"/>
                <a:gd name="csY2" fmla="*/ 11409 h 117972"/>
                <a:gd name="csX3" fmla="*/ 249 w 58730"/>
                <a:gd name="csY3" fmla="*/ 16900 h 117972"/>
                <a:gd name="csX4" fmla="*/ 23563 w 58730"/>
                <a:gd name="csY4" fmla="*/ 12295 h 117972"/>
                <a:gd name="csX5" fmla="*/ 23563 w 58730"/>
                <a:gd name="csY5" fmla="*/ 104051 h 117972"/>
                <a:gd name="csX6" fmla="*/ 7012 w 58730"/>
                <a:gd name="csY6" fmla="*/ 112554 h 117972"/>
                <a:gd name="csX7" fmla="*/ 1317 w 58730"/>
                <a:gd name="csY7" fmla="*/ 112554 h 117972"/>
                <a:gd name="csX8" fmla="*/ 1317 w 58730"/>
                <a:gd name="csY8" fmla="*/ 118045 h 117972"/>
                <a:gd name="csX9" fmla="*/ 30148 w 58730"/>
                <a:gd name="csY9" fmla="*/ 117513 h 117972"/>
                <a:gd name="csX10" fmla="*/ 58980 w 58730"/>
                <a:gd name="csY10" fmla="*/ 118045 h 117972"/>
                <a:gd name="csX11" fmla="*/ 58980 w 58730"/>
                <a:gd name="csY11" fmla="*/ 112554 h 117972"/>
                <a:gd name="csX12" fmla="*/ 53285 w 58730"/>
                <a:gd name="csY12" fmla="*/ 112554 h 117972"/>
                <a:gd name="csX13" fmla="*/ 36733 w 58730"/>
                <a:gd name="csY13" fmla="*/ 104051 h 117972"/>
                <a:gd name="csX14" fmla="*/ 36733 w 58730"/>
                <a:gd name="csY14" fmla="*/ 4678 h 117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8730" h="117972">
                  <a:moveTo>
                    <a:pt x="36733" y="4678"/>
                  </a:moveTo>
                  <a:cubicBezTo>
                    <a:pt x="36733" y="427"/>
                    <a:pt x="36733" y="72"/>
                    <a:pt x="32640" y="72"/>
                  </a:cubicBezTo>
                  <a:cubicBezTo>
                    <a:pt x="21606" y="11409"/>
                    <a:pt x="5944" y="11409"/>
                    <a:pt x="249" y="11409"/>
                  </a:cubicBezTo>
                  <a:lnTo>
                    <a:pt x="249" y="16900"/>
                  </a:lnTo>
                  <a:cubicBezTo>
                    <a:pt x="3809" y="16900"/>
                    <a:pt x="14309" y="16900"/>
                    <a:pt x="23563" y="12295"/>
                  </a:cubicBezTo>
                  <a:lnTo>
                    <a:pt x="23563" y="104051"/>
                  </a:lnTo>
                  <a:cubicBezTo>
                    <a:pt x="23563" y="110428"/>
                    <a:pt x="23029" y="112554"/>
                    <a:pt x="7012" y="112554"/>
                  </a:cubicBezTo>
                  <a:lnTo>
                    <a:pt x="1317" y="112554"/>
                  </a:lnTo>
                  <a:lnTo>
                    <a:pt x="1317" y="118045"/>
                  </a:lnTo>
                  <a:cubicBezTo>
                    <a:pt x="7546" y="117513"/>
                    <a:pt x="23029" y="117513"/>
                    <a:pt x="30148" y="117513"/>
                  </a:cubicBezTo>
                  <a:cubicBezTo>
                    <a:pt x="37267" y="117513"/>
                    <a:pt x="52751" y="117513"/>
                    <a:pt x="58980" y="118045"/>
                  </a:cubicBezTo>
                  <a:lnTo>
                    <a:pt x="58980" y="112554"/>
                  </a:lnTo>
                  <a:lnTo>
                    <a:pt x="53285" y="112554"/>
                  </a:lnTo>
                  <a:cubicBezTo>
                    <a:pt x="37267" y="112554"/>
                    <a:pt x="36733" y="110605"/>
                    <a:pt x="36733" y="104051"/>
                  </a:cubicBezTo>
                  <a:lnTo>
                    <a:pt x="36733" y="4678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CDF30B9A-2B71-7DF5-42D3-2FA1489C63F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086688" y="3708742"/>
              <a:ext cx="74925" cy="121869"/>
            </a:xfrm>
            <a:custGeom>
              <a:avLst/>
              <a:gdLst>
                <a:gd name="csX0" fmla="*/ 75180 w 74925"/>
                <a:gd name="csY0" fmla="*/ 61361 h 121869"/>
                <a:gd name="csX1" fmla="*/ 68061 w 74925"/>
                <a:gd name="csY1" fmla="*/ 19912 h 121869"/>
                <a:gd name="csX2" fmla="*/ 37806 w 74925"/>
                <a:gd name="csY2" fmla="*/ 72 h 121869"/>
                <a:gd name="csX3" fmla="*/ 6839 w 74925"/>
                <a:gd name="csY3" fmla="*/ 21152 h 121869"/>
                <a:gd name="csX4" fmla="*/ 254 w 74925"/>
                <a:gd name="csY4" fmla="*/ 61361 h 121869"/>
                <a:gd name="csX5" fmla="*/ 8263 w 74925"/>
                <a:gd name="csY5" fmla="*/ 104051 h 121869"/>
                <a:gd name="csX6" fmla="*/ 37628 w 74925"/>
                <a:gd name="csY6" fmla="*/ 121942 h 121869"/>
                <a:gd name="csX7" fmla="*/ 68595 w 74925"/>
                <a:gd name="csY7" fmla="*/ 101394 h 121869"/>
                <a:gd name="csX8" fmla="*/ 75180 w 74925"/>
                <a:gd name="csY8" fmla="*/ 61361 h 121869"/>
                <a:gd name="csX9" fmla="*/ 37628 w 74925"/>
                <a:gd name="csY9" fmla="*/ 118045 h 121869"/>
                <a:gd name="csX10" fmla="*/ 16983 w 74925"/>
                <a:gd name="csY10" fmla="*/ 96611 h 121869"/>
                <a:gd name="csX11" fmla="*/ 15026 w 74925"/>
                <a:gd name="csY11" fmla="*/ 59236 h 121869"/>
                <a:gd name="csX12" fmla="*/ 16450 w 74925"/>
                <a:gd name="csY12" fmla="*/ 26643 h 121869"/>
                <a:gd name="csX13" fmla="*/ 37628 w 74925"/>
                <a:gd name="csY13" fmla="*/ 3969 h 121869"/>
                <a:gd name="csX14" fmla="*/ 58629 w 74925"/>
                <a:gd name="csY14" fmla="*/ 24694 h 121869"/>
                <a:gd name="csX15" fmla="*/ 60408 w 74925"/>
                <a:gd name="csY15" fmla="*/ 59236 h 121869"/>
                <a:gd name="csX16" fmla="*/ 58451 w 74925"/>
                <a:gd name="csY16" fmla="*/ 95903 h 121869"/>
                <a:gd name="csX17" fmla="*/ 37628 w 74925"/>
                <a:gd name="csY17" fmla="*/ 118045 h 121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925" h="121869">
                  <a:moveTo>
                    <a:pt x="75180" y="61361"/>
                  </a:moveTo>
                  <a:cubicBezTo>
                    <a:pt x="75180" y="47190"/>
                    <a:pt x="74290" y="33020"/>
                    <a:pt x="68061" y="19912"/>
                  </a:cubicBezTo>
                  <a:cubicBezTo>
                    <a:pt x="59875" y="2907"/>
                    <a:pt x="45281" y="72"/>
                    <a:pt x="37806" y="72"/>
                  </a:cubicBezTo>
                  <a:cubicBezTo>
                    <a:pt x="27128" y="72"/>
                    <a:pt x="14136" y="4678"/>
                    <a:pt x="6839" y="21152"/>
                  </a:cubicBezTo>
                  <a:cubicBezTo>
                    <a:pt x="1144" y="33374"/>
                    <a:pt x="254" y="47190"/>
                    <a:pt x="254" y="61361"/>
                  </a:cubicBezTo>
                  <a:cubicBezTo>
                    <a:pt x="254" y="74647"/>
                    <a:pt x="966" y="90589"/>
                    <a:pt x="8263" y="104051"/>
                  </a:cubicBezTo>
                  <a:cubicBezTo>
                    <a:pt x="15916" y="118399"/>
                    <a:pt x="28908" y="121942"/>
                    <a:pt x="37628" y="121942"/>
                  </a:cubicBezTo>
                  <a:cubicBezTo>
                    <a:pt x="47239" y="121942"/>
                    <a:pt x="60764" y="118222"/>
                    <a:pt x="68595" y="101394"/>
                  </a:cubicBezTo>
                  <a:cubicBezTo>
                    <a:pt x="74290" y="89172"/>
                    <a:pt x="75180" y="75355"/>
                    <a:pt x="75180" y="61361"/>
                  </a:cubicBezTo>
                  <a:close/>
                  <a:moveTo>
                    <a:pt x="37628" y="118045"/>
                  </a:moveTo>
                  <a:cubicBezTo>
                    <a:pt x="30687" y="118045"/>
                    <a:pt x="20187" y="113616"/>
                    <a:pt x="16983" y="96611"/>
                  </a:cubicBezTo>
                  <a:cubicBezTo>
                    <a:pt x="15026" y="85983"/>
                    <a:pt x="15026" y="69687"/>
                    <a:pt x="15026" y="59236"/>
                  </a:cubicBezTo>
                  <a:cubicBezTo>
                    <a:pt x="15026" y="47899"/>
                    <a:pt x="15026" y="36208"/>
                    <a:pt x="16450" y="26643"/>
                  </a:cubicBezTo>
                  <a:cubicBezTo>
                    <a:pt x="19831" y="5564"/>
                    <a:pt x="33179" y="3969"/>
                    <a:pt x="37628" y="3969"/>
                  </a:cubicBezTo>
                  <a:cubicBezTo>
                    <a:pt x="43501" y="3969"/>
                    <a:pt x="55247" y="7158"/>
                    <a:pt x="58629" y="24694"/>
                  </a:cubicBezTo>
                  <a:cubicBezTo>
                    <a:pt x="60408" y="34614"/>
                    <a:pt x="60408" y="48076"/>
                    <a:pt x="60408" y="59236"/>
                  </a:cubicBezTo>
                  <a:cubicBezTo>
                    <a:pt x="60408" y="72521"/>
                    <a:pt x="60408" y="84566"/>
                    <a:pt x="58451" y="95903"/>
                  </a:cubicBezTo>
                  <a:cubicBezTo>
                    <a:pt x="55781" y="112731"/>
                    <a:pt x="45637" y="118045"/>
                    <a:pt x="37628" y="118045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058ED31C-3EEF-D6AA-91AB-224898C99F0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182188" y="3719477"/>
              <a:ext cx="84216" cy="6075"/>
            </a:xfrm>
            <a:custGeom>
              <a:avLst/>
              <a:gdLst>
                <a:gd name="csX0" fmla="*/ 79492 w 84216"/>
                <a:gd name="csY0" fmla="*/ 6144 h 6075"/>
                <a:gd name="csX1" fmla="*/ 84475 w 84216"/>
                <a:gd name="csY1" fmla="*/ 3168 h 6075"/>
                <a:gd name="csX2" fmla="*/ 79492 w 84216"/>
                <a:gd name="csY2" fmla="*/ 68 h 6075"/>
                <a:gd name="csX3" fmla="*/ 5242 w 84216"/>
                <a:gd name="csY3" fmla="*/ 68 h 6075"/>
                <a:gd name="csX4" fmla="*/ 259 w 84216"/>
                <a:gd name="csY4" fmla="*/ 3044 h 6075"/>
                <a:gd name="csX5" fmla="*/ 5242 w 84216"/>
                <a:gd name="csY5" fmla="*/ 6144 h 6075"/>
                <a:gd name="csX6" fmla="*/ 79492 w 84216"/>
                <a:gd name="csY6" fmla="*/ 6144 h 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4216" h="6075">
                  <a:moveTo>
                    <a:pt x="79492" y="6144"/>
                  </a:moveTo>
                  <a:cubicBezTo>
                    <a:pt x="81485" y="6144"/>
                    <a:pt x="84475" y="6144"/>
                    <a:pt x="84475" y="3168"/>
                  </a:cubicBezTo>
                  <a:cubicBezTo>
                    <a:pt x="84475" y="68"/>
                    <a:pt x="81610" y="68"/>
                    <a:pt x="79492" y="68"/>
                  </a:cubicBezTo>
                  <a:lnTo>
                    <a:pt x="5242" y="68"/>
                  </a:lnTo>
                  <a:cubicBezTo>
                    <a:pt x="3249" y="68"/>
                    <a:pt x="259" y="68"/>
                    <a:pt x="259" y="3044"/>
                  </a:cubicBezTo>
                  <a:cubicBezTo>
                    <a:pt x="259" y="6144"/>
                    <a:pt x="3124" y="6144"/>
                    <a:pt x="5242" y="6144"/>
                  </a:cubicBezTo>
                  <a:lnTo>
                    <a:pt x="79492" y="6144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F59C34B5-4D62-CEBF-BE2C-BB088DAEDD1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286693" y="3671243"/>
              <a:ext cx="57306" cy="84812"/>
            </a:xfrm>
            <a:custGeom>
              <a:avLst/>
              <a:gdLst>
                <a:gd name="csX0" fmla="*/ 37764 w 57306"/>
                <a:gd name="csY0" fmla="*/ 37639 h 84812"/>
                <a:gd name="csX1" fmla="*/ 53710 w 57306"/>
                <a:gd name="csY1" fmla="*/ 18544 h 84812"/>
                <a:gd name="csX2" fmla="*/ 29043 w 57306"/>
                <a:gd name="csY2" fmla="*/ 68 h 84812"/>
                <a:gd name="csX3" fmla="*/ 4127 w 57306"/>
                <a:gd name="csY3" fmla="*/ 20775 h 84812"/>
                <a:gd name="csX4" fmla="*/ 9111 w 57306"/>
                <a:gd name="csY4" fmla="*/ 33299 h 84812"/>
                <a:gd name="csX5" fmla="*/ 19575 w 57306"/>
                <a:gd name="csY5" fmla="*/ 40739 h 84812"/>
                <a:gd name="csX6" fmla="*/ 265 w 57306"/>
                <a:gd name="csY6" fmla="*/ 63430 h 84812"/>
                <a:gd name="csX7" fmla="*/ 28794 w 57306"/>
                <a:gd name="csY7" fmla="*/ 84881 h 84812"/>
                <a:gd name="csX8" fmla="*/ 57572 w 57306"/>
                <a:gd name="csY8" fmla="*/ 61446 h 84812"/>
                <a:gd name="csX9" fmla="*/ 45488 w 57306"/>
                <a:gd name="csY9" fmla="*/ 42103 h 84812"/>
                <a:gd name="csX10" fmla="*/ 37764 w 57306"/>
                <a:gd name="csY10" fmla="*/ 37639 h 84812"/>
                <a:gd name="csX11" fmla="*/ 17457 w 57306"/>
                <a:gd name="csY11" fmla="*/ 25859 h 84812"/>
                <a:gd name="csX12" fmla="*/ 10730 w 57306"/>
                <a:gd name="csY12" fmla="*/ 16064 h 84812"/>
                <a:gd name="csX13" fmla="*/ 28794 w 57306"/>
                <a:gd name="csY13" fmla="*/ 3664 h 84812"/>
                <a:gd name="csX14" fmla="*/ 47107 w 57306"/>
                <a:gd name="csY14" fmla="*/ 18544 h 84812"/>
                <a:gd name="csX15" fmla="*/ 33902 w 57306"/>
                <a:gd name="csY15" fmla="*/ 35159 h 84812"/>
                <a:gd name="csX16" fmla="*/ 32532 w 57306"/>
                <a:gd name="csY16" fmla="*/ 34539 h 84812"/>
                <a:gd name="csX17" fmla="*/ 17457 w 57306"/>
                <a:gd name="csY17" fmla="*/ 25859 h 84812"/>
                <a:gd name="csX18" fmla="*/ 23562 w 57306"/>
                <a:gd name="csY18" fmla="*/ 43095 h 84812"/>
                <a:gd name="csX19" fmla="*/ 40629 w 57306"/>
                <a:gd name="csY19" fmla="*/ 52890 h 84812"/>
                <a:gd name="csX20" fmla="*/ 50097 w 57306"/>
                <a:gd name="csY20" fmla="*/ 65786 h 84812"/>
                <a:gd name="csX21" fmla="*/ 29043 w 57306"/>
                <a:gd name="csY21" fmla="*/ 80913 h 84812"/>
                <a:gd name="csX22" fmla="*/ 7740 w 57306"/>
                <a:gd name="csY22" fmla="*/ 63430 h 84812"/>
                <a:gd name="csX23" fmla="*/ 23562 w 57306"/>
                <a:gd name="csY23" fmla="*/ 43095 h 84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57306" h="84812">
                  <a:moveTo>
                    <a:pt x="37764" y="37639"/>
                  </a:moveTo>
                  <a:cubicBezTo>
                    <a:pt x="47481" y="32927"/>
                    <a:pt x="53710" y="27099"/>
                    <a:pt x="53710" y="18544"/>
                  </a:cubicBezTo>
                  <a:cubicBezTo>
                    <a:pt x="53710" y="6516"/>
                    <a:pt x="41128" y="68"/>
                    <a:pt x="29043" y="68"/>
                  </a:cubicBezTo>
                  <a:cubicBezTo>
                    <a:pt x="15339" y="68"/>
                    <a:pt x="4127" y="8996"/>
                    <a:pt x="4127" y="20775"/>
                  </a:cubicBezTo>
                  <a:cubicBezTo>
                    <a:pt x="4127" y="26603"/>
                    <a:pt x="6868" y="30819"/>
                    <a:pt x="9111" y="33299"/>
                  </a:cubicBezTo>
                  <a:cubicBezTo>
                    <a:pt x="11353" y="35903"/>
                    <a:pt x="12225" y="36399"/>
                    <a:pt x="19575" y="40739"/>
                  </a:cubicBezTo>
                  <a:cubicBezTo>
                    <a:pt x="12599" y="43714"/>
                    <a:pt x="265" y="50410"/>
                    <a:pt x="265" y="63430"/>
                  </a:cubicBezTo>
                  <a:cubicBezTo>
                    <a:pt x="265" y="77193"/>
                    <a:pt x="14592" y="84881"/>
                    <a:pt x="28794" y="84881"/>
                  </a:cubicBezTo>
                  <a:cubicBezTo>
                    <a:pt x="44616" y="84881"/>
                    <a:pt x="57572" y="74837"/>
                    <a:pt x="57572" y="61446"/>
                  </a:cubicBezTo>
                  <a:cubicBezTo>
                    <a:pt x="57572" y="53262"/>
                    <a:pt x="52713" y="46318"/>
                    <a:pt x="45488" y="42103"/>
                  </a:cubicBezTo>
                  <a:cubicBezTo>
                    <a:pt x="43868" y="41111"/>
                    <a:pt x="39508" y="38631"/>
                    <a:pt x="37764" y="37639"/>
                  </a:cubicBezTo>
                  <a:close/>
                  <a:moveTo>
                    <a:pt x="17457" y="25859"/>
                  </a:moveTo>
                  <a:cubicBezTo>
                    <a:pt x="14218" y="23999"/>
                    <a:pt x="10730" y="20651"/>
                    <a:pt x="10730" y="16064"/>
                  </a:cubicBezTo>
                  <a:cubicBezTo>
                    <a:pt x="10730" y="8252"/>
                    <a:pt x="19824" y="3664"/>
                    <a:pt x="28794" y="3664"/>
                  </a:cubicBezTo>
                  <a:cubicBezTo>
                    <a:pt x="38511" y="3664"/>
                    <a:pt x="47107" y="9740"/>
                    <a:pt x="47107" y="18544"/>
                  </a:cubicBezTo>
                  <a:cubicBezTo>
                    <a:pt x="47107" y="29579"/>
                    <a:pt x="34151" y="35159"/>
                    <a:pt x="33902" y="35159"/>
                  </a:cubicBezTo>
                  <a:cubicBezTo>
                    <a:pt x="33653" y="35159"/>
                    <a:pt x="33404" y="35035"/>
                    <a:pt x="32532" y="34539"/>
                  </a:cubicBezTo>
                  <a:lnTo>
                    <a:pt x="17457" y="25859"/>
                  </a:lnTo>
                  <a:close/>
                  <a:moveTo>
                    <a:pt x="23562" y="43095"/>
                  </a:moveTo>
                  <a:lnTo>
                    <a:pt x="40629" y="52890"/>
                  </a:lnTo>
                  <a:cubicBezTo>
                    <a:pt x="43868" y="54750"/>
                    <a:pt x="50097" y="58470"/>
                    <a:pt x="50097" y="65786"/>
                  </a:cubicBezTo>
                  <a:cubicBezTo>
                    <a:pt x="50097" y="75085"/>
                    <a:pt x="39757" y="80913"/>
                    <a:pt x="29043" y="80913"/>
                  </a:cubicBezTo>
                  <a:cubicBezTo>
                    <a:pt x="17582" y="80913"/>
                    <a:pt x="7740" y="73597"/>
                    <a:pt x="7740" y="63430"/>
                  </a:cubicBezTo>
                  <a:cubicBezTo>
                    <a:pt x="7740" y="54254"/>
                    <a:pt x="14592" y="47186"/>
                    <a:pt x="23562" y="43095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F4B594C9-DA57-7EAF-A85F-F31E691376D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778161" y="3981532"/>
              <a:ext cx="41289" cy="177135"/>
            </a:xfrm>
            <a:custGeom>
              <a:avLst/>
              <a:gdLst>
                <a:gd name="csX0" fmla="*/ 41470 w 41289"/>
                <a:gd name="csY0" fmla="*/ 175453 h 177135"/>
                <a:gd name="csX1" fmla="*/ 38444 w 41289"/>
                <a:gd name="csY1" fmla="*/ 171556 h 177135"/>
                <a:gd name="csX2" fmla="*/ 10503 w 41289"/>
                <a:gd name="csY2" fmla="*/ 88656 h 177135"/>
                <a:gd name="csX3" fmla="*/ 39156 w 41289"/>
                <a:gd name="csY3" fmla="*/ 4871 h 177135"/>
                <a:gd name="csX4" fmla="*/ 41470 w 41289"/>
                <a:gd name="csY4" fmla="*/ 1860 h 177135"/>
                <a:gd name="csX5" fmla="*/ 39690 w 41289"/>
                <a:gd name="csY5" fmla="*/ 89 h 177135"/>
                <a:gd name="csX6" fmla="*/ 11392 w 41289"/>
                <a:gd name="csY6" fmla="*/ 34630 h 177135"/>
                <a:gd name="csX7" fmla="*/ 180 w 41289"/>
                <a:gd name="csY7" fmla="*/ 88656 h 177135"/>
                <a:gd name="csX8" fmla="*/ 11926 w 41289"/>
                <a:gd name="csY8" fmla="*/ 143923 h 177135"/>
                <a:gd name="csX9" fmla="*/ 39690 w 41289"/>
                <a:gd name="csY9" fmla="*/ 177224 h 177135"/>
                <a:gd name="csX10" fmla="*/ 41470 w 41289"/>
                <a:gd name="csY10" fmla="*/ 175453 h 177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1289" h="177135">
                  <a:moveTo>
                    <a:pt x="41470" y="175453"/>
                  </a:moveTo>
                  <a:cubicBezTo>
                    <a:pt x="41470" y="174922"/>
                    <a:pt x="41470" y="174567"/>
                    <a:pt x="38444" y="171556"/>
                  </a:cubicBezTo>
                  <a:cubicBezTo>
                    <a:pt x="16198" y="149237"/>
                    <a:pt x="10503" y="115758"/>
                    <a:pt x="10503" y="88656"/>
                  </a:cubicBezTo>
                  <a:cubicBezTo>
                    <a:pt x="10503" y="57835"/>
                    <a:pt x="17266" y="27013"/>
                    <a:pt x="39156" y="4871"/>
                  </a:cubicBezTo>
                  <a:cubicBezTo>
                    <a:pt x="41470" y="2746"/>
                    <a:pt x="41470" y="2391"/>
                    <a:pt x="41470" y="1860"/>
                  </a:cubicBezTo>
                  <a:cubicBezTo>
                    <a:pt x="41470" y="620"/>
                    <a:pt x="40758" y="89"/>
                    <a:pt x="39690" y="89"/>
                  </a:cubicBezTo>
                  <a:cubicBezTo>
                    <a:pt x="37910" y="89"/>
                    <a:pt x="21893" y="12134"/>
                    <a:pt x="11392" y="34630"/>
                  </a:cubicBezTo>
                  <a:cubicBezTo>
                    <a:pt x="2316" y="54115"/>
                    <a:pt x="180" y="73777"/>
                    <a:pt x="180" y="88656"/>
                  </a:cubicBezTo>
                  <a:cubicBezTo>
                    <a:pt x="180" y="102473"/>
                    <a:pt x="2138" y="123906"/>
                    <a:pt x="11926" y="143923"/>
                  </a:cubicBezTo>
                  <a:cubicBezTo>
                    <a:pt x="22605" y="165710"/>
                    <a:pt x="37910" y="177224"/>
                    <a:pt x="39690" y="177224"/>
                  </a:cubicBezTo>
                  <a:cubicBezTo>
                    <a:pt x="40758" y="177224"/>
                    <a:pt x="41470" y="176693"/>
                    <a:pt x="41470" y="175453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75DBBC52-DF79-4DF4-6B3B-6563D39ABB4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837050" y="3993400"/>
              <a:ext cx="127071" cy="124880"/>
            </a:xfrm>
            <a:custGeom>
              <a:avLst/>
              <a:gdLst>
                <a:gd name="csX0" fmla="*/ 59627 w 127071"/>
                <a:gd name="csY0" fmla="*/ 12311 h 124880"/>
                <a:gd name="csX1" fmla="*/ 64610 w 127071"/>
                <a:gd name="csY1" fmla="*/ 5757 h 124880"/>
                <a:gd name="csX2" fmla="*/ 75466 w 127071"/>
                <a:gd name="csY2" fmla="*/ 5580 h 124880"/>
                <a:gd name="csX3" fmla="*/ 107857 w 127071"/>
                <a:gd name="csY3" fmla="*/ 23116 h 124880"/>
                <a:gd name="csX4" fmla="*/ 98068 w 127071"/>
                <a:gd name="csY4" fmla="*/ 48269 h 124880"/>
                <a:gd name="csX5" fmla="*/ 67991 w 127071"/>
                <a:gd name="csY5" fmla="*/ 58543 h 124880"/>
                <a:gd name="csX6" fmla="*/ 48058 w 127071"/>
                <a:gd name="csY6" fmla="*/ 58543 h 124880"/>
                <a:gd name="csX7" fmla="*/ 59627 w 127071"/>
                <a:gd name="csY7" fmla="*/ 12311 h 124880"/>
                <a:gd name="csX8" fmla="*/ 85254 w 127071"/>
                <a:gd name="csY8" fmla="*/ 60846 h 124880"/>
                <a:gd name="csX9" fmla="*/ 124408 w 127071"/>
                <a:gd name="csY9" fmla="*/ 26659 h 124880"/>
                <a:gd name="csX10" fmla="*/ 85076 w 127071"/>
                <a:gd name="csY10" fmla="*/ 89 h 124880"/>
                <a:gd name="csX11" fmla="*/ 34355 w 127071"/>
                <a:gd name="csY11" fmla="*/ 89 h 124880"/>
                <a:gd name="csX12" fmla="*/ 29193 w 127071"/>
                <a:gd name="csY12" fmla="*/ 3631 h 124880"/>
                <a:gd name="csX13" fmla="*/ 34177 w 127071"/>
                <a:gd name="csY13" fmla="*/ 5580 h 124880"/>
                <a:gd name="csX14" fmla="*/ 40940 w 127071"/>
                <a:gd name="csY14" fmla="*/ 5934 h 124880"/>
                <a:gd name="csX15" fmla="*/ 45745 w 127071"/>
                <a:gd name="csY15" fmla="*/ 8768 h 124880"/>
                <a:gd name="csX16" fmla="*/ 45033 w 127071"/>
                <a:gd name="csY16" fmla="*/ 12134 h 124880"/>
                <a:gd name="csX17" fmla="*/ 21185 w 127071"/>
                <a:gd name="csY17" fmla="*/ 107256 h 124880"/>
                <a:gd name="csX18" fmla="*/ 4989 w 127071"/>
                <a:gd name="csY18" fmla="*/ 115581 h 124880"/>
                <a:gd name="csX19" fmla="*/ 184 w 127071"/>
                <a:gd name="csY19" fmla="*/ 119124 h 124880"/>
                <a:gd name="csX20" fmla="*/ 2676 w 127071"/>
                <a:gd name="csY20" fmla="*/ 121072 h 124880"/>
                <a:gd name="csX21" fmla="*/ 25100 w 127071"/>
                <a:gd name="csY21" fmla="*/ 120541 h 124880"/>
                <a:gd name="csX22" fmla="*/ 47702 w 127071"/>
                <a:gd name="csY22" fmla="*/ 121072 h 124880"/>
                <a:gd name="csX23" fmla="*/ 51262 w 127071"/>
                <a:gd name="csY23" fmla="*/ 117530 h 124880"/>
                <a:gd name="csX24" fmla="*/ 46279 w 127071"/>
                <a:gd name="csY24" fmla="*/ 115581 h 124880"/>
                <a:gd name="csX25" fmla="*/ 34711 w 127071"/>
                <a:gd name="csY25" fmla="*/ 112393 h 124880"/>
                <a:gd name="csX26" fmla="*/ 35245 w 127071"/>
                <a:gd name="csY26" fmla="*/ 109381 h 124880"/>
                <a:gd name="csX27" fmla="*/ 46991 w 127071"/>
                <a:gd name="csY27" fmla="*/ 62440 h 124880"/>
                <a:gd name="csX28" fmla="*/ 68169 w 127071"/>
                <a:gd name="csY28" fmla="*/ 62440 h 124880"/>
                <a:gd name="csX29" fmla="*/ 87568 w 127071"/>
                <a:gd name="csY29" fmla="*/ 78560 h 124880"/>
                <a:gd name="csX30" fmla="*/ 85076 w 127071"/>
                <a:gd name="csY30" fmla="*/ 90782 h 124880"/>
                <a:gd name="csX31" fmla="*/ 82229 w 127071"/>
                <a:gd name="csY31" fmla="*/ 105839 h 124880"/>
                <a:gd name="csX32" fmla="*/ 105899 w 127071"/>
                <a:gd name="csY32" fmla="*/ 124969 h 124880"/>
                <a:gd name="csX33" fmla="*/ 127256 w 127071"/>
                <a:gd name="csY33" fmla="*/ 104599 h 124880"/>
                <a:gd name="csX34" fmla="*/ 125120 w 127071"/>
                <a:gd name="csY34" fmla="*/ 102473 h 124880"/>
                <a:gd name="csX35" fmla="*/ 122806 w 127071"/>
                <a:gd name="csY35" fmla="*/ 104953 h 124880"/>
                <a:gd name="csX36" fmla="*/ 106611 w 127071"/>
                <a:gd name="csY36" fmla="*/ 121072 h 124880"/>
                <a:gd name="csX37" fmla="*/ 99492 w 127071"/>
                <a:gd name="csY37" fmla="*/ 110267 h 124880"/>
                <a:gd name="csX38" fmla="*/ 101272 w 127071"/>
                <a:gd name="csY38" fmla="*/ 90074 h 124880"/>
                <a:gd name="csX39" fmla="*/ 101984 w 127071"/>
                <a:gd name="csY39" fmla="*/ 81748 h 124880"/>
                <a:gd name="csX40" fmla="*/ 85254 w 127071"/>
                <a:gd name="csY40" fmla="*/ 60846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27071" h="124880">
                  <a:moveTo>
                    <a:pt x="59627" y="12311"/>
                  </a:moveTo>
                  <a:cubicBezTo>
                    <a:pt x="60694" y="8060"/>
                    <a:pt x="61228" y="6288"/>
                    <a:pt x="64610" y="5757"/>
                  </a:cubicBezTo>
                  <a:cubicBezTo>
                    <a:pt x="66212" y="5580"/>
                    <a:pt x="71907" y="5580"/>
                    <a:pt x="75466" y="5580"/>
                  </a:cubicBezTo>
                  <a:cubicBezTo>
                    <a:pt x="88102" y="5580"/>
                    <a:pt x="107857" y="5580"/>
                    <a:pt x="107857" y="23116"/>
                  </a:cubicBezTo>
                  <a:cubicBezTo>
                    <a:pt x="107857" y="29139"/>
                    <a:pt x="105009" y="41361"/>
                    <a:pt x="98068" y="48269"/>
                  </a:cubicBezTo>
                  <a:cubicBezTo>
                    <a:pt x="93441" y="52875"/>
                    <a:pt x="84009" y="58543"/>
                    <a:pt x="67991" y="58543"/>
                  </a:cubicBezTo>
                  <a:lnTo>
                    <a:pt x="48058" y="58543"/>
                  </a:lnTo>
                  <a:lnTo>
                    <a:pt x="59627" y="12311"/>
                  </a:lnTo>
                  <a:close/>
                  <a:moveTo>
                    <a:pt x="85254" y="60846"/>
                  </a:moveTo>
                  <a:cubicBezTo>
                    <a:pt x="103230" y="56949"/>
                    <a:pt x="124408" y="44550"/>
                    <a:pt x="124408" y="26659"/>
                  </a:cubicBezTo>
                  <a:cubicBezTo>
                    <a:pt x="124408" y="11425"/>
                    <a:pt x="108391" y="89"/>
                    <a:pt x="85076" y="89"/>
                  </a:cubicBezTo>
                  <a:lnTo>
                    <a:pt x="34355" y="89"/>
                  </a:lnTo>
                  <a:cubicBezTo>
                    <a:pt x="30795" y="89"/>
                    <a:pt x="29193" y="89"/>
                    <a:pt x="29193" y="3631"/>
                  </a:cubicBezTo>
                  <a:cubicBezTo>
                    <a:pt x="29193" y="5580"/>
                    <a:pt x="30795" y="5580"/>
                    <a:pt x="34177" y="5580"/>
                  </a:cubicBezTo>
                  <a:cubicBezTo>
                    <a:pt x="34533" y="5580"/>
                    <a:pt x="37914" y="5580"/>
                    <a:pt x="40940" y="5934"/>
                  </a:cubicBezTo>
                  <a:cubicBezTo>
                    <a:pt x="44143" y="6288"/>
                    <a:pt x="45745" y="6465"/>
                    <a:pt x="45745" y="8768"/>
                  </a:cubicBezTo>
                  <a:cubicBezTo>
                    <a:pt x="45745" y="9477"/>
                    <a:pt x="45567" y="10008"/>
                    <a:pt x="45033" y="12134"/>
                  </a:cubicBezTo>
                  <a:lnTo>
                    <a:pt x="21185" y="107256"/>
                  </a:lnTo>
                  <a:cubicBezTo>
                    <a:pt x="19405" y="114164"/>
                    <a:pt x="19049" y="115581"/>
                    <a:pt x="4989" y="115581"/>
                  </a:cubicBezTo>
                  <a:cubicBezTo>
                    <a:pt x="1786" y="115581"/>
                    <a:pt x="184" y="115581"/>
                    <a:pt x="184" y="119124"/>
                  </a:cubicBezTo>
                  <a:cubicBezTo>
                    <a:pt x="184" y="121072"/>
                    <a:pt x="2320" y="121072"/>
                    <a:pt x="2676" y="121072"/>
                  </a:cubicBezTo>
                  <a:cubicBezTo>
                    <a:pt x="7659" y="121072"/>
                    <a:pt x="20117" y="120541"/>
                    <a:pt x="25100" y="120541"/>
                  </a:cubicBezTo>
                  <a:cubicBezTo>
                    <a:pt x="30083" y="120541"/>
                    <a:pt x="42719" y="121072"/>
                    <a:pt x="47702" y="121072"/>
                  </a:cubicBezTo>
                  <a:cubicBezTo>
                    <a:pt x="49126" y="121072"/>
                    <a:pt x="51262" y="121072"/>
                    <a:pt x="51262" y="117530"/>
                  </a:cubicBezTo>
                  <a:cubicBezTo>
                    <a:pt x="51262" y="115581"/>
                    <a:pt x="49660" y="115581"/>
                    <a:pt x="46279" y="115581"/>
                  </a:cubicBezTo>
                  <a:cubicBezTo>
                    <a:pt x="39694" y="115581"/>
                    <a:pt x="34711" y="115581"/>
                    <a:pt x="34711" y="112393"/>
                  </a:cubicBezTo>
                  <a:cubicBezTo>
                    <a:pt x="34711" y="111330"/>
                    <a:pt x="35067" y="110444"/>
                    <a:pt x="35245" y="109381"/>
                  </a:cubicBezTo>
                  <a:lnTo>
                    <a:pt x="46991" y="62440"/>
                  </a:lnTo>
                  <a:lnTo>
                    <a:pt x="68169" y="62440"/>
                  </a:lnTo>
                  <a:cubicBezTo>
                    <a:pt x="84365" y="62440"/>
                    <a:pt x="87568" y="72360"/>
                    <a:pt x="87568" y="78560"/>
                  </a:cubicBezTo>
                  <a:cubicBezTo>
                    <a:pt x="87568" y="81217"/>
                    <a:pt x="86144" y="86708"/>
                    <a:pt x="85076" y="90782"/>
                  </a:cubicBezTo>
                  <a:cubicBezTo>
                    <a:pt x="83831" y="95742"/>
                    <a:pt x="82229" y="102296"/>
                    <a:pt x="82229" y="105839"/>
                  </a:cubicBezTo>
                  <a:cubicBezTo>
                    <a:pt x="82229" y="124969"/>
                    <a:pt x="103585" y="124969"/>
                    <a:pt x="105899" y="124969"/>
                  </a:cubicBezTo>
                  <a:cubicBezTo>
                    <a:pt x="121027" y="124969"/>
                    <a:pt x="127256" y="107079"/>
                    <a:pt x="127256" y="104599"/>
                  </a:cubicBezTo>
                  <a:cubicBezTo>
                    <a:pt x="127256" y="102473"/>
                    <a:pt x="125298" y="102473"/>
                    <a:pt x="125120" y="102473"/>
                  </a:cubicBezTo>
                  <a:cubicBezTo>
                    <a:pt x="123518" y="102473"/>
                    <a:pt x="123162" y="103713"/>
                    <a:pt x="122806" y="104953"/>
                  </a:cubicBezTo>
                  <a:cubicBezTo>
                    <a:pt x="118357" y="118061"/>
                    <a:pt x="110704" y="121072"/>
                    <a:pt x="106611" y="121072"/>
                  </a:cubicBezTo>
                  <a:cubicBezTo>
                    <a:pt x="100738" y="121072"/>
                    <a:pt x="99492" y="117175"/>
                    <a:pt x="99492" y="110267"/>
                  </a:cubicBezTo>
                  <a:cubicBezTo>
                    <a:pt x="99492" y="104776"/>
                    <a:pt x="100560" y="95742"/>
                    <a:pt x="101272" y="90074"/>
                  </a:cubicBezTo>
                  <a:cubicBezTo>
                    <a:pt x="101628" y="87594"/>
                    <a:pt x="101984" y="84228"/>
                    <a:pt x="101984" y="81748"/>
                  </a:cubicBezTo>
                  <a:cubicBezTo>
                    <a:pt x="101984" y="68109"/>
                    <a:pt x="90060" y="62617"/>
                    <a:pt x="85254" y="60846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3B74478B-CA3F-BC6F-9BB1-5474310F16E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78465" y="4058621"/>
              <a:ext cx="45347" cy="82332"/>
            </a:xfrm>
            <a:custGeom>
              <a:avLst/>
              <a:gdLst>
                <a:gd name="csX0" fmla="*/ 28347 w 45347"/>
                <a:gd name="csY0" fmla="*/ 3562 h 82332"/>
                <a:gd name="csX1" fmla="*/ 24609 w 45347"/>
                <a:gd name="csY1" fmla="*/ 90 h 82332"/>
                <a:gd name="csX2" fmla="*/ 192 w 45347"/>
                <a:gd name="csY2" fmla="*/ 8026 h 82332"/>
                <a:gd name="csX3" fmla="*/ 192 w 45347"/>
                <a:gd name="csY3" fmla="*/ 12490 h 82332"/>
                <a:gd name="csX4" fmla="*/ 18256 w 45347"/>
                <a:gd name="csY4" fmla="*/ 9018 h 82332"/>
                <a:gd name="csX5" fmla="*/ 18256 w 45347"/>
                <a:gd name="csY5" fmla="*/ 72255 h 82332"/>
                <a:gd name="csX6" fmla="*/ 5798 w 45347"/>
                <a:gd name="csY6" fmla="*/ 77959 h 82332"/>
                <a:gd name="csX7" fmla="*/ 1064 w 45347"/>
                <a:gd name="csY7" fmla="*/ 77959 h 82332"/>
                <a:gd name="csX8" fmla="*/ 1064 w 45347"/>
                <a:gd name="csY8" fmla="*/ 82423 h 82332"/>
                <a:gd name="csX9" fmla="*/ 23239 w 45347"/>
                <a:gd name="csY9" fmla="*/ 81927 h 82332"/>
                <a:gd name="csX10" fmla="*/ 45539 w 45347"/>
                <a:gd name="csY10" fmla="*/ 82423 h 82332"/>
                <a:gd name="csX11" fmla="*/ 45539 w 45347"/>
                <a:gd name="csY11" fmla="*/ 77959 h 82332"/>
                <a:gd name="csX12" fmla="*/ 40805 w 45347"/>
                <a:gd name="csY12" fmla="*/ 77959 h 82332"/>
                <a:gd name="csX13" fmla="*/ 28347 w 45347"/>
                <a:gd name="csY13" fmla="*/ 72255 h 82332"/>
                <a:gd name="csX14" fmla="*/ 28347 w 45347"/>
                <a:gd name="csY14" fmla="*/ 3562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5347" h="82332">
                  <a:moveTo>
                    <a:pt x="28347" y="3562"/>
                  </a:moveTo>
                  <a:cubicBezTo>
                    <a:pt x="28347" y="214"/>
                    <a:pt x="28098" y="90"/>
                    <a:pt x="24609" y="90"/>
                  </a:cubicBezTo>
                  <a:cubicBezTo>
                    <a:pt x="16636" y="7902"/>
                    <a:pt x="5300" y="8026"/>
                    <a:pt x="192" y="8026"/>
                  </a:cubicBezTo>
                  <a:lnTo>
                    <a:pt x="192" y="12490"/>
                  </a:lnTo>
                  <a:cubicBezTo>
                    <a:pt x="3182" y="12490"/>
                    <a:pt x="11404" y="12490"/>
                    <a:pt x="18256" y="9018"/>
                  </a:cubicBezTo>
                  <a:lnTo>
                    <a:pt x="18256" y="72255"/>
                  </a:lnTo>
                  <a:cubicBezTo>
                    <a:pt x="18256" y="76347"/>
                    <a:pt x="18256" y="77959"/>
                    <a:pt x="5798" y="77959"/>
                  </a:cubicBezTo>
                  <a:lnTo>
                    <a:pt x="1064" y="77959"/>
                  </a:lnTo>
                  <a:lnTo>
                    <a:pt x="1064" y="82423"/>
                  </a:lnTo>
                  <a:cubicBezTo>
                    <a:pt x="3306" y="82299"/>
                    <a:pt x="18630" y="81927"/>
                    <a:pt x="23239" y="81927"/>
                  </a:cubicBezTo>
                  <a:cubicBezTo>
                    <a:pt x="27101" y="81927"/>
                    <a:pt x="42798" y="82299"/>
                    <a:pt x="45539" y="82423"/>
                  </a:cubicBezTo>
                  <a:lnTo>
                    <a:pt x="45539" y="77959"/>
                  </a:lnTo>
                  <a:lnTo>
                    <a:pt x="40805" y="77959"/>
                  </a:lnTo>
                  <a:cubicBezTo>
                    <a:pt x="28347" y="77959"/>
                    <a:pt x="28347" y="76347"/>
                    <a:pt x="28347" y="72255"/>
                  </a:cubicBezTo>
                  <a:lnTo>
                    <a:pt x="28347" y="3562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DA09B431-6902-7E39-8391-9732D756838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094240" y="4011114"/>
              <a:ext cx="118350" cy="117972"/>
            </a:xfrm>
            <a:custGeom>
              <a:avLst/>
              <a:gdLst>
                <a:gd name="csX0" fmla="*/ 63022 w 118350"/>
                <a:gd name="csY0" fmla="*/ 62617 h 117972"/>
                <a:gd name="csX1" fmla="*/ 112676 w 118350"/>
                <a:gd name="csY1" fmla="*/ 62617 h 117972"/>
                <a:gd name="csX2" fmla="*/ 118549 w 118350"/>
                <a:gd name="csY2" fmla="*/ 59075 h 117972"/>
                <a:gd name="csX3" fmla="*/ 112676 w 118350"/>
                <a:gd name="csY3" fmla="*/ 55532 h 117972"/>
                <a:gd name="csX4" fmla="*/ 63022 w 118350"/>
                <a:gd name="csY4" fmla="*/ 55532 h 117972"/>
                <a:gd name="csX5" fmla="*/ 63022 w 118350"/>
                <a:gd name="csY5" fmla="*/ 5934 h 117972"/>
                <a:gd name="csX6" fmla="*/ 59463 w 118350"/>
                <a:gd name="csY6" fmla="*/ 89 h 117972"/>
                <a:gd name="csX7" fmla="*/ 55903 w 118350"/>
                <a:gd name="csY7" fmla="*/ 5934 h 117972"/>
                <a:gd name="csX8" fmla="*/ 55903 w 118350"/>
                <a:gd name="csY8" fmla="*/ 55532 h 117972"/>
                <a:gd name="csX9" fmla="*/ 6071 w 118350"/>
                <a:gd name="csY9" fmla="*/ 55532 h 117972"/>
                <a:gd name="csX10" fmla="*/ 198 w 118350"/>
                <a:gd name="csY10" fmla="*/ 59075 h 117972"/>
                <a:gd name="csX11" fmla="*/ 6071 w 118350"/>
                <a:gd name="csY11" fmla="*/ 62617 h 117972"/>
                <a:gd name="csX12" fmla="*/ 55903 w 118350"/>
                <a:gd name="csY12" fmla="*/ 62617 h 117972"/>
                <a:gd name="csX13" fmla="*/ 55903 w 118350"/>
                <a:gd name="csY13" fmla="*/ 112215 h 117972"/>
                <a:gd name="csX14" fmla="*/ 59463 w 118350"/>
                <a:gd name="csY14" fmla="*/ 118061 h 117972"/>
                <a:gd name="csX15" fmla="*/ 63022 w 118350"/>
                <a:gd name="csY15" fmla="*/ 112215 h 117972"/>
                <a:gd name="csX16" fmla="*/ 63022 w 118350"/>
                <a:gd name="csY16" fmla="*/ 62617 h 117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8350" h="117972">
                  <a:moveTo>
                    <a:pt x="63022" y="62617"/>
                  </a:moveTo>
                  <a:lnTo>
                    <a:pt x="112676" y="62617"/>
                  </a:lnTo>
                  <a:cubicBezTo>
                    <a:pt x="115168" y="62617"/>
                    <a:pt x="118549" y="62617"/>
                    <a:pt x="118549" y="59075"/>
                  </a:cubicBezTo>
                  <a:cubicBezTo>
                    <a:pt x="118549" y="55532"/>
                    <a:pt x="115168" y="55532"/>
                    <a:pt x="112676" y="55532"/>
                  </a:cubicBezTo>
                  <a:lnTo>
                    <a:pt x="63022" y="55532"/>
                  </a:lnTo>
                  <a:lnTo>
                    <a:pt x="63022" y="5934"/>
                  </a:lnTo>
                  <a:cubicBezTo>
                    <a:pt x="63022" y="3454"/>
                    <a:pt x="63022" y="89"/>
                    <a:pt x="59463" y="89"/>
                  </a:cubicBezTo>
                  <a:cubicBezTo>
                    <a:pt x="55903" y="89"/>
                    <a:pt x="55903" y="3454"/>
                    <a:pt x="55903" y="5934"/>
                  </a:cubicBezTo>
                  <a:lnTo>
                    <a:pt x="55903" y="55532"/>
                  </a:lnTo>
                  <a:lnTo>
                    <a:pt x="6071" y="55532"/>
                  </a:lnTo>
                  <a:cubicBezTo>
                    <a:pt x="3580" y="55532"/>
                    <a:pt x="198" y="55532"/>
                    <a:pt x="198" y="59075"/>
                  </a:cubicBezTo>
                  <a:cubicBezTo>
                    <a:pt x="198" y="62617"/>
                    <a:pt x="3580" y="62617"/>
                    <a:pt x="6071" y="62617"/>
                  </a:cubicBezTo>
                  <a:lnTo>
                    <a:pt x="55903" y="62617"/>
                  </a:lnTo>
                  <a:lnTo>
                    <a:pt x="55903" y="112215"/>
                  </a:lnTo>
                  <a:cubicBezTo>
                    <a:pt x="55903" y="114695"/>
                    <a:pt x="55903" y="118061"/>
                    <a:pt x="59463" y="118061"/>
                  </a:cubicBezTo>
                  <a:cubicBezTo>
                    <a:pt x="63022" y="118061"/>
                    <a:pt x="63022" y="114695"/>
                    <a:pt x="63022" y="112215"/>
                  </a:cubicBezTo>
                  <a:lnTo>
                    <a:pt x="63022" y="62617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ED177A92-7142-D7C0-F265-9ED2A2C0117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269541" y="3993400"/>
              <a:ext cx="127071" cy="124880"/>
            </a:xfrm>
            <a:custGeom>
              <a:avLst/>
              <a:gdLst>
                <a:gd name="csX0" fmla="*/ 59651 w 127071"/>
                <a:gd name="csY0" fmla="*/ 12311 h 124880"/>
                <a:gd name="csX1" fmla="*/ 64634 w 127071"/>
                <a:gd name="csY1" fmla="*/ 5757 h 124880"/>
                <a:gd name="csX2" fmla="*/ 75490 w 127071"/>
                <a:gd name="csY2" fmla="*/ 5580 h 124880"/>
                <a:gd name="csX3" fmla="*/ 107881 w 127071"/>
                <a:gd name="csY3" fmla="*/ 23116 h 124880"/>
                <a:gd name="csX4" fmla="*/ 98093 w 127071"/>
                <a:gd name="csY4" fmla="*/ 48269 h 124880"/>
                <a:gd name="csX5" fmla="*/ 68015 w 127071"/>
                <a:gd name="csY5" fmla="*/ 58543 h 124880"/>
                <a:gd name="csX6" fmla="*/ 48083 w 127071"/>
                <a:gd name="csY6" fmla="*/ 58543 h 124880"/>
                <a:gd name="csX7" fmla="*/ 59651 w 127071"/>
                <a:gd name="csY7" fmla="*/ 12311 h 124880"/>
                <a:gd name="csX8" fmla="*/ 85279 w 127071"/>
                <a:gd name="csY8" fmla="*/ 60846 h 124880"/>
                <a:gd name="csX9" fmla="*/ 124432 w 127071"/>
                <a:gd name="csY9" fmla="*/ 26659 h 124880"/>
                <a:gd name="csX10" fmla="*/ 85101 w 127071"/>
                <a:gd name="csY10" fmla="*/ 89 h 124880"/>
                <a:gd name="csX11" fmla="*/ 34379 w 127071"/>
                <a:gd name="csY11" fmla="*/ 89 h 124880"/>
                <a:gd name="csX12" fmla="*/ 29218 w 127071"/>
                <a:gd name="csY12" fmla="*/ 3631 h 124880"/>
                <a:gd name="csX13" fmla="*/ 34201 w 127071"/>
                <a:gd name="csY13" fmla="*/ 5580 h 124880"/>
                <a:gd name="csX14" fmla="*/ 40964 w 127071"/>
                <a:gd name="csY14" fmla="*/ 5934 h 124880"/>
                <a:gd name="csX15" fmla="*/ 45769 w 127071"/>
                <a:gd name="csY15" fmla="*/ 8768 h 124880"/>
                <a:gd name="csX16" fmla="*/ 45057 w 127071"/>
                <a:gd name="csY16" fmla="*/ 12134 h 124880"/>
                <a:gd name="csX17" fmla="*/ 21209 w 127071"/>
                <a:gd name="csY17" fmla="*/ 107256 h 124880"/>
                <a:gd name="csX18" fmla="*/ 5014 w 127071"/>
                <a:gd name="csY18" fmla="*/ 115581 h 124880"/>
                <a:gd name="csX19" fmla="*/ 208 w 127071"/>
                <a:gd name="csY19" fmla="*/ 119124 h 124880"/>
                <a:gd name="csX20" fmla="*/ 2700 w 127071"/>
                <a:gd name="csY20" fmla="*/ 121072 h 124880"/>
                <a:gd name="csX21" fmla="*/ 25124 w 127071"/>
                <a:gd name="csY21" fmla="*/ 120541 h 124880"/>
                <a:gd name="csX22" fmla="*/ 47727 w 127071"/>
                <a:gd name="csY22" fmla="*/ 121072 h 124880"/>
                <a:gd name="csX23" fmla="*/ 51286 w 127071"/>
                <a:gd name="csY23" fmla="*/ 117530 h 124880"/>
                <a:gd name="csX24" fmla="*/ 46303 w 127071"/>
                <a:gd name="csY24" fmla="*/ 115581 h 124880"/>
                <a:gd name="csX25" fmla="*/ 34735 w 127071"/>
                <a:gd name="csY25" fmla="*/ 112393 h 124880"/>
                <a:gd name="csX26" fmla="*/ 35269 w 127071"/>
                <a:gd name="csY26" fmla="*/ 109381 h 124880"/>
                <a:gd name="csX27" fmla="*/ 47015 w 127071"/>
                <a:gd name="csY27" fmla="*/ 62440 h 124880"/>
                <a:gd name="csX28" fmla="*/ 68193 w 127071"/>
                <a:gd name="csY28" fmla="*/ 62440 h 124880"/>
                <a:gd name="csX29" fmla="*/ 87592 w 127071"/>
                <a:gd name="csY29" fmla="*/ 78560 h 124880"/>
                <a:gd name="csX30" fmla="*/ 85101 w 127071"/>
                <a:gd name="csY30" fmla="*/ 90782 h 124880"/>
                <a:gd name="csX31" fmla="*/ 82253 w 127071"/>
                <a:gd name="csY31" fmla="*/ 105839 h 124880"/>
                <a:gd name="csX32" fmla="*/ 105923 w 127071"/>
                <a:gd name="csY32" fmla="*/ 124969 h 124880"/>
                <a:gd name="csX33" fmla="*/ 127280 w 127071"/>
                <a:gd name="csY33" fmla="*/ 104599 h 124880"/>
                <a:gd name="csX34" fmla="*/ 125144 w 127071"/>
                <a:gd name="csY34" fmla="*/ 102473 h 124880"/>
                <a:gd name="csX35" fmla="*/ 122831 w 127071"/>
                <a:gd name="csY35" fmla="*/ 104953 h 124880"/>
                <a:gd name="csX36" fmla="*/ 106635 w 127071"/>
                <a:gd name="csY36" fmla="*/ 121072 h 124880"/>
                <a:gd name="csX37" fmla="*/ 99516 w 127071"/>
                <a:gd name="csY37" fmla="*/ 110267 h 124880"/>
                <a:gd name="csX38" fmla="*/ 101296 w 127071"/>
                <a:gd name="csY38" fmla="*/ 90074 h 124880"/>
                <a:gd name="csX39" fmla="*/ 102008 w 127071"/>
                <a:gd name="csY39" fmla="*/ 81748 h 124880"/>
                <a:gd name="csX40" fmla="*/ 85279 w 127071"/>
                <a:gd name="csY40" fmla="*/ 60846 h 124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27071" h="124880">
                  <a:moveTo>
                    <a:pt x="59651" y="12311"/>
                  </a:moveTo>
                  <a:cubicBezTo>
                    <a:pt x="60719" y="8060"/>
                    <a:pt x="61253" y="6288"/>
                    <a:pt x="64634" y="5757"/>
                  </a:cubicBezTo>
                  <a:cubicBezTo>
                    <a:pt x="66236" y="5580"/>
                    <a:pt x="71931" y="5580"/>
                    <a:pt x="75490" y="5580"/>
                  </a:cubicBezTo>
                  <a:cubicBezTo>
                    <a:pt x="88126" y="5580"/>
                    <a:pt x="107881" y="5580"/>
                    <a:pt x="107881" y="23116"/>
                  </a:cubicBezTo>
                  <a:cubicBezTo>
                    <a:pt x="107881" y="29139"/>
                    <a:pt x="105033" y="41361"/>
                    <a:pt x="98093" y="48269"/>
                  </a:cubicBezTo>
                  <a:cubicBezTo>
                    <a:pt x="93465" y="52875"/>
                    <a:pt x="84033" y="58543"/>
                    <a:pt x="68015" y="58543"/>
                  </a:cubicBezTo>
                  <a:lnTo>
                    <a:pt x="48083" y="58543"/>
                  </a:lnTo>
                  <a:lnTo>
                    <a:pt x="59651" y="12311"/>
                  </a:lnTo>
                  <a:close/>
                  <a:moveTo>
                    <a:pt x="85279" y="60846"/>
                  </a:moveTo>
                  <a:cubicBezTo>
                    <a:pt x="103254" y="56949"/>
                    <a:pt x="124432" y="44550"/>
                    <a:pt x="124432" y="26659"/>
                  </a:cubicBezTo>
                  <a:cubicBezTo>
                    <a:pt x="124432" y="11425"/>
                    <a:pt x="108415" y="89"/>
                    <a:pt x="85101" y="89"/>
                  </a:cubicBezTo>
                  <a:lnTo>
                    <a:pt x="34379" y="89"/>
                  </a:lnTo>
                  <a:cubicBezTo>
                    <a:pt x="30819" y="89"/>
                    <a:pt x="29218" y="89"/>
                    <a:pt x="29218" y="3631"/>
                  </a:cubicBezTo>
                  <a:cubicBezTo>
                    <a:pt x="29218" y="5580"/>
                    <a:pt x="30819" y="5580"/>
                    <a:pt x="34201" y="5580"/>
                  </a:cubicBezTo>
                  <a:cubicBezTo>
                    <a:pt x="34557" y="5580"/>
                    <a:pt x="37938" y="5580"/>
                    <a:pt x="40964" y="5934"/>
                  </a:cubicBezTo>
                  <a:cubicBezTo>
                    <a:pt x="44167" y="6288"/>
                    <a:pt x="45769" y="6465"/>
                    <a:pt x="45769" y="8768"/>
                  </a:cubicBezTo>
                  <a:cubicBezTo>
                    <a:pt x="45769" y="9477"/>
                    <a:pt x="45591" y="10008"/>
                    <a:pt x="45057" y="12134"/>
                  </a:cubicBezTo>
                  <a:lnTo>
                    <a:pt x="21209" y="107256"/>
                  </a:lnTo>
                  <a:cubicBezTo>
                    <a:pt x="19429" y="114164"/>
                    <a:pt x="19073" y="115581"/>
                    <a:pt x="5014" y="115581"/>
                  </a:cubicBezTo>
                  <a:cubicBezTo>
                    <a:pt x="1810" y="115581"/>
                    <a:pt x="208" y="115581"/>
                    <a:pt x="208" y="119124"/>
                  </a:cubicBezTo>
                  <a:cubicBezTo>
                    <a:pt x="208" y="121072"/>
                    <a:pt x="2344" y="121072"/>
                    <a:pt x="2700" y="121072"/>
                  </a:cubicBezTo>
                  <a:cubicBezTo>
                    <a:pt x="7683" y="121072"/>
                    <a:pt x="20141" y="120541"/>
                    <a:pt x="25124" y="120541"/>
                  </a:cubicBezTo>
                  <a:cubicBezTo>
                    <a:pt x="30108" y="120541"/>
                    <a:pt x="42744" y="121072"/>
                    <a:pt x="47727" y="121072"/>
                  </a:cubicBezTo>
                  <a:cubicBezTo>
                    <a:pt x="49150" y="121072"/>
                    <a:pt x="51286" y="121072"/>
                    <a:pt x="51286" y="117530"/>
                  </a:cubicBezTo>
                  <a:cubicBezTo>
                    <a:pt x="51286" y="115581"/>
                    <a:pt x="49684" y="115581"/>
                    <a:pt x="46303" y="115581"/>
                  </a:cubicBezTo>
                  <a:cubicBezTo>
                    <a:pt x="39718" y="115581"/>
                    <a:pt x="34735" y="115581"/>
                    <a:pt x="34735" y="112393"/>
                  </a:cubicBezTo>
                  <a:cubicBezTo>
                    <a:pt x="34735" y="111330"/>
                    <a:pt x="35091" y="110444"/>
                    <a:pt x="35269" y="109381"/>
                  </a:cubicBezTo>
                  <a:lnTo>
                    <a:pt x="47015" y="62440"/>
                  </a:lnTo>
                  <a:lnTo>
                    <a:pt x="68193" y="62440"/>
                  </a:lnTo>
                  <a:cubicBezTo>
                    <a:pt x="84389" y="62440"/>
                    <a:pt x="87592" y="72360"/>
                    <a:pt x="87592" y="78560"/>
                  </a:cubicBezTo>
                  <a:cubicBezTo>
                    <a:pt x="87592" y="81217"/>
                    <a:pt x="86169" y="86708"/>
                    <a:pt x="85101" y="90782"/>
                  </a:cubicBezTo>
                  <a:cubicBezTo>
                    <a:pt x="83855" y="95742"/>
                    <a:pt x="82253" y="102296"/>
                    <a:pt x="82253" y="105839"/>
                  </a:cubicBezTo>
                  <a:cubicBezTo>
                    <a:pt x="82253" y="124969"/>
                    <a:pt x="103610" y="124969"/>
                    <a:pt x="105923" y="124969"/>
                  </a:cubicBezTo>
                  <a:cubicBezTo>
                    <a:pt x="121051" y="124969"/>
                    <a:pt x="127280" y="107079"/>
                    <a:pt x="127280" y="104599"/>
                  </a:cubicBezTo>
                  <a:cubicBezTo>
                    <a:pt x="127280" y="102473"/>
                    <a:pt x="125322" y="102473"/>
                    <a:pt x="125144" y="102473"/>
                  </a:cubicBezTo>
                  <a:cubicBezTo>
                    <a:pt x="123542" y="102473"/>
                    <a:pt x="123187" y="103713"/>
                    <a:pt x="122831" y="104953"/>
                  </a:cubicBezTo>
                  <a:cubicBezTo>
                    <a:pt x="118381" y="118061"/>
                    <a:pt x="110729" y="121072"/>
                    <a:pt x="106635" y="121072"/>
                  </a:cubicBezTo>
                  <a:cubicBezTo>
                    <a:pt x="100762" y="121072"/>
                    <a:pt x="99516" y="117175"/>
                    <a:pt x="99516" y="110267"/>
                  </a:cubicBezTo>
                  <a:cubicBezTo>
                    <a:pt x="99516" y="104776"/>
                    <a:pt x="100584" y="95742"/>
                    <a:pt x="101296" y="90074"/>
                  </a:cubicBezTo>
                  <a:cubicBezTo>
                    <a:pt x="101652" y="87594"/>
                    <a:pt x="102008" y="84228"/>
                    <a:pt x="102008" y="81748"/>
                  </a:cubicBezTo>
                  <a:cubicBezTo>
                    <a:pt x="102008" y="68109"/>
                    <a:pt x="90084" y="62617"/>
                    <a:pt x="85279" y="60846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9A172157-7EBB-BDA1-B47F-419483BE4BD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405225" y="4058621"/>
              <a:ext cx="55064" cy="82332"/>
            </a:xfrm>
            <a:custGeom>
              <a:avLst/>
              <a:gdLst>
                <a:gd name="csX0" fmla="*/ 55280 w 55064"/>
                <a:gd name="csY0" fmla="*/ 59856 h 82332"/>
                <a:gd name="csX1" fmla="*/ 51045 w 55064"/>
                <a:gd name="csY1" fmla="*/ 59856 h 82332"/>
                <a:gd name="csX2" fmla="*/ 47805 w 55064"/>
                <a:gd name="csY2" fmla="*/ 71139 h 82332"/>
                <a:gd name="csX3" fmla="*/ 35472 w 55064"/>
                <a:gd name="csY3" fmla="*/ 71883 h 82332"/>
                <a:gd name="csX4" fmla="*/ 12549 w 55064"/>
                <a:gd name="csY4" fmla="*/ 71883 h 82332"/>
                <a:gd name="csX5" fmla="*/ 37465 w 55064"/>
                <a:gd name="csY5" fmla="*/ 51052 h 82332"/>
                <a:gd name="csX6" fmla="*/ 55280 w 55064"/>
                <a:gd name="csY6" fmla="*/ 24269 h 82332"/>
                <a:gd name="csX7" fmla="*/ 26129 w 55064"/>
                <a:gd name="csY7" fmla="*/ 90 h 82332"/>
                <a:gd name="csX8" fmla="*/ 216 w 55064"/>
                <a:gd name="csY8" fmla="*/ 22285 h 82332"/>
                <a:gd name="csX9" fmla="*/ 6819 w 55064"/>
                <a:gd name="csY9" fmla="*/ 29229 h 82332"/>
                <a:gd name="csX10" fmla="*/ 13421 w 55064"/>
                <a:gd name="csY10" fmla="*/ 22657 h 82332"/>
                <a:gd name="csX11" fmla="*/ 6071 w 55064"/>
                <a:gd name="csY11" fmla="*/ 16085 h 82332"/>
                <a:gd name="csX12" fmla="*/ 24260 w 55064"/>
                <a:gd name="csY12" fmla="*/ 4554 h 82332"/>
                <a:gd name="csX13" fmla="*/ 43196 w 55064"/>
                <a:gd name="csY13" fmla="*/ 24269 h 82332"/>
                <a:gd name="csX14" fmla="*/ 31485 w 55064"/>
                <a:gd name="csY14" fmla="*/ 48076 h 82332"/>
                <a:gd name="csX15" fmla="*/ 1462 w 55064"/>
                <a:gd name="csY15" fmla="*/ 77587 h 82332"/>
                <a:gd name="csX16" fmla="*/ 216 w 55064"/>
                <a:gd name="csY16" fmla="*/ 82423 h 82332"/>
                <a:gd name="csX17" fmla="*/ 51543 w 55064"/>
                <a:gd name="csY17" fmla="*/ 82423 h 82332"/>
                <a:gd name="csX18" fmla="*/ 55280 w 55064"/>
                <a:gd name="csY18" fmla="*/ 59856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5064" h="82332">
                  <a:moveTo>
                    <a:pt x="55280" y="59856"/>
                  </a:moveTo>
                  <a:lnTo>
                    <a:pt x="51045" y="59856"/>
                  </a:lnTo>
                  <a:cubicBezTo>
                    <a:pt x="50671" y="62584"/>
                    <a:pt x="49425" y="69899"/>
                    <a:pt x="47805" y="71139"/>
                  </a:cubicBezTo>
                  <a:cubicBezTo>
                    <a:pt x="46809" y="71883"/>
                    <a:pt x="37216" y="71883"/>
                    <a:pt x="35472" y="71883"/>
                  </a:cubicBezTo>
                  <a:lnTo>
                    <a:pt x="12549" y="71883"/>
                  </a:lnTo>
                  <a:cubicBezTo>
                    <a:pt x="25630" y="60352"/>
                    <a:pt x="29991" y="56880"/>
                    <a:pt x="37465" y="51052"/>
                  </a:cubicBezTo>
                  <a:cubicBezTo>
                    <a:pt x="46684" y="43736"/>
                    <a:pt x="55280" y="36049"/>
                    <a:pt x="55280" y="24269"/>
                  </a:cubicBezTo>
                  <a:cubicBezTo>
                    <a:pt x="55280" y="9266"/>
                    <a:pt x="42075" y="90"/>
                    <a:pt x="26129" y="90"/>
                  </a:cubicBezTo>
                  <a:cubicBezTo>
                    <a:pt x="10681" y="90"/>
                    <a:pt x="216" y="10878"/>
                    <a:pt x="216" y="22285"/>
                  </a:cubicBezTo>
                  <a:cubicBezTo>
                    <a:pt x="216" y="28609"/>
                    <a:pt x="5573" y="29229"/>
                    <a:pt x="6819" y="29229"/>
                  </a:cubicBezTo>
                  <a:cubicBezTo>
                    <a:pt x="9809" y="29229"/>
                    <a:pt x="13421" y="27121"/>
                    <a:pt x="13421" y="22657"/>
                  </a:cubicBezTo>
                  <a:cubicBezTo>
                    <a:pt x="13421" y="20425"/>
                    <a:pt x="12549" y="16085"/>
                    <a:pt x="6071" y="16085"/>
                  </a:cubicBezTo>
                  <a:cubicBezTo>
                    <a:pt x="9933" y="7282"/>
                    <a:pt x="18405" y="4554"/>
                    <a:pt x="24260" y="4554"/>
                  </a:cubicBezTo>
                  <a:cubicBezTo>
                    <a:pt x="36718" y="4554"/>
                    <a:pt x="43196" y="14225"/>
                    <a:pt x="43196" y="24269"/>
                  </a:cubicBezTo>
                  <a:cubicBezTo>
                    <a:pt x="43196" y="35057"/>
                    <a:pt x="35472" y="43612"/>
                    <a:pt x="31485" y="48076"/>
                  </a:cubicBezTo>
                  <a:lnTo>
                    <a:pt x="1462" y="77587"/>
                  </a:lnTo>
                  <a:cubicBezTo>
                    <a:pt x="216" y="78703"/>
                    <a:pt x="216" y="78951"/>
                    <a:pt x="216" y="82423"/>
                  </a:cubicBezTo>
                  <a:lnTo>
                    <a:pt x="51543" y="82423"/>
                  </a:lnTo>
                  <a:lnTo>
                    <a:pt x="55280" y="59856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E10C52E-FDBA-6608-E5C9-AD02B2716DF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487361" y="3981532"/>
              <a:ext cx="41289" cy="177135"/>
            </a:xfrm>
            <a:custGeom>
              <a:avLst/>
              <a:gdLst>
                <a:gd name="csX0" fmla="*/ 41510 w 41289"/>
                <a:gd name="csY0" fmla="*/ 88656 h 177135"/>
                <a:gd name="csX1" fmla="*/ 29764 w 41289"/>
                <a:gd name="csY1" fmla="*/ 33390 h 177135"/>
                <a:gd name="csX2" fmla="*/ 2000 w 41289"/>
                <a:gd name="csY2" fmla="*/ 89 h 177135"/>
                <a:gd name="csX3" fmla="*/ 220 w 41289"/>
                <a:gd name="csY3" fmla="*/ 1860 h 177135"/>
                <a:gd name="csX4" fmla="*/ 3602 w 41289"/>
                <a:gd name="csY4" fmla="*/ 5934 h 177135"/>
                <a:gd name="csX5" fmla="*/ 31187 w 41289"/>
                <a:gd name="csY5" fmla="*/ 88656 h 177135"/>
                <a:gd name="csX6" fmla="*/ 2534 w 41289"/>
                <a:gd name="csY6" fmla="*/ 172442 h 177135"/>
                <a:gd name="csX7" fmla="*/ 220 w 41289"/>
                <a:gd name="csY7" fmla="*/ 175453 h 177135"/>
                <a:gd name="csX8" fmla="*/ 2000 w 41289"/>
                <a:gd name="csY8" fmla="*/ 177224 h 177135"/>
                <a:gd name="csX9" fmla="*/ 30298 w 41289"/>
                <a:gd name="csY9" fmla="*/ 142683 h 177135"/>
                <a:gd name="csX10" fmla="*/ 41510 w 41289"/>
                <a:gd name="csY10" fmla="*/ 88656 h 177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1289" h="177135">
                  <a:moveTo>
                    <a:pt x="41510" y="88656"/>
                  </a:moveTo>
                  <a:cubicBezTo>
                    <a:pt x="41510" y="74840"/>
                    <a:pt x="39552" y="53406"/>
                    <a:pt x="29764" y="33390"/>
                  </a:cubicBezTo>
                  <a:cubicBezTo>
                    <a:pt x="19085" y="11602"/>
                    <a:pt x="3780" y="89"/>
                    <a:pt x="2000" y="89"/>
                  </a:cubicBezTo>
                  <a:cubicBezTo>
                    <a:pt x="932" y="89"/>
                    <a:pt x="220" y="797"/>
                    <a:pt x="220" y="1860"/>
                  </a:cubicBezTo>
                  <a:cubicBezTo>
                    <a:pt x="220" y="2391"/>
                    <a:pt x="220" y="2746"/>
                    <a:pt x="3602" y="5934"/>
                  </a:cubicBezTo>
                  <a:cubicBezTo>
                    <a:pt x="21043" y="23470"/>
                    <a:pt x="31187" y="51635"/>
                    <a:pt x="31187" y="88656"/>
                  </a:cubicBezTo>
                  <a:cubicBezTo>
                    <a:pt x="31187" y="118947"/>
                    <a:pt x="24602" y="150123"/>
                    <a:pt x="2534" y="172442"/>
                  </a:cubicBezTo>
                  <a:cubicBezTo>
                    <a:pt x="220" y="174567"/>
                    <a:pt x="220" y="174922"/>
                    <a:pt x="220" y="175453"/>
                  </a:cubicBezTo>
                  <a:cubicBezTo>
                    <a:pt x="220" y="176516"/>
                    <a:pt x="932" y="177224"/>
                    <a:pt x="2000" y="177224"/>
                  </a:cubicBezTo>
                  <a:cubicBezTo>
                    <a:pt x="3780" y="177224"/>
                    <a:pt x="19797" y="165179"/>
                    <a:pt x="30298" y="142683"/>
                  </a:cubicBezTo>
                  <a:cubicBezTo>
                    <a:pt x="39374" y="123198"/>
                    <a:pt x="41510" y="103536"/>
                    <a:pt x="41510" y="88656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3327F66C-6BBF-E391-3E97-AED4A14E2A5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555326" y="3989503"/>
              <a:ext cx="126359" cy="128777"/>
            </a:xfrm>
            <a:custGeom>
              <a:avLst/>
              <a:gdLst>
                <a:gd name="csX0" fmla="*/ 126584 w 126359"/>
                <a:gd name="csY0" fmla="*/ 1860 h 128777"/>
                <a:gd name="csX1" fmla="*/ 124626 w 126359"/>
                <a:gd name="csY1" fmla="*/ 89 h 128777"/>
                <a:gd name="csX2" fmla="*/ 121957 w 126359"/>
                <a:gd name="csY2" fmla="*/ 2214 h 128777"/>
                <a:gd name="csX3" fmla="*/ 109499 w 126359"/>
                <a:gd name="csY3" fmla="*/ 15854 h 128777"/>
                <a:gd name="csX4" fmla="*/ 79955 w 126359"/>
                <a:gd name="csY4" fmla="*/ 89 h 128777"/>
                <a:gd name="csX5" fmla="*/ 224 w 126359"/>
                <a:gd name="csY5" fmla="*/ 80331 h 128777"/>
                <a:gd name="csX6" fmla="*/ 48454 w 126359"/>
                <a:gd name="csY6" fmla="*/ 128866 h 128777"/>
                <a:gd name="csX7" fmla="*/ 86896 w 126359"/>
                <a:gd name="csY7" fmla="*/ 113633 h 128777"/>
                <a:gd name="csX8" fmla="*/ 106473 w 126359"/>
                <a:gd name="csY8" fmla="*/ 82457 h 128777"/>
                <a:gd name="csX9" fmla="*/ 104337 w 126359"/>
                <a:gd name="csY9" fmla="*/ 80685 h 128777"/>
                <a:gd name="csX10" fmla="*/ 102024 w 126359"/>
                <a:gd name="csY10" fmla="*/ 82457 h 128777"/>
                <a:gd name="csX11" fmla="*/ 84049 w 126359"/>
                <a:gd name="csY11" fmla="*/ 110444 h 128777"/>
                <a:gd name="csX12" fmla="*/ 51302 w 126359"/>
                <a:gd name="csY12" fmla="*/ 123375 h 128777"/>
                <a:gd name="csX13" fmla="*/ 16420 w 126359"/>
                <a:gd name="csY13" fmla="*/ 86531 h 128777"/>
                <a:gd name="csX14" fmla="*/ 37954 w 126359"/>
                <a:gd name="csY14" fmla="*/ 27013 h 128777"/>
                <a:gd name="csX15" fmla="*/ 81379 w 126359"/>
                <a:gd name="csY15" fmla="*/ 5580 h 128777"/>
                <a:gd name="csX16" fmla="*/ 110033 w 126359"/>
                <a:gd name="csY16" fmla="*/ 39767 h 128777"/>
                <a:gd name="csX17" fmla="*/ 109499 w 126359"/>
                <a:gd name="csY17" fmla="*/ 48801 h 128777"/>
                <a:gd name="csX18" fmla="*/ 112168 w 126359"/>
                <a:gd name="csY18" fmla="*/ 50572 h 128777"/>
                <a:gd name="csX19" fmla="*/ 115372 w 126359"/>
                <a:gd name="csY19" fmla="*/ 47030 h 128777"/>
                <a:gd name="csX20" fmla="*/ 126584 w 126359"/>
                <a:gd name="csY20" fmla="*/ 1860 h 128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6359" h="128777">
                  <a:moveTo>
                    <a:pt x="126584" y="1860"/>
                  </a:moveTo>
                  <a:cubicBezTo>
                    <a:pt x="126584" y="1328"/>
                    <a:pt x="126228" y="89"/>
                    <a:pt x="124626" y="89"/>
                  </a:cubicBezTo>
                  <a:cubicBezTo>
                    <a:pt x="124092" y="89"/>
                    <a:pt x="123914" y="266"/>
                    <a:pt x="121957" y="2214"/>
                  </a:cubicBezTo>
                  <a:lnTo>
                    <a:pt x="109499" y="15854"/>
                  </a:lnTo>
                  <a:cubicBezTo>
                    <a:pt x="107897" y="13374"/>
                    <a:pt x="99710" y="89"/>
                    <a:pt x="79955" y="89"/>
                  </a:cubicBezTo>
                  <a:cubicBezTo>
                    <a:pt x="40268" y="89"/>
                    <a:pt x="224" y="39236"/>
                    <a:pt x="224" y="80331"/>
                  </a:cubicBezTo>
                  <a:cubicBezTo>
                    <a:pt x="224" y="109558"/>
                    <a:pt x="21225" y="128866"/>
                    <a:pt x="48454" y="128866"/>
                  </a:cubicBezTo>
                  <a:cubicBezTo>
                    <a:pt x="63938" y="128866"/>
                    <a:pt x="77464" y="121781"/>
                    <a:pt x="86896" y="113633"/>
                  </a:cubicBezTo>
                  <a:cubicBezTo>
                    <a:pt x="103448" y="99107"/>
                    <a:pt x="106473" y="82988"/>
                    <a:pt x="106473" y="82457"/>
                  </a:cubicBezTo>
                  <a:cubicBezTo>
                    <a:pt x="106473" y="80685"/>
                    <a:pt x="104693" y="80685"/>
                    <a:pt x="104337" y="80685"/>
                  </a:cubicBezTo>
                  <a:cubicBezTo>
                    <a:pt x="103270" y="80685"/>
                    <a:pt x="102380" y="81040"/>
                    <a:pt x="102024" y="82457"/>
                  </a:cubicBezTo>
                  <a:cubicBezTo>
                    <a:pt x="100422" y="87594"/>
                    <a:pt x="96329" y="100170"/>
                    <a:pt x="84049" y="110444"/>
                  </a:cubicBezTo>
                  <a:cubicBezTo>
                    <a:pt x="71769" y="120364"/>
                    <a:pt x="60557" y="123375"/>
                    <a:pt x="51302" y="123375"/>
                  </a:cubicBezTo>
                  <a:cubicBezTo>
                    <a:pt x="35285" y="123375"/>
                    <a:pt x="16420" y="114164"/>
                    <a:pt x="16420" y="86531"/>
                  </a:cubicBezTo>
                  <a:cubicBezTo>
                    <a:pt x="16420" y="76434"/>
                    <a:pt x="20157" y="47738"/>
                    <a:pt x="37954" y="27013"/>
                  </a:cubicBezTo>
                  <a:cubicBezTo>
                    <a:pt x="48810" y="14437"/>
                    <a:pt x="65540" y="5580"/>
                    <a:pt x="81379" y="5580"/>
                  </a:cubicBezTo>
                  <a:cubicBezTo>
                    <a:pt x="99532" y="5580"/>
                    <a:pt x="110033" y="19219"/>
                    <a:pt x="110033" y="39767"/>
                  </a:cubicBezTo>
                  <a:cubicBezTo>
                    <a:pt x="110033" y="46852"/>
                    <a:pt x="109499" y="47030"/>
                    <a:pt x="109499" y="48801"/>
                  </a:cubicBezTo>
                  <a:cubicBezTo>
                    <a:pt x="109499" y="50572"/>
                    <a:pt x="111456" y="50572"/>
                    <a:pt x="112168" y="50572"/>
                  </a:cubicBezTo>
                  <a:cubicBezTo>
                    <a:pt x="114482" y="50572"/>
                    <a:pt x="114482" y="50218"/>
                    <a:pt x="115372" y="47030"/>
                  </a:cubicBezTo>
                  <a:lnTo>
                    <a:pt x="126584" y="1860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0C111E23-4494-1859-E38A-487E2AEB088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681476" y="4058621"/>
              <a:ext cx="55064" cy="82332"/>
            </a:xfrm>
            <a:custGeom>
              <a:avLst/>
              <a:gdLst>
                <a:gd name="csX0" fmla="*/ 55296 w 55064"/>
                <a:gd name="csY0" fmla="*/ 59856 h 82332"/>
                <a:gd name="csX1" fmla="*/ 51060 w 55064"/>
                <a:gd name="csY1" fmla="*/ 59856 h 82332"/>
                <a:gd name="csX2" fmla="*/ 47821 w 55064"/>
                <a:gd name="csY2" fmla="*/ 71139 h 82332"/>
                <a:gd name="csX3" fmla="*/ 35488 w 55064"/>
                <a:gd name="csY3" fmla="*/ 71883 h 82332"/>
                <a:gd name="csX4" fmla="*/ 12565 w 55064"/>
                <a:gd name="csY4" fmla="*/ 71883 h 82332"/>
                <a:gd name="csX5" fmla="*/ 37481 w 55064"/>
                <a:gd name="csY5" fmla="*/ 51052 h 82332"/>
                <a:gd name="csX6" fmla="*/ 55296 w 55064"/>
                <a:gd name="csY6" fmla="*/ 24269 h 82332"/>
                <a:gd name="csX7" fmla="*/ 26144 w 55064"/>
                <a:gd name="csY7" fmla="*/ 90 h 82332"/>
                <a:gd name="csX8" fmla="*/ 231 w 55064"/>
                <a:gd name="csY8" fmla="*/ 22285 h 82332"/>
                <a:gd name="csX9" fmla="*/ 6834 w 55064"/>
                <a:gd name="csY9" fmla="*/ 29229 h 82332"/>
                <a:gd name="csX10" fmla="*/ 13437 w 55064"/>
                <a:gd name="csY10" fmla="*/ 22657 h 82332"/>
                <a:gd name="csX11" fmla="*/ 6087 w 55064"/>
                <a:gd name="csY11" fmla="*/ 16085 h 82332"/>
                <a:gd name="csX12" fmla="*/ 24275 w 55064"/>
                <a:gd name="csY12" fmla="*/ 4554 h 82332"/>
                <a:gd name="csX13" fmla="*/ 43211 w 55064"/>
                <a:gd name="csY13" fmla="*/ 24269 h 82332"/>
                <a:gd name="csX14" fmla="*/ 31501 w 55064"/>
                <a:gd name="csY14" fmla="*/ 48076 h 82332"/>
                <a:gd name="csX15" fmla="*/ 1477 w 55064"/>
                <a:gd name="csY15" fmla="*/ 77587 h 82332"/>
                <a:gd name="csX16" fmla="*/ 231 w 55064"/>
                <a:gd name="csY16" fmla="*/ 82423 h 82332"/>
                <a:gd name="csX17" fmla="*/ 51558 w 55064"/>
                <a:gd name="csY17" fmla="*/ 82423 h 82332"/>
                <a:gd name="csX18" fmla="*/ 55296 w 55064"/>
                <a:gd name="csY18" fmla="*/ 59856 h 82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5064" h="82332">
                  <a:moveTo>
                    <a:pt x="55296" y="59856"/>
                  </a:moveTo>
                  <a:lnTo>
                    <a:pt x="51060" y="59856"/>
                  </a:lnTo>
                  <a:cubicBezTo>
                    <a:pt x="50686" y="62584"/>
                    <a:pt x="49440" y="69899"/>
                    <a:pt x="47821" y="71139"/>
                  </a:cubicBezTo>
                  <a:cubicBezTo>
                    <a:pt x="46824" y="71883"/>
                    <a:pt x="37232" y="71883"/>
                    <a:pt x="35488" y="71883"/>
                  </a:cubicBezTo>
                  <a:lnTo>
                    <a:pt x="12565" y="71883"/>
                  </a:lnTo>
                  <a:cubicBezTo>
                    <a:pt x="25646" y="60352"/>
                    <a:pt x="30006" y="56880"/>
                    <a:pt x="37481" y="51052"/>
                  </a:cubicBezTo>
                  <a:cubicBezTo>
                    <a:pt x="46700" y="43736"/>
                    <a:pt x="55296" y="36049"/>
                    <a:pt x="55296" y="24269"/>
                  </a:cubicBezTo>
                  <a:cubicBezTo>
                    <a:pt x="55296" y="9266"/>
                    <a:pt x="42090" y="90"/>
                    <a:pt x="26144" y="90"/>
                  </a:cubicBezTo>
                  <a:cubicBezTo>
                    <a:pt x="10696" y="90"/>
                    <a:pt x="231" y="10878"/>
                    <a:pt x="231" y="22285"/>
                  </a:cubicBezTo>
                  <a:cubicBezTo>
                    <a:pt x="231" y="28609"/>
                    <a:pt x="5588" y="29229"/>
                    <a:pt x="6834" y="29229"/>
                  </a:cubicBezTo>
                  <a:cubicBezTo>
                    <a:pt x="9824" y="29229"/>
                    <a:pt x="13437" y="27121"/>
                    <a:pt x="13437" y="22657"/>
                  </a:cubicBezTo>
                  <a:cubicBezTo>
                    <a:pt x="13437" y="20425"/>
                    <a:pt x="12565" y="16085"/>
                    <a:pt x="6087" y="16085"/>
                  </a:cubicBezTo>
                  <a:cubicBezTo>
                    <a:pt x="9949" y="7282"/>
                    <a:pt x="18420" y="4554"/>
                    <a:pt x="24275" y="4554"/>
                  </a:cubicBezTo>
                  <a:cubicBezTo>
                    <a:pt x="36733" y="4554"/>
                    <a:pt x="43211" y="14225"/>
                    <a:pt x="43211" y="24269"/>
                  </a:cubicBezTo>
                  <a:cubicBezTo>
                    <a:pt x="43211" y="35057"/>
                    <a:pt x="35488" y="43612"/>
                    <a:pt x="31501" y="48076"/>
                  </a:cubicBezTo>
                  <a:lnTo>
                    <a:pt x="1477" y="77587"/>
                  </a:lnTo>
                  <a:cubicBezTo>
                    <a:pt x="231" y="78703"/>
                    <a:pt x="231" y="78951"/>
                    <a:pt x="231" y="82423"/>
                  </a:cubicBezTo>
                  <a:lnTo>
                    <a:pt x="51558" y="82423"/>
                  </a:lnTo>
                  <a:lnTo>
                    <a:pt x="55296" y="59856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DC03471C-C45A-FD20-ABA6-9058BE5D373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812869" y="4049375"/>
              <a:ext cx="118350" cy="41449"/>
            </a:xfrm>
            <a:custGeom>
              <a:avLst/>
              <a:gdLst>
                <a:gd name="csX0" fmla="*/ 112539 w 118350"/>
                <a:gd name="csY0" fmla="*/ 7174 h 41449"/>
                <a:gd name="csX1" fmla="*/ 118590 w 118350"/>
                <a:gd name="csY1" fmla="*/ 3631 h 41449"/>
                <a:gd name="csX2" fmla="*/ 112716 w 118350"/>
                <a:gd name="csY2" fmla="*/ 89 h 41449"/>
                <a:gd name="csX3" fmla="*/ 6112 w 118350"/>
                <a:gd name="csY3" fmla="*/ 89 h 41449"/>
                <a:gd name="csX4" fmla="*/ 239 w 118350"/>
                <a:gd name="csY4" fmla="*/ 3631 h 41449"/>
                <a:gd name="csX5" fmla="*/ 6290 w 118350"/>
                <a:gd name="csY5" fmla="*/ 7174 h 41449"/>
                <a:gd name="csX6" fmla="*/ 112539 w 118350"/>
                <a:gd name="csY6" fmla="*/ 7174 h 41449"/>
                <a:gd name="csX7" fmla="*/ 112716 w 118350"/>
                <a:gd name="csY7" fmla="*/ 41538 h 41449"/>
                <a:gd name="csX8" fmla="*/ 118590 w 118350"/>
                <a:gd name="csY8" fmla="*/ 37996 h 41449"/>
                <a:gd name="csX9" fmla="*/ 112539 w 118350"/>
                <a:gd name="csY9" fmla="*/ 34453 h 41449"/>
                <a:gd name="csX10" fmla="*/ 6290 w 118350"/>
                <a:gd name="csY10" fmla="*/ 34453 h 41449"/>
                <a:gd name="csX11" fmla="*/ 239 w 118350"/>
                <a:gd name="csY11" fmla="*/ 37996 h 41449"/>
                <a:gd name="csX12" fmla="*/ 6112 w 118350"/>
                <a:gd name="csY12" fmla="*/ 41538 h 41449"/>
                <a:gd name="csX13" fmla="*/ 112716 w 118350"/>
                <a:gd name="csY13" fmla="*/ 41538 h 41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8350" h="41449">
                  <a:moveTo>
                    <a:pt x="112539" y="7174"/>
                  </a:moveTo>
                  <a:cubicBezTo>
                    <a:pt x="115208" y="7174"/>
                    <a:pt x="118590" y="7174"/>
                    <a:pt x="118590" y="3631"/>
                  </a:cubicBezTo>
                  <a:cubicBezTo>
                    <a:pt x="118590" y="89"/>
                    <a:pt x="115208" y="89"/>
                    <a:pt x="112716" y="89"/>
                  </a:cubicBezTo>
                  <a:lnTo>
                    <a:pt x="6112" y="89"/>
                  </a:lnTo>
                  <a:cubicBezTo>
                    <a:pt x="3620" y="89"/>
                    <a:pt x="239" y="89"/>
                    <a:pt x="239" y="3631"/>
                  </a:cubicBezTo>
                  <a:cubicBezTo>
                    <a:pt x="239" y="7174"/>
                    <a:pt x="3620" y="7174"/>
                    <a:pt x="6290" y="7174"/>
                  </a:cubicBezTo>
                  <a:lnTo>
                    <a:pt x="112539" y="7174"/>
                  </a:lnTo>
                  <a:close/>
                  <a:moveTo>
                    <a:pt x="112716" y="41538"/>
                  </a:moveTo>
                  <a:cubicBezTo>
                    <a:pt x="115208" y="41538"/>
                    <a:pt x="118590" y="41538"/>
                    <a:pt x="118590" y="37996"/>
                  </a:cubicBezTo>
                  <a:cubicBezTo>
                    <a:pt x="118590" y="34453"/>
                    <a:pt x="115208" y="34453"/>
                    <a:pt x="112539" y="34453"/>
                  </a:cubicBezTo>
                  <a:lnTo>
                    <a:pt x="6290" y="34453"/>
                  </a:lnTo>
                  <a:cubicBezTo>
                    <a:pt x="3620" y="34453"/>
                    <a:pt x="239" y="34453"/>
                    <a:pt x="239" y="37996"/>
                  </a:cubicBezTo>
                  <a:cubicBezTo>
                    <a:pt x="239" y="41538"/>
                    <a:pt x="3620" y="41538"/>
                    <a:pt x="6112" y="41538"/>
                  </a:cubicBezTo>
                  <a:lnTo>
                    <a:pt x="112716" y="41538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17056450-267A-125D-8E8A-1BB52E670F4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998236" y="3996411"/>
              <a:ext cx="73858" cy="121869"/>
            </a:xfrm>
            <a:custGeom>
              <a:avLst/>
              <a:gdLst>
                <a:gd name="csX0" fmla="*/ 44386 w 73858"/>
                <a:gd name="csY0" fmla="*/ 55709 h 121869"/>
                <a:gd name="csX1" fmla="*/ 69302 w 73858"/>
                <a:gd name="csY1" fmla="*/ 24533 h 121869"/>
                <a:gd name="csX2" fmla="*/ 36555 w 73858"/>
                <a:gd name="csY2" fmla="*/ 89 h 121869"/>
                <a:gd name="csX3" fmla="*/ 5054 w 73858"/>
                <a:gd name="csY3" fmla="*/ 24179 h 121869"/>
                <a:gd name="csX4" fmla="*/ 14131 w 73858"/>
                <a:gd name="csY4" fmla="*/ 33390 h 121869"/>
                <a:gd name="csX5" fmla="*/ 23207 w 73858"/>
                <a:gd name="csY5" fmla="*/ 24356 h 121869"/>
                <a:gd name="csX6" fmla="*/ 12173 w 73858"/>
                <a:gd name="csY6" fmla="*/ 15499 h 121869"/>
                <a:gd name="csX7" fmla="*/ 35843 w 73858"/>
                <a:gd name="csY7" fmla="*/ 4517 h 121869"/>
                <a:gd name="csX8" fmla="*/ 52929 w 73858"/>
                <a:gd name="csY8" fmla="*/ 24356 h 121869"/>
                <a:gd name="csX9" fmla="*/ 47945 w 73858"/>
                <a:gd name="csY9" fmla="*/ 44550 h 121869"/>
                <a:gd name="csX10" fmla="*/ 32106 w 73858"/>
                <a:gd name="csY10" fmla="*/ 53761 h 121869"/>
                <a:gd name="csX11" fmla="*/ 25165 w 73858"/>
                <a:gd name="csY11" fmla="*/ 54292 h 121869"/>
                <a:gd name="csX12" fmla="*/ 22496 w 73858"/>
                <a:gd name="csY12" fmla="*/ 56418 h 121869"/>
                <a:gd name="csX13" fmla="*/ 26767 w 73858"/>
                <a:gd name="csY13" fmla="*/ 58366 h 121869"/>
                <a:gd name="csX14" fmla="*/ 34598 w 73858"/>
                <a:gd name="csY14" fmla="*/ 58366 h 121869"/>
                <a:gd name="csX15" fmla="*/ 55776 w 73858"/>
                <a:gd name="csY15" fmla="*/ 87771 h 121869"/>
                <a:gd name="csX16" fmla="*/ 35665 w 73858"/>
                <a:gd name="csY16" fmla="*/ 116998 h 121869"/>
                <a:gd name="csX17" fmla="*/ 8436 w 73858"/>
                <a:gd name="csY17" fmla="*/ 103536 h 121869"/>
                <a:gd name="csX18" fmla="*/ 20182 w 73858"/>
                <a:gd name="csY18" fmla="*/ 93793 h 121869"/>
                <a:gd name="csX19" fmla="*/ 10216 w 73858"/>
                <a:gd name="csY19" fmla="*/ 83874 h 121869"/>
                <a:gd name="csX20" fmla="*/ 249 w 73858"/>
                <a:gd name="csY20" fmla="*/ 94148 h 121869"/>
                <a:gd name="csX21" fmla="*/ 36199 w 73858"/>
                <a:gd name="csY21" fmla="*/ 121958 h 121869"/>
                <a:gd name="csX22" fmla="*/ 74107 w 73858"/>
                <a:gd name="csY22" fmla="*/ 87771 h 121869"/>
                <a:gd name="csX23" fmla="*/ 44386 w 73858"/>
                <a:gd name="csY23" fmla="*/ 55709 h 121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3858" h="121869">
                  <a:moveTo>
                    <a:pt x="44386" y="55709"/>
                  </a:moveTo>
                  <a:cubicBezTo>
                    <a:pt x="58980" y="50926"/>
                    <a:pt x="69302" y="38527"/>
                    <a:pt x="69302" y="24533"/>
                  </a:cubicBezTo>
                  <a:cubicBezTo>
                    <a:pt x="69302" y="10008"/>
                    <a:pt x="53641" y="89"/>
                    <a:pt x="36555" y="89"/>
                  </a:cubicBezTo>
                  <a:cubicBezTo>
                    <a:pt x="18580" y="89"/>
                    <a:pt x="5054" y="10717"/>
                    <a:pt x="5054" y="24179"/>
                  </a:cubicBezTo>
                  <a:cubicBezTo>
                    <a:pt x="5054" y="30024"/>
                    <a:pt x="8970" y="33390"/>
                    <a:pt x="14131" y="33390"/>
                  </a:cubicBezTo>
                  <a:cubicBezTo>
                    <a:pt x="19648" y="33390"/>
                    <a:pt x="23207" y="29493"/>
                    <a:pt x="23207" y="24356"/>
                  </a:cubicBezTo>
                  <a:cubicBezTo>
                    <a:pt x="23207" y="15499"/>
                    <a:pt x="14843" y="15499"/>
                    <a:pt x="12173" y="15499"/>
                  </a:cubicBezTo>
                  <a:cubicBezTo>
                    <a:pt x="17690" y="6820"/>
                    <a:pt x="29436" y="4517"/>
                    <a:pt x="35843" y="4517"/>
                  </a:cubicBezTo>
                  <a:cubicBezTo>
                    <a:pt x="43140" y="4517"/>
                    <a:pt x="52929" y="8414"/>
                    <a:pt x="52929" y="24356"/>
                  </a:cubicBezTo>
                  <a:cubicBezTo>
                    <a:pt x="52929" y="26482"/>
                    <a:pt x="52573" y="36756"/>
                    <a:pt x="47945" y="44550"/>
                  </a:cubicBezTo>
                  <a:cubicBezTo>
                    <a:pt x="42606" y="53052"/>
                    <a:pt x="36555" y="53584"/>
                    <a:pt x="32106" y="53761"/>
                  </a:cubicBezTo>
                  <a:cubicBezTo>
                    <a:pt x="30682" y="53938"/>
                    <a:pt x="26411" y="54292"/>
                    <a:pt x="25165" y="54292"/>
                  </a:cubicBezTo>
                  <a:cubicBezTo>
                    <a:pt x="23741" y="54469"/>
                    <a:pt x="22496" y="54646"/>
                    <a:pt x="22496" y="56418"/>
                  </a:cubicBezTo>
                  <a:cubicBezTo>
                    <a:pt x="22496" y="58366"/>
                    <a:pt x="23741" y="58366"/>
                    <a:pt x="26767" y="58366"/>
                  </a:cubicBezTo>
                  <a:lnTo>
                    <a:pt x="34598" y="58366"/>
                  </a:lnTo>
                  <a:cubicBezTo>
                    <a:pt x="49191" y="58366"/>
                    <a:pt x="55776" y="70411"/>
                    <a:pt x="55776" y="87771"/>
                  </a:cubicBezTo>
                  <a:cubicBezTo>
                    <a:pt x="55776" y="111861"/>
                    <a:pt x="43496" y="116998"/>
                    <a:pt x="35665" y="116998"/>
                  </a:cubicBezTo>
                  <a:cubicBezTo>
                    <a:pt x="28013" y="116998"/>
                    <a:pt x="14665" y="113987"/>
                    <a:pt x="8436" y="103536"/>
                  </a:cubicBezTo>
                  <a:cubicBezTo>
                    <a:pt x="14665" y="104422"/>
                    <a:pt x="20182" y="100525"/>
                    <a:pt x="20182" y="93793"/>
                  </a:cubicBezTo>
                  <a:cubicBezTo>
                    <a:pt x="20182" y="87416"/>
                    <a:pt x="15377" y="83874"/>
                    <a:pt x="10216" y="83874"/>
                  </a:cubicBezTo>
                  <a:cubicBezTo>
                    <a:pt x="5944" y="83874"/>
                    <a:pt x="249" y="86354"/>
                    <a:pt x="249" y="94148"/>
                  </a:cubicBezTo>
                  <a:cubicBezTo>
                    <a:pt x="249" y="110267"/>
                    <a:pt x="16800" y="121958"/>
                    <a:pt x="36199" y="121958"/>
                  </a:cubicBezTo>
                  <a:cubicBezTo>
                    <a:pt x="57912" y="121958"/>
                    <a:pt x="74107" y="105839"/>
                    <a:pt x="74107" y="87771"/>
                  </a:cubicBezTo>
                  <a:cubicBezTo>
                    <a:pt x="74107" y="73246"/>
                    <a:pt x="62895" y="59429"/>
                    <a:pt x="44386" y="55709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3BFD00A1-280A-F8EA-A9AD-5F89EA4FC00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145457" y="4027410"/>
              <a:ext cx="85960" cy="85379"/>
            </a:xfrm>
            <a:custGeom>
              <a:avLst/>
              <a:gdLst>
                <a:gd name="csX0" fmla="*/ 43325 w 85960"/>
                <a:gd name="csY0" fmla="*/ 37818 h 85379"/>
                <a:gd name="csX1" fmla="*/ 7731 w 85960"/>
                <a:gd name="csY1" fmla="*/ 2568 h 85379"/>
                <a:gd name="csX2" fmla="*/ 3816 w 85960"/>
                <a:gd name="csY2" fmla="*/ 89 h 85379"/>
                <a:gd name="csX3" fmla="*/ 256 w 85960"/>
                <a:gd name="csY3" fmla="*/ 3631 h 85379"/>
                <a:gd name="csX4" fmla="*/ 2570 w 85960"/>
                <a:gd name="csY4" fmla="*/ 7174 h 85379"/>
                <a:gd name="csX5" fmla="*/ 38164 w 85960"/>
                <a:gd name="csY5" fmla="*/ 42778 h 85379"/>
                <a:gd name="csX6" fmla="*/ 2570 w 85960"/>
                <a:gd name="csY6" fmla="*/ 78383 h 85379"/>
                <a:gd name="csX7" fmla="*/ 256 w 85960"/>
                <a:gd name="csY7" fmla="*/ 81925 h 85379"/>
                <a:gd name="csX8" fmla="*/ 3816 w 85960"/>
                <a:gd name="csY8" fmla="*/ 85468 h 85379"/>
                <a:gd name="csX9" fmla="*/ 7731 w 85960"/>
                <a:gd name="csY9" fmla="*/ 82988 h 85379"/>
                <a:gd name="csX10" fmla="*/ 43147 w 85960"/>
                <a:gd name="csY10" fmla="*/ 47738 h 85379"/>
                <a:gd name="csX11" fmla="*/ 79987 w 85960"/>
                <a:gd name="csY11" fmla="*/ 84405 h 85379"/>
                <a:gd name="csX12" fmla="*/ 82657 w 85960"/>
                <a:gd name="csY12" fmla="*/ 85468 h 85379"/>
                <a:gd name="csX13" fmla="*/ 86216 w 85960"/>
                <a:gd name="csY13" fmla="*/ 81925 h 85379"/>
                <a:gd name="csX14" fmla="*/ 85683 w 85960"/>
                <a:gd name="csY14" fmla="*/ 79977 h 85379"/>
                <a:gd name="csX15" fmla="*/ 48309 w 85960"/>
                <a:gd name="csY15" fmla="*/ 42778 h 85379"/>
                <a:gd name="csX16" fmla="*/ 80877 w 85960"/>
                <a:gd name="csY16" fmla="*/ 10362 h 85379"/>
                <a:gd name="csX17" fmla="*/ 85327 w 85960"/>
                <a:gd name="csY17" fmla="*/ 5934 h 85379"/>
                <a:gd name="csX18" fmla="*/ 86216 w 85960"/>
                <a:gd name="csY18" fmla="*/ 3631 h 85379"/>
                <a:gd name="csX19" fmla="*/ 82657 w 85960"/>
                <a:gd name="csY19" fmla="*/ 89 h 85379"/>
                <a:gd name="csX20" fmla="*/ 78564 w 85960"/>
                <a:gd name="csY20" fmla="*/ 2746 h 85379"/>
                <a:gd name="csX21" fmla="*/ 43325 w 85960"/>
                <a:gd name="csY21" fmla="*/ 37818 h 85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5960" h="85379">
                  <a:moveTo>
                    <a:pt x="43325" y="37818"/>
                  </a:moveTo>
                  <a:lnTo>
                    <a:pt x="7731" y="2568"/>
                  </a:lnTo>
                  <a:cubicBezTo>
                    <a:pt x="5595" y="443"/>
                    <a:pt x="5240" y="89"/>
                    <a:pt x="3816" y="89"/>
                  </a:cubicBezTo>
                  <a:cubicBezTo>
                    <a:pt x="2036" y="89"/>
                    <a:pt x="256" y="1683"/>
                    <a:pt x="256" y="3631"/>
                  </a:cubicBezTo>
                  <a:cubicBezTo>
                    <a:pt x="256" y="4871"/>
                    <a:pt x="612" y="5225"/>
                    <a:pt x="2570" y="7174"/>
                  </a:cubicBezTo>
                  <a:lnTo>
                    <a:pt x="38164" y="42778"/>
                  </a:lnTo>
                  <a:lnTo>
                    <a:pt x="2570" y="78383"/>
                  </a:lnTo>
                  <a:cubicBezTo>
                    <a:pt x="612" y="80331"/>
                    <a:pt x="256" y="80685"/>
                    <a:pt x="256" y="81925"/>
                  </a:cubicBezTo>
                  <a:cubicBezTo>
                    <a:pt x="256" y="83874"/>
                    <a:pt x="2036" y="85468"/>
                    <a:pt x="3816" y="85468"/>
                  </a:cubicBezTo>
                  <a:cubicBezTo>
                    <a:pt x="5240" y="85468"/>
                    <a:pt x="5595" y="85114"/>
                    <a:pt x="7731" y="82988"/>
                  </a:cubicBezTo>
                  <a:lnTo>
                    <a:pt x="43147" y="47738"/>
                  </a:lnTo>
                  <a:lnTo>
                    <a:pt x="79987" y="84405"/>
                  </a:lnTo>
                  <a:cubicBezTo>
                    <a:pt x="80343" y="84582"/>
                    <a:pt x="81589" y="85468"/>
                    <a:pt x="82657" y="85468"/>
                  </a:cubicBezTo>
                  <a:cubicBezTo>
                    <a:pt x="84793" y="85468"/>
                    <a:pt x="86216" y="83874"/>
                    <a:pt x="86216" y="81925"/>
                  </a:cubicBezTo>
                  <a:cubicBezTo>
                    <a:pt x="86216" y="81571"/>
                    <a:pt x="86216" y="80862"/>
                    <a:pt x="85683" y="79977"/>
                  </a:cubicBezTo>
                  <a:cubicBezTo>
                    <a:pt x="85505" y="79622"/>
                    <a:pt x="57207" y="51812"/>
                    <a:pt x="48309" y="42778"/>
                  </a:cubicBezTo>
                  <a:lnTo>
                    <a:pt x="80877" y="10362"/>
                  </a:lnTo>
                  <a:cubicBezTo>
                    <a:pt x="81767" y="9300"/>
                    <a:pt x="84437" y="6997"/>
                    <a:pt x="85327" y="5934"/>
                  </a:cubicBezTo>
                  <a:cubicBezTo>
                    <a:pt x="85505" y="5580"/>
                    <a:pt x="86216" y="4871"/>
                    <a:pt x="86216" y="3631"/>
                  </a:cubicBezTo>
                  <a:cubicBezTo>
                    <a:pt x="86216" y="1683"/>
                    <a:pt x="84793" y="89"/>
                    <a:pt x="82657" y="89"/>
                  </a:cubicBezTo>
                  <a:cubicBezTo>
                    <a:pt x="81233" y="89"/>
                    <a:pt x="80521" y="797"/>
                    <a:pt x="78564" y="2746"/>
                  </a:cubicBezTo>
                  <a:lnTo>
                    <a:pt x="43325" y="37818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974BA89E-A8C9-DF27-9423-70FC396944A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313105" y="3996411"/>
              <a:ext cx="58730" cy="117972"/>
            </a:xfrm>
            <a:custGeom>
              <a:avLst/>
              <a:gdLst>
                <a:gd name="csX0" fmla="*/ 36750 w 58730"/>
                <a:gd name="csY0" fmla="*/ 4694 h 117972"/>
                <a:gd name="csX1" fmla="*/ 32657 w 58730"/>
                <a:gd name="csY1" fmla="*/ 89 h 117972"/>
                <a:gd name="csX2" fmla="*/ 266 w 58730"/>
                <a:gd name="csY2" fmla="*/ 11425 h 117972"/>
                <a:gd name="csX3" fmla="*/ 266 w 58730"/>
                <a:gd name="csY3" fmla="*/ 16916 h 117972"/>
                <a:gd name="csX4" fmla="*/ 23581 w 58730"/>
                <a:gd name="csY4" fmla="*/ 12311 h 117972"/>
                <a:gd name="csX5" fmla="*/ 23581 w 58730"/>
                <a:gd name="csY5" fmla="*/ 104067 h 117972"/>
                <a:gd name="csX6" fmla="*/ 7029 w 58730"/>
                <a:gd name="csY6" fmla="*/ 112570 h 117972"/>
                <a:gd name="csX7" fmla="*/ 1334 w 58730"/>
                <a:gd name="csY7" fmla="*/ 112570 h 117972"/>
                <a:gd name="csX8" fmla="*/ 1334 w 58730"/>
                <a:gd name="csY8" fmla="*/ 118061 h 117972"/>
                <a:gd name="csX9" fmla="*/ 30165 w 58730"/>
                <a:gd name="csY9" fmla="*/ 117530 h 117972"/>
                <a:gd name="csX10" fmla="*/ 58997 w 58730"/>
                <a:gd name="csY10" fmla="*/ 118061 h 117972"/>
                <a:gd name="csX11" fmla="*/ 58997 w 58730"/>
                <a:gd name="csY11" fmla="*/ 112570 h 117972"/>
                <a:gd name="csX12" fmla="*/ 53302 w 58730"/>
                <a:gd name="csY12" fmla="*/ 112570 h 117972"/>
                <a:gd name="csX13" fmla="*/ 36750 w 58730"/>
                <a:gd name="csY13" fmla="*/ 104067 h 117972"/>
                <a:gd name="csX14" fmla="*/ 36750 w 58730"/>
                <a:gd name="csY14" fmla="*/ 4694 h 117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8730" h="117972">
                  <a:moveTo>
                    <a:pt x="36750" y="4694"/>
                  </a:moveTo>
                  <a:cubicBezTo>
                    <a:pt x="36750" y="443"/>
                    <a:pt x="36750" y="89"/>
                    <a:pt x="32657" y="89"/>
                  </a:cubicBezTo>
                  <a:cubicBezTo>
                    <a:pt x="21623" y="11425"/>
                    <a:pt x="5961" y="11425"/>
                    <a:pt x="266" y="11425"/>
                  </a:cubicBezTo>
                  <a:lnTo>
                    <a:pt x="266" y="16916"/>
                  </a:lnTo>
                  <a:cubicBezTo>
                    <a:pt x="3826" y="16916"/>
                    <a:pt x="14326" y="16916"/>
                    <a:pt x="23581" y="12311"/>
                  </a:cubicBezTo>
                  <a:lnTo>
                    <a:pt x="23581" y="104067"/>
                  </a:lnTo>
                  <a:cubicBezTo>
                    <a:pt x="23581" y="110444"/>
                    <a:pt x="23047" y="112570"/>
                    <a:pt x="7029" y="112570"/>
                  </a:cubicBezTo>
                  <a:lnTo>
                    <a:pt x="1334" y="112570"/>
                  </a:lnTo>
                  <a:lnTo>
                    <a:pt x="1334" y="118061"/>
                  </a:lnTo>
                  <a:cubicBezTo>
                    <a:pt x="7563" y="117530"/>
                    <a:pt x="23047" y="117530"/>
                    <a:pt x="30165" y="117530"/>
                  </a:cubicBezTo>
                  <a:cubicBezTo>
                    <a:pt x="37284" y="117530"/>
                    <a:pt x="52768" y="117530"/>
                    <a:pt x="58997" y="118061"/>
                  </a:cubicBezTo>
                  <a:lnTo>
                    <a:pt x="58997" y="112570"/>
                  </a:lnTo>
                  <a:lnTo>
                    <a:pt x="53302" y="112570"/>
                  </a:lnTo>
                  <a:cubicBezTo>
                    <a:pt x="37284" y="112570"/>
                    <a:pt x="36750" y="110621"/>
                    <a:pt x="36750" y="104067"/>
                  </a:cubicBezTo>
                  <a:lnTo>
                    <a:pt x="36750" y="4694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418A3ACF-568F-DD90-63BA-977AFE5923C2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393193" y="3996411"/>
              <a:ext cx="74925" cy="121869"/>
            </a:xfrm>
            <a:custGeom>
              <a:avLst/>
              <a:gdLst>
                <a:gd name="csX0" fmla="*/ 75197 w 74925"/>
                <a:gd name="csY0" fmla="*/ 61378 h 121869"/>
                <a:gd name="csX1" fmla="*/ 68078 w 74925"/>
                <a:gd name="csY1" fmla="*/ 19928 h 121869"/>
                <a:gd name="csX2" fmla="*/ 37823 w 74925"/>
                <a:gd name="csY2" fmla="*/ 89 h 121869"/>
                <a:gd name="csX3" fmla="*/ 6856 w 74925"/>
                <a:gd name="csY3" fmla="*/ 21168 h 121869"/>
                <a:gd name="csX4" fmla="*/ 271 w 74925"/>
                <a:gd name="csY4" fmla="*/ 61378 h 121869"/>
                <a:gd name="csX5" fmla="*/ 8280 w 74925"/>
                <a:gd name="csY5" fmla="*/ 104067 h 121869"/>
                <a:gd name="csX6" fmla="*/ 37645 w 74925"/>
                <a:gd name="csY6" fmla="*/ 121958 h 121869"/>
                <a:gd name="csX7" fmla="*/ 68612 w 74925"/>
                <a:gd name="csY7" fmla="*/ 101410 h 121869"/>
                <a:gd name="csX8" fmla="*/ 75197 w 74925"/>
                <a:gd name="csY8" fmla="*/ 61378 h 121869"/>
                <a:gd name="csX9" fmla="*/ 37645 w 74925"/>
                <a:gd name="csY9" fmla="*/ 118061 h 121869"/>
                <a:gd name="csX10" fmla="*/ 17001 w 74925"/>
                <a:gd name="csY10" fmla="*/ 96628 h 121869"/>
                <a:gd name="csX11" fmla="*/ 15043 w 74925"/>
                <a:gd name="csY11" fmla="*/ 59252 h 121869"/>
                <a:gd name="csX12" fmla="*/ 16467 w 74925"/>
                <a:gd name="csY12" fmla="*/ 26659 h 121869"/>
                <a:gd name="csX13" fmla="*/ 37645 w 74925"/>
                <a:gd name="csY13" fmla="*/ 3986 h 121869"/>
                <a:gd name="csX14" fmla="*/ 58646 w 74925"/>
                <a:gd name="csY14" fmla="*/ 24710 h 121869"/>
                <a:gd name="csX15" fmla="*/ 60426 w 74925"/>
                <a:gd name="csY15" fmla="*/ 59252 h 121869"/>
                <a:gd name="csX16" fmla="*/ 58468 w 74925"/>
                <a:gd name="csY16" fmla="*/ 95919 h 121869"/>
                <a:gd name="csX17" fmla="*/ 37645 w 74925"/>
                <a:gd name="csY17" fmla="*/ 118061 h 121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925" h="121869">
                  <a:moveTo>
                    <a:pt x="75197" y="61378"/>
                  </a:moveTo>
                  <a:cubicBezTo>
                    <a:pt x="75197" y="47207"/>
                    <a:pt x="74307" y="33036"/>
                    <a:pt x="68078" y="19928"/>
                  </a:cubicBezTo>
                  <a:cubicBezTo>
                    <a:pt x="59892" y="2923"/>
                    <a:pt x="45298" y="89"/>
                    <a:pt x="37823" y="89"/>
                  </a:cubicBezTo>
                  <a:cubicBezTo>
                    <a:pt x="27145" y="89"/>
                    <a:pt x="14153" y="4694"/>
                    <a:pt x="6856" y="21168"/>
                  </a:cubicBezTo>
                  <a:cubicBezTo>
                    <a:pt x="1161" y="33390"/>
                    <a:pt x="271" y="47207"/>
                    <a:pt x="271" y="61378"/>
                  </a:cubicBezTo>
                  <a:cubicBezTo>
                    <a:pt x="271" y="74663"/>
                    <a:pt x="983" y="90605"/>
                    <a:pt x="8280" y="104067"/>
                  </a:cubicBezTo>
                  <a:cubicBezTo>
                    <a:pt x="15933" y="118415"/>
                    <a:pt x="28925" y="121958"/>
                    <a:pt x="37645" y="121958"/>
                  </a:cubicBezTo>
                  <a:cubicBezTo>
                    <a:pt x="47256" y="121958"/>
                    <a:pt x="60782" y="118238"/>
                    <a:pt x="68612" y="101410"/>
                  </a:cubicBezTo>
                  <a:cubicBezTo>
                    <a:pt x="74307" y="89188"/>
                    <a:pt x="75197" y="75371"/>
                    <a:pt x="75197" y="61378"/>
                  </a:cubicBezTo>
                  <a:close/>
                  <a:moveTo>
                    <a:pt x="37645" y="118061"/>
                  </a:moveTo>
                  <a:cubicBezTo>
                    <a:pt x="30704" y="118061"/>
                    <a:pt x="20204" y="113633"/>
                    <a:pt x="17001" y="96628"/>
                  </a:cubicBezTo>
                  <a:cubicBezTo>
                    <a:pt x="15043" y="85999"/>
                    <a:pt x="15043" y="69703"/>
                    <a:pt x="15043" y="59252"/>
                  </a:cubicBezTo>
                  <a:cubicBezTo>
                    <a:pt x="15043" y="47915"/>
                    <a:pt x="15043" y="36224"/>
                    <a:pt x="16467" y="26659"/>
                  </a:cubicBezTo>
                  <a:cubicBezTo>
                    <a:pt x="19848" y="5580"/>
                    <a:pt x="33196" y="3986"/>
                    <a:pt x="37645" y="3986"/>
                  </a:cubicBezTo>
                  <a:cubicBezTo>
                    <a:pt x="43518" y="3986"/>
                    <a:pt x="55264" y="7174"/>
                    <a:pt x="58646" y="24710"/>
                  </a:cubicBezTo>
                  <a:cubicBezTo>
                    <a:pt x="60426" y="34630"/>
                    <a:pt x="60426" y="48092"/>
                    <a:pt x="60426" y="59252"/>
                  </a:cubicBezTo>
                  <a:cubicBezTo>
                    <a:pt x="60426" y="72537"/>
                    <a:pt x="60426" y="84582"/>
                    <a:pt x="58468" y="95919"/>
                  </a:cubicBezTo>
                  <a:cubicBezTo>
                    <a:pt x="55798" y="112747"/>
                    <a:pt x="45654" y="118061"/>
                    <a:pt x="37645" y="118061"/>
                  </a:cubicBez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2A6DBF94-4029-F6B9-B2B4-471AF6AC1CD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488693" y="4007147"/>
              <a:ext cx="84216" cy="6075"/>
            </a:xfrm>
            <a:custGeom>
              <a:avLst/>
              <a:gdLst>
                <a:gd name="csX0" fmla="*/ 79509 w 84216"/>
                <a:gd name="csY0" fmla="*/ 6160 h 6075"/>
                <a:gd name="csX1" fmla="*/ 84492 w 84216"/>
                <a:gd name="csY1" fmla="*/ 3184 h 6075"/>
                <a:gd name="csX2" fmla="*/ 79509 w 84216"/>
                <a:gd name="csY2" fmla="*/ 84 h 6075"/>
                <a:gd name="csX3" fmla="*/ 5259 w 84216"/>
                <a:gd name="csY3" fmla="*/ 84 h 6075"/>
                <a:gd name="csX4" fmla="*/ 276 w 84216"/>
                <a:gd name="csY4" fmla="*/ 3060 h 6075"/>
                <a:gd name="csX5" fmla="*/ 5259 w 84216"/>
                <a:gd name="csY5" fmla="*/ 6160 h 6075"/>
                <a:gd name="csX6" fmla="*/ 79509 w 84216"/>
                <a:gd name="csY6" fmla="*/ 6160 h 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4216" h="6075">
                  <a:moveTo>
                    <a:pt x="79509" y="6160"/>
                  </a:moveTo>
                  <a:cubicBezTo>
                    <a:pt x="81502" y="6160"/>
                    <a:pt x="84492" y="6160"/>
                    <a:pt x="84492" y="3184"/>
                  </a:cubicBezTo>
                  <a:cubicBezTo>
                    <a:pt x="84492" y="84"/>
                    <a:pt x="81627" y="84"/>
                    <a:pt x="79509" y="84"/>
                  </a:cubicBezTo>
                  <a:lnTo>
                    <a:pt x="5259" y="84"/>
                  </a:lnTo>
                  <a:cubicBezTo>
                    <a:pt x="3266" y="84"/>
                    <a:pt x="276" y="84"/>
                    <a:pt x="276" y="3060"/>
                  </a:cubicBezTo>
                  <a:cubicBezTo>
                    <a:pt x="276" y="6160"/>
                    <a:pt x="3142" y="6160"/>
                    <a:pt x="5259" y="6160"/>
                  </a:cubicBezTo>
                  <a:lnTo>
                    <a:pt x="79509" y="6160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2735ADC6-99CB-848C-746B-17CAE968BBC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591329" y="3957673"/>
              <a:ext cx="61044" cy="83572"/>
            </a:xfrm>
            <a:custGeom>
              <a:avLst/>
              <a:gdLst>
                <a:gd name="csX0" fmla="*/ 61327 w 61044"/>
                <a:gd name="csY0" fmla="*/ 63322 h 83572"/>
                <a:gd name="csX1" fmla="*/ 61327 w 61044"/>
                <a:gd name="csY1" fmla="*/ 58858 h 83572"/>
                <a:gd name="csX2" fmla="*/ 47498 w 61044"/>
                <a:gd name="csY2" fmla="*/ 58858 h 83572"/>
                <a:gd name="csX3" fmla="*/ 47498 w 61044"/>
                <a:gd name="csY3" fmla="*/ 3556 h 83572"/>
                <a:gd name="csX4" fmla="*/ 44758 w 61044"/>
                <a:gd name="csY4" fmla="*/ 84 h 83572"/>
                <a:gd name="csX5" fmla="*/ 41518 w 61044"/>
                <a:gd name="csY5" fmla="*/ 1820 h 83572"/>
                <a:gd name="csX6" fmla="*/ 282 w 61044"/>
                <a:gd name="csY6" fmla="*/ 58858 h 83572"/>
                <a:gd name="csX7" fmla="*/ 282 w 61044"/>
                <a:gd name="csY7" fmla="*/ 63322 h 83572"/>
                <a:gd name="csX8" fmla="*/ 36909 w 61044"/>
                <a:gd name="csY8" fmla="*/ 63322 h 83572"/>
                <a:gd name="csX9" fmla="*/ 36909 w 61044"/>
                <a:gd name="csY9" fmla="*/ 73489 h 83572"/>
                <a:gd name="csX10" fmla="*/ 26818 w 61044"/>
                <a:gd name="csY10" fmla="*/ 79193 h 83572"/>
                <a:gd name="csX11" fmla="*/ 23454 w 61044"/>
                <a:gd name="csY11" fmla="*/ 79193 h 83572"/>
                <a:gd name="csX12" fmla="*/ 23454 w 61044"/>
                <a:gd name="csY12" fmla="*/ 83657 h 83572"/>
                <a:gd name="csX13" fmla="*/ 42141 w 61044"/>
                <a:gd name="csY13" fmla="*/ 83161 h 83572"/>
                <a:gd name="csX14" fmla="*/ 60953 w 61044"/>
                <a:gd name="csY14" fmla="*/ 83657 h 83572"/>
                <a:gd name="csX15" fmla="*/ 60953 w 61044"/>
                <a:gd name="csY15" fmla="*/ 79193 h 83572"/>
                <a:gd name="csX16" fmla="*/ 57589 w 61044"/>
                <a:gd name="csY16" fmla="*/ 79193 h 83572"/>
                <a:gd name="csX17" fmla="*/ 47498 w 61044"/>
                <a:gd name="csY17" fmla="*/ 73489 h 83572"/>
                <a:gd name="csX18" fmla="*/ 47498 w 61044"/>
                <a:gd name="csY18" fmla="*/ 63322 h 83572"/>
                <a:gd name="csX19" fmla="*/ 61327 w 61044"/>
                <a:gd name="csY19" fmla="*/ 63322 h 83572"/>
                <a:gd name="csX20" fmla="*/ 37781 w 61044"/>
                <a:gd name="csY20" fmla="*/ 13476 h 83572"/>
                <a:gd name="csX21" fmla="*/ 37781 w 61044"/>
                <a:gd name="csY21" fmla="*/ 58858 h 83572"/>
                <a:gd name="csX22" fmla="*/ 4892 w 61044"/>
                <a:gd name="csY22" fmla="*/ 58858 h 83572"/>
                <a:gd name="csX23" fmla="*/ 37781 w 61044"/>
                <a:gd name="csY23" fmla="*/ 13476 h 83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1044" h="83572">
                  <a:moveTo>
                    <a:pt x="61327" y="63322"/>
                  </a:moveTo>
                  <a:lnTo>
                    <a:pt x="61327" y="58858"/>
                  </a:lnTo>
                  <a:lnTo>
                    <a:pt x="47498" y="58858"/>
                  </a:lnTo>
                  <a:lnTo>
                    <a:pt x="47498" y="3556"/>
                  </a:lnTo>
                  <a:cubicBezTo>
                    <a:pt x="47498" y="952"/>
                    <a:pt x="47498" y="84"/>
                    <a:pt x="44758" y="84"/>
                  </a:cubicBezTo>
                  <a:cubicBezTo>
                    <a:pt x="43263" y="84"/>
                    <a:pt x="42764" y="84"/>
                    <a:pt x="41518" y="1820"/>
                  </a:cubicBezTo>
                  <a:lnTo>
                    <a:pt x="282" y="58858"/>
                  </a:lnTo>
                  <a:lnTo>
                    <a:pt x="282" y="63322"/>
                  </a:lnTo>
                  <a:lnTo>
                    <a:pt x="36909" y="63322"/>
                  </a:lnTo>
                  <a:lnTo>
                    <a:pt x="36909" y="73489"/>
                  </a:lnTo>
                  <a:cubicBezTo>
                    <a:pt x="36909" y="77705"/>
                    <a:pt x="36909" y="79193"/>
                    <a:pt x="26818" y="79193"/>
                  </a:cubicBezTo>
                  <a:lnTo>
                    <a:pt x="23454" y="79193"/>
                  </a:lnTo>
                  <a:lnTo>
                    <a:pt x="23454" y="83657"/>
                  </a:lnTo>
                  <a:cubicBezTo>
                    <a:pt x="29683" y="83409"/>
                    <a:pt x="37656" y="83161"/>
                    <a:pt x="42141" y="83161"/>
                  </a:cubicBezTo>
                  <a:cubicBezTo>
                    <a:pt x="46751" y="83161"/>
                    <a:pt x="54724" y="83409"/>
                    <a:pt x="60953" y="83657"/>
                  </a:cubicBezTo>
                  <a:lnTo>
                    <a:pt x="60953" y="79193"/>
                  </a:lnTo>
                  <a:lnTo>
                    <a:pt x="57589" y="79193"/>
                  </a:lnTo>
                  <a:cubicBezTo>
                    <a:pt x="47498" y="79193"/>
                    <a:pt x="47498" y="77705"/>
                    <a:pt x="47498" y="73489"/>
                  </a:cubicBezTo>
                  <a:lnTo>
                    <a:pt x="47498" y="63322"/>
                  </a:lnTo>
                  <a:lnTo>
                    <a:pt x="61327" y="63322"/>
                  </a:lnTo>
                  <a:close/>
                  <a:moveTo>
                    <a:pt x="37781" y="13476"/>
                  </a:moveTo>
                  <a:lnTo>
                    <a:pt x="37781" y="58858"/>
                  </a:lnTo>
                  <a:lnTo>
                    <a:pt x="4892" y="58858"/>
                  </a:lnTo>
                  <a:lnTo>
                    <a:pt x="37781" y="13476"/>
                  </a:lnTo>
                  <a:close/>
                </a:path>
              </a:pathLst>
            </a:custGeom>
            <a:solidFill>
              <a:srgbClr val="000000"/>
            </a:solidFill>
            <a:ln w="17792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硬件系统设计：PCB设计</a:t>
            </a:r>
            <a:endParaRPr lang="en-US" sz="1100"/>
          </a:p>
        </p:txBody>
      </p:sp>
      <p:pic>
        <p:nvPicPr>
          <p:cNvPr id="190" name="Picture 4"/>
          <p:cNvPicPr>
            <a:picLocks noChangeAspect="1"/>
          </p:cNvPicPr>
          <p:nvPr/>
        </p:nvPicPr>
        <p:blipFill>
          <a:blip r:embed="rId16"/>
          <a:srcRect t="5904" b="5904"/>
          <a:stretch>
            <a:fillRect/>
          </a:stretch>
        </p:blipFill>
        <p:spPr>
          <a:xfrm>
            <a:off x="762000" y="1651000"/>
            <a:ext cx="4826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91" name="AutoShape 5"/>
          <p:cNvSpPr/>
          <p:nvPr>
            <p:custDataLst>
              <p:tags r:id="rId1"/>
            </p:custDataLst>
          </p:nvPr>
        </p:nvSpPr>
        <p:spPr>
          <a:xfrm>
            <a:off x="6096000" y="1651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" name="AutoShape 6"/>
          <p:cNvSpPr/>
          <p:nvPr>
            <p:custDataLst>
              <p:tags r:id="rId2"/>
            </p:custDataLst>
          </p:nvPr>
        </p:nvSpPr>
        <p:spPr>
          <a:xfrm>
            <a:off x="6096000" y="1841500"/>
            <a:ext cx="76200" cy="889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3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26200" y="1968500"/>
            <a:ext cx="609600" cy="609600"/>
          </a:xfrm>
          <a:prstGeom prst="rect">
            <a:avLst/>
          </a:prstGeom>
        </p:spPr>
      </p:pic>
      <p:sp>
        <p:nvSpPr>
          <p:cNvPr id="194" name="AutoShape 8"/>
          <p:cNvSpPr/>
          <p:nvPr>
            <p:custDataLst>
              <p:tags r:id="rId4"/>
            </p:custDataLst>
          </p:nvPr>
        </p:nvSpPr>
        <p:spPr>
          <a:xfrm>
            <a:off x="7239000" y="1778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地平面隔离设计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严格遵循“模拟地与数字地”分离原则，有效抑制高频噪声耦合，确保数模混合电路的信号纯净度与抗干扰能力。</a:t>
            </a:r>
          </a:p>
        </p:txBody>
      </p:sp>
      <p:sp>
        <p:nvSpPr>
          <p:cNvPr id="195" name="AutoShape 9"/>
          <p:cNvSpPr/>
          <p:nvPr>
            <p:custDataLst>
              <p:tags r:id="rId5"/>
            </p:custDataLst>
          </p:nvPr>
        </p:nvSpPr>
        <p:spPr>
          <a:xfrm>
            <a:off x="6096000" y="3175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" name="AutoShape 10"/>
          <p:cNvSpPr/>
          <p:nvPr>
            <p:custDataLst>
              <p:tags r:id="rId6"/>
            </p:custDataLst>
          </p:nvPr>
        </p:nvSpPr>
        <p:spPr>
          <a:xfrm>
            <a:off x="6096000" y="3365500"/>
            <a:ext cx="76200" cy="889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7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26200" y="3492500"/>
            <a:ext cx="609600" cy="609600"/>
          </a:xfrm>
          <a:prstGeom prst="rect">
            <a:avLst/>
          </a:prstGeom>
        </p:spPr>
      </p:pic>
      <p:sp>
        <p:nvSpPr>
          <p:cNvPr id="198" name="AutoShape 12"/>
          <p:cNvSpPr/>
          <p:nvPr>
            <p:custDataLst>
              <p:tags r:id="rId8"/>
            </p:custDataLst>
          </p:nvPr>
        </p:nvSpPr>
        <p:spPr>
          <a:xfrm>
            <a:off x="7239000" y="3302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关键信号路径优化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对电源、信号调理电路进行针对性布线优化，缩短关键走线长度，最大程度保障信号完整性 (SI) 与电源完整性 (PI)。</a:t>
            </a:r>
          </a:p>
        </p:txBody>
      </p:sp>
      <p:sp>
        <p:nvSpPr>
          <p:cNvPr id="199" name="AutoShape 13"/>
          <p:cNvSpPr/>
          <p:nvPr>
            <p:custDataLst>
              <p:tags r:id="rId9"/>
            </p:custDataLst>
          </p:nvPr>
        </p:nvSpPr>
        <p:spPr>
          <a:xfrm>
            <a:off x="6096000" y="4699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" name="AutoShape 14"/>
          <p:cNvSpPr/>
          <p:nvPr>
            <p:custDataLst>
              <p:tags r:id="rId10"/>
            </p:custDataLst>
          </p:nvPr>
        </p:nvSpPr>
        <p:spPr>
          <a:xfrm>
            <a:off x="6096000" y="4889500"/>
            <a:ext cx="76200" cy="889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1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26200" y="5016500"/>
            <a:ext cx="609600" cy="609600"/>
          </a:xfrm>
          <a:prstGeom prst="rect">
            <a:avLst/>
          </a:prstGeom>
        </p:spPr>
      </p:pic>
      <p:sp>
        <p:nvSpPr>
          <p:cNvPr id="202" name="AutoShape 16"/>
          <p:cNvSpPr/>
          <p:nvPr>
            <p:custDataLst>
              <p:tags r:id="rId12"/>
            </p:custDataLst>
          </p:nvPr>
        </p:nvSpPr>
        <p:spPr>
          <a:xfrm>
            <a:off x="7239000" y="482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双层板功能分区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顶层(红色区域)与底层(蓝色区域)功能分区明确，将接口电路与核心控制区物理隔离，从物理层保障系统长期运行的稳定性。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27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482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E0E0E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SOFTWARE ARCHITECTURE DESIGN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软件架构：ZYNQ-7020异构计算</a:t>
            </a:r>
            <a:endParaRPr lang="en-US" sz="1100"/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4"/>
          <a:srcRect t="1755" b="1755"/>
          <a:stretch>
            <a:fillRect/>
          </a:stretch>
        </p:blipFill>
        <p:spPr>
          <a:xfrm>
            <a:off x="762000" y="1778000"/>
            <a:ext cx="4318000" cy="4318000"/>
          </a:xfrm>
          <a:prstGeom prst="roundRect">
            <a:avLst>
              <a:gd name="adj" fmla="val 3529"/>
            </a:avLst>
          </a:prstGeom>
          <a:noFill/>
          <a:ln w="381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5"/>
          <p:cNvSpPr/>
          <p:nvPr/>
        </p:nvSpPr>
        <p:spPr>
          <a:xfrm>
            <a:off x="5461000" y="1778000"/>
            <a:ext cx="596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6"/>
          <p:cNvSpPr/>
          <p:nvPr/>
        </p:nvSpPr>
        <p:spPr>
          <a:xfrm>
            <a:off x="5461000" y="177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968500"/>
            <a:ext cx="355600" cy="355600"/>
          </a:xfrm>
          <a:prstGeom prst="rect">
            <a:avLst/>
          </a:prstGeom>
        </p:spPr>
      </p:pic>
      <p:sp>
        <p:nvSpPr>
          <p:cNvPr id="14" name="AutoShape 8"/>
          <p:cNvSpPr/>
          <p:nvPr/>
        </p:nvSpPr>
        <p:spPr>
          <a:xfrm>
            <a:off x="6350000" y="19304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处理系统 (PS - Processing System)</a:t>
            </a:r>
            <a:endParaRPr lang="en-US" sz="1100"/>
          </a:p>
        </p:txBody>
      </p:sp>
      <p:sp>
        <p:nvSpPr>
          <p:cNvPr id="15" name="AutoShape 9"/>
          <p:cNvSpPr/>
          <p:nvPr/>
        </p:nvSpPr>
        <p:spPr>
          <a:xfrm>
            <a:off x="5791200" y="25400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双核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ARM Cortex-A9 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处理器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</a:t>
            </a:r>
            <a:r>
              <a:rPr lang="en-US" sz="13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复杂的控制和</a:t>
            </a:r>
            <a:r>
              <a:rPr lang="zh-CN" altLang="en-US" sz="13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r>
              <a:rPr lang="en-US" sz="13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任务：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人机交互界面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300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复杂信号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</a:t>
            </a:r>
            <a:r>
              <a:rPr lang="zh-CN" alt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FFT</a:t>
            </a:r>
            <a:r>
              <a:rPr lang="zh-CN" alt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agc</a:t>
            </a:r>
            <a:r>
              <a:rPr lang="zh-CN" alt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6" name="AutoShape 10"/>
          <p:cNvSpPr/>
          <p:nvPr/>
        </p:nvSpPr>
        <p:spPr>
          <a:xfrm>
            <a:off x="5461000" y="4191000"/>
            <a:ext cx="596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1"/>
          <p:cNvSpPr/>
          <p:nvPr/>
        </p:nvSpPr>
        <p:spPr>
          <a:xfrm>
            <a:off x="5461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4381500"/>
            <a:ext cx="355600" cy="355600"/>
          </a:xfrm>
          <a:prstGeom prst="rect">
            <a:avLst/>
          </a:prstGeom>
        </p:spPr>
      </p:pic>
      <p:sp>
        <p:nvSpPr>
          <p:cNvPr id="19" name="AutoShape 13"/>
          <p:cNvSpPr/>
          <p:nvPr/>
        </p:nvSpPr>
        <p:spPr>
          <a:xfrm>
            <a:off x="6350000" y="43434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可编程逻辑 (PL - Programmable Logic)</a:t>
            </a:r>
            <a:endParaRPr lang="en-US" sz="1100"/>
          </a:p>
        </p:txBody>
      </p:sp>
      <p:sp>
        <p:nvSpPr>
          <p:cNvPr id="20" name="AutoShape 14"/>
          <p:cNvSpPr/>
          <p:nvPr/>
        </p:nvSpPr>
        <p:spPr>
          <a:xfrm>
            <a:off x="5791200" y="49530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中等规模的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FPGA 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逻辑阵列，提供灵活的硬件可编程能力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</a:t>
            </a:r>
            <a:r>
              <a:rPr lang="en-US" sz="13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高实时性、高并行度的硬件加速任务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，处理底层信号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任务：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直接数字频率合成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(DDS)、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高速数据采集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(ADC)、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实时信号处理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zh-CN" alt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过峰检测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IQ解调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软件架构：ZYNQ Block Design</a:t>
            </a:r>
            <a:endParaRPr lang="en-US" sz="1100"/>
          </a:p>
        </p:txBody>
      </p:sp>
      <p:sp>
        <p:nvSpPr>
          <p:cNvPr id="40" name="AutoShape 4"/>
          <p:cNvSpPr/>
          <p:nvPr/>
        </p:nvSpPr>
        <p:spPr>
          <a:xfrm>
            <a:off x="762000" y="1778000"/>
            <a:ext cx="4826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0BCD4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/>
          <p:cNvSpPr/>
          <p:nvPr/>
        </p:nvSpPr>
        <p:spPr>
          <a:xfrm>
            <a:off x="1066800" y="2159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核心架构解析</a:t>
            </a:r>
            <a:endParaRPr lang="en-US" sz="1100"/>
          </a:p>
        </p:txBody>
      </p:sp>
      <p:pic>
        <p:nvPicPr>
          <p:cNvPr id="42" name="Pictur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175000"/>
            <a:ext cx="406400" cy="406400"/>
          </a:xfrm>
          <a:prstGeom prst="rect">
            <a:avLst/>
          </a:prstGeom>
        </p:spPr>
      </p:pic>
      <p:sp>
        <p:nvSpPr>
          <p:cNvPr id="43" name="AutoShape 7"/>
          <p:cNvSpPr/>
          <p:nvPr/>
        </p:nvSpPr>
        <p:spPr>
          <a:xfrm>
            <a:off x="1651000" y="3149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核心控制中枢</a:t>
            </a:r>
            <a:r>
              <a:rPr lang="en-US" sz="16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(PS)</a:t>
            </a:r>
            <a:endParaRPr lang="en-US" sz="1100" dirty="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ZYNQ Processing System </a:t>
            </a:r>
            <a:r>
              <a:rPr lang="en-US" sz="1300" b="0" i="0" u="none" strike="noStrike" dirty="0" err="1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为核心，统筹整个系统的软硬件资源调度与任务分配，是整个逻辑系统的“大脑</a:t>
            </a: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”。</a:t>
            </a:r>
          </a:p>
        </p:txBody>
      </p:sp>
      <p:pic>
        <p:nvPicPr>
          <p:cNvPr id="44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318000"/>
            <a:ext cx="406400" cy="406400"/>
          </a:xfrm>
          <a:prstGeom prst="rect">
            <a:avLst/>
          </a:prstGeom>
        </p:spPr>
      </p:pic>
      <p:sp>
        <p:nvSpPr>
          <p:cNvPr id="45" name="AutoShape 9"/>
          <p:cNvSpPr/>
          <p:nvPr/>
        </p:nvSpPr>
        <p:spPr>
          <a:xfrm>
            <a:off x="1651000" y="4292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r>
              <a:rPr lang="en-US" sz="16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IP </a:t>
            </a:r>
            <a:r>
              <a:rPr lang="en-US" sz="16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模块互联</a:t>
            </a:r>
            <a:endParaRPr lang="en-US" sz="1100" dirty="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 dirty="0" err="1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</a:t>
            </a: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DDS </a:t>
            </a:r>
            <a:r>
              <a:rPr lang="en-US" sz="1300" b="0" i="0" u="none" strike="noStrike" dirty="0" err="1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Compiler、AXI</a:t>
            </a: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GPIO、UART、BRAM </a:t>
            </a:r>
            <a:r>
              <a:rPr lang="en-US" sz="1300" b="0" i="0" u="none" strike="noStrike" dirty="0" err="1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控制器及</a:t>
            </a: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ILA </a:t>
            </a:r>
            <a:r>
              <a:rPr lang="en-US" sz="1300" b="0" i="0" u="none" strike="noStrike" dirty="0" err="1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在线调试逻辑，通过</a:t>
            </a: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AXI </a:t>
            </a:r>
            <a:r>
              <a:rPr lang="en-US" sz="1300" b="0" i="0" u="none" strike="noStrike" dirty="0" err="1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高速总线实现高效通信</a:t>
            </a:r>
            <a:r>
              <a:rPr lang="en-US" sz="13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46" name="Pictur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334000"/>
            <a:ext cx="406400" cy="406400"/>
          </a:xfrm>
          <a:prstGeom prst="rect">
            <a:avLst/>
          </a:prstGeom>
        </p:spPr>
      </p:pic>
      <p:sp>
        <p:nvSpPr>
          <p:cNvPr id="47" name="AutoShape 11"/>
          <p:cNvSpPr/>
          <p:nvPr/>
        </p:nvSpPr>
        <p:spPr>
          <a:xfrm>
            <a:off x="1651000" y="53086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构建低延迟、高吞吐的硬件逻辑，满足复杂数据处理需求。</a:t>
            </a:r>
            <a:endParaRPr lang="en-US" sz="1100"/>
          </a:p>
        </p:txBody>
      </p:sp>
      <p:pic>
        <p:nvPicPr>
          <p:cNvPr id="48" name="Picture 12"/>
          <p:cNvPicPr>
            <a:picLocks noChangeAspect="1"/>
          </p:cNvPicPr>
          <p:nvPr/>
        </p:nvPicPr>
        <p:blipFill>
          <a:blip r:embed="rId7"/>
          <a:srcRect l="19605" r="19605"/>
          <a:stretch>
            <a:fillRect/>
          </a:stretch>
        </p:blipFill>
        <p:spPr>
          <a:xfrm>
            <a:off x="5969000" y="1778000"/>
            <a:ext cx="5461000" cy="4318000"/>
          </a:xfrm>
          <a:prstGeom prst="rect">
            <a:avLst/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3"/>
          <p:cNvSpPr/>
          <p:nvPr/>
        </p:nvSpPr>
        <p:spPr>
          <a:xfrm>
            <a:off x="0" y="114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52" name="AutoShape 4"/>
          <p:cNvSpPr/>
          <p:nvPr/>
        </p:nvSpPr>
        <p:spPr>
          <a:xfrm>
            <a:off x="5588000" y="254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5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核心算法实现</a:t>
            </a:r>
            <a:endParaRPr lang="en-US" sz="1100"/>
          </a:p>
        </p:txBody>
      </p:sp>
      <p:sp>
        <p:nvSpPr>
          <p:cNvPr id="54" name="AutoShape 6"/>
          <p:cNvSpPr/>
          <p:nvPr/>
        </p:nvSpPr>
        <p:spPr>
          <a:xfrm>
            <a:off x="0" y="419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E0F2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ALGORITHM IMPLEMENTATION</a:t>
            </a:r>
            <a:endParaRPr lang="en-US" sz="1100"/>
          </a:p>
        </p:txBody>
      </p:sp>
      <p:sp>
        <p:nvSpPr>
          <p:cNvPr id="55" name="AutoShape 7"/>
          <p:cNvSpPr/>
          <p:nvPr/>
        </p:nvSpPr>
        <p:spPr>
          <a:xfrm>
            <a:off x="0" y="533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挖掘电路内在特性 · 驱动系统稳定运行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算法基础：AGC自动增益控制</a:t>
            </a:r>
            <a:r>
              <a:rPr lang="en-US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</a:t>
            </a:r>
            <a:r>
              <a:rPr lang="zh-CN" altLang="en-US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过峰检测</a:t>
            </a:r>
            <a:endParaRPr lang="en-US" sz="1100" dirty="0"/>
          </a:p>
        </p:txBody>
      </p:sp>
      <p:sp>
        <p:nvSpPr>
          <p:cNvPr id="59" name="AutoShape 4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5"/>
          <p:cNvSpPr/>
          <p:nvPr/>
        </p:nvSpPr>
        <p:spPr>
          <a:xfrm>
            <a:off x="762000" y="18034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1" name="Pictur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</p:spPr>
      </p:pic>
      <p:sp>
        <p:nvSpPr>
          <p:cNvPr id="62" name="AutoShape 7"/>
          <p:cNvSpPr/>
          <p:nvPr/>
        </p:nvSpPr>
        <p:spPr>
          <a:xfrm>
            <a:off x="1524000" y="18034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核心目的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确保输入到ADC的信号幅度始终处于最佳范围，有效避免因信号幅度过小导致的信噪比降低，或幅度过大引起的削波失真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63" name="AutoShape 8"/>
          <p:cNvSpPr/>
          <p:nvPr/>
        </p:nvSpPr>
        <p:spPr>
          <a:xfrm>
            <a:off x="762000" y="33655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9"/>
          <p:cNvSpPr/>
          <p:nvPr/>
        </p:nvSpPr>
        <p:spPr>
          <a:xfrm>
            <a:off x="762000" y="3556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5" name="Pictur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81400"/>
            <a:ext cx="355600" cy="355600"/>
          </a:xfrm>
          <a:prstGeom prst="rect">
            <a:avLst/>
          </a:prstGeom>
        </p:spPr>
      </p:pic>
      <p:sp>
        <p:nvSpPr>
          <p:cNvPr id="66" name="AutoShape 11"/>
          <p:cNvSpPr/>
          <p:nvPr/>
        </p:nvSpPr>
        <p:spPr>
          <a:xfrm>
            <a:off x="1524000" y="3530600"/>
            <a:ext cx="419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基于反馈的闭环控制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2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幅度检测：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实时计算ADC采集数据的峰值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2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比较决策：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将检测值与预设的目标幅度进行动态比较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2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增益调整：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输出控制信号，调节前端的放大倍数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67" name="AutoShape 12"/>
          <p:cNvSpPr/>
          <p:nvPr/>
        </p:nvSpPr>
        <p:spPr>
          <a:xfrm>
            <a:off x="790122" y="5422900"/>
            <a:ext cx="5178878" cy="1407886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en-US" altLang="zh-CN" dirty="0"/>
          </a:p>
          <a:p>
            <a:pPr algn="ctr">
              <a:defRPr/>
            </a:pPr>
            <a:r>
              <a:rPr lang="zh-CN" altLang="en-US" dirty="0"/>
              <a:t>对 </a:t>
            </a:r>
            <a:r>
              <a:rPr lang="en-US" altLang="zh-CN" dirty="0"/>
              <a:t>ADC </a:t>
            </a:r>
            <a:r>
              <a:rPr lang="zh-CN" altLang="en-US" dirty="0"/>
              <a:t>输入的</a:t>
            </a:r>
            <a:r>
              <a:rPr lang="zh-CN" altLang="en-US" b="1" dirty="0"/>
              <a:t>有符号信号</a:t>
            </a:r>
            <a:r>
              <a:rPr lang="zh-CN" altLang="en-US" dirty="0"/>
              <a:t>，在固定时间窗口内实时跟踪信号的</a:t>
            </a:r>
            <a:r>
              <a:rPr lang="zh-CN" altLang="en-US" b="1" dirty="0"/>
              <a:t>最大值</a:t>
            </a:r>
            <a:r>
              <a:rPr lang="zh-CN" altLang="en-US" dirty="0"/>
              <a:t>和</a:t>
            </a:r>
            <a:r>
              <a:rPr lang="zh-CN" altLang="en-US" b="1" dirty="0"/>
              <a:t>最小值</a:t>
            </a:r>
            <a:r>
              <a:rPr lang="zh-CN" altLang="en-US" dirty="0"/>
              <a:t>，计算信号</a:t>
            </a:r>
            <a:r>
              <a:rPr lang="zh-CN" altLang="en-US" b="1" dirty="0"/>
              <a:t>峰峰值 </a:t>
            </a:r>
            <a:r>
              <a:rPr lang="en-US" altLang="zh-CN" b="1" dirty="0" err="1"/>
              <a:t>Vpp</a:t>
            </a:r>
            <a:r>
              <a:rPr lang="zh-CN" altLang="en-US" dirty="0"/>
              <a:t>，为 </a:t>
            </a:r>
            <a:r>
              <a:rPr lang="en-US" altLang="zh-CN" dirty="0"/>
              <a:t>AGC </a:t>
            </a:r>
            <a:r>
              <a:rPr lang="zh-CN" altLang="en-US" dirty="0"/>
              <a:t>提供幅度反馈依据，并基于简单的</a:t>
            </a:r>
            <a:r>
              <a:rPr lang="en-US" altLang="zh-CN" dirty="0"/>
              <a:t>PID</a:t>
            </a:r>
            <a:r>
              <a:rPr lang="zh-CN" altLang="en-US" dirty="0"/>
              <a:t>调节，根据输入的峰值进行调整输出的波形。</a:t>
            </a:r>
            <a:endParaRPr dirty="0"/>
          </a:p>
        </p:txBody>
      </p:sp>
      <p:sp>
        <p:nvSpPr>
          <p:cNvPr id="68" name="AutoShape 13"/>
          <p:cNvSpPr/>
          <p:nvPr/>
        </p:nvSpPr>
        <p:spPr>
          <a:xfrm>
            <a:off x="762000" y="5232400"/>
            <a:ext cx="76200" cy="1092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9" name="Pictur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445579"/>
            <a:ext cx="355600" cy="355600"/>
          </a:xfrm>
          <a:prstGeom prst="rect">
            <a:avLst/>
          </a:prstGeom>
        </p:spPr>
      </p:pic>
      <p:sp>
        <p:nvSpPr>
          <p:cNvPr id="70" name="AutoShape 15"/>
          <p:cNvSpPr/>
          <p:nvPr/>
        </p:nvSpPr>
        <p:spPr>
          <a:xfrm>
            <a:off x="1453243" y="50165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1" name="AutoShape 16"/>
          <p:cNvSpPr/>
          <p:nvPr/>
        </p:nvSpPr>
        <p:spPr>
          <a:xfrm>
            <a:off x="6350000" y="1651000"/>
            <a:ext cx="5080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" name="AutoShape 18"/>
          <p:cNvSpPr/>
          <p:nvPr/>
        </p:nvSpPr>
        <p:spPr>
          <a:xfrm>
            <a:off x="65405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AGC </a:t>
            </a:r>
            <a:r>
              <a:rPr lang="en-US" sz="14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闭环控制逻辑架构</a:t>
            </a:r>
            <a:endParaRPr lang="en-US" sz="1100" dirty="0"/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1026" name="Picture 2" descr="自动增益控制 的图像结果">
            <a:extLst>
              <a:ext uri="{FF2B5EF4-FFF2-40B4-BE49-F238E27FC236}">
                <a16:creationId xmlns:a16="http://schemas.microsoft.com/office/drawing/2014/main" id="{A24FA307-2C47-FC01-F097-FCDBF23B4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353" y="2092325"/>
            <a:ext cx="4587048" cy="215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10F04-B8B0-6A26-0859-46860A59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">
            <a:extLst>
              <a:ext uri="{FF2B5EF4-FFF2-40B4-BE49-F238E27FC236}">
                <a16:creationId xmlns:a16="http://schemas.microsoft.com/office/drawing/2014/main" id="{42A7113F-9FE9-48ED-1062-623F634361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3">
            <a:extLst>
              <a:ext uri="{FF2B5EF4-FFF2-40B4-BE49-F238E27FC236}">
                <a16:creationId xmlns:a16="http://schemas.microsoft.com/office/drawing/2014/main" id="{529F9817-BD40-21D3-3F0A-158CB5D66509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算法基础</a:t>
            </a:r>
            <a:r>
              <a:rPr lang="en-US" sz="3200" b="1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:DDS</a:t>
            </a:r>
            <a:r>
              <a:rPr lang="zh-CN" altLang="en-US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信号发生</a:t>
            </a:r>
            <a:endParaRPr lang="en-US" sz="1100" dirty="0"/>
          </a:p>
        </p:txBody>
      </p:sp>
      <p:sp>
        <p:nvSpPr>
          <p:cNvPr id="59" name="AutoShape 4">
            <a:extLst>
              <a:ext uri="{FF2B5EF4-FFF2-40B4-BE49-F238E27FC236}">
                <a16:creationId xmlns:a16="http://schemas.microsoft.com/office/drawing/2014/main" id="{E69B977E-6FA0-261A-5C27-435899D7E113}"/>
              </a:ext>
            </a:extLst>
          </p:cNvPr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AE559D30-A94B-4673-0B15-2EB5F39D8F3D}"/>
              </a:ext>
            </a:extLst>
          </p:cNvPr>
          <p:cNvSpPr/>
          <p:nvPr/>
        </p:nvSpPr>
        <p:spPr>
          <a:xfrm>
            <a:off x="762000" y="18034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1" name="Picture 6">
            <a:extLst>
              <a:ext uri="{FF2B5EF4-FFF2-40B4-BE49-F238E27FC236}">
                <a16:creationId xmlns:a16="http://schemas.microsoft.com/office/drawing/2014/main" id="{436F60B8-E419-13EA-FB40-006896C14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</p:spPr>
      </p:pic>
      <p:sp>
        <p:nvSpPr>
          <p:cNvPr id="62" name="AutoShape 7">
            <a:extLst>
              <a:ext uri="{FF2B5EF4-FFF2-40B4-BE49-F238E27FC236}">
                <a16:creationId xmlns:a16="http://schemas.microsoft.com/office/drawing/2014/main" id="{A78E06A8-4F12-05A7-87A7-D8582642DE7C}"/>
              </a:ext>
            </a:extLst>
          </p:cNvPr>
          <p:cNvSpPr/>
          <p:nvPr/>
        </p:nvSpPr>
        <p:spPr>
          <a:xfrm>
            <a:off x="1524000" y="18034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核心目的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确保输入到ADC的信号幅度始终处于最佳范围，有效避免因信号幅度过小导致的信噪比降低，或幅度过大引起的削波失真</a:t>
            </a:r>
            <a:r>
              <a:rPr lang="en-US" sz="13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63" name="AutoShape 8">
            <a:extLst>
              <a:ext uri="{FF2B5EF4-FFF2-40B4-BE49-F238E27FC236}">
                <a16:creationId xmlns:a16="http://schemas.microsoft.com/office/drawing/2014/main" id="{9AA9C525-6403-4BB6-087B-28A48EA95806}"/>
              </a:ext>
            </a:extLst>
          </p:cNvPr>
          <p:cNvSpPr/>
          <p:nvPr/>
        </p:nvSpPr>
        <p:spPr>
          <a:xfrm>
            <a:off x="762000" y="33655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9">
            <a:extLst>
              <a:ext uri="{FF2B5EF4-FFF2-40B4-BE49-F238E27FC236}">
                <a16:creationId xmlns:a16="http://schemas.microsoft.com/office/drawing/2014/main" id="{C7FCC428-DBD2-36B7-214D-FAC325B33C6D}"/>
              </a:ext>
            </a:extLst>
          </p:cNvPr>
          <p:cNvSpPr/>
          <p:nvPr/>
        </p:nvSpPr>
        <p:spPr>
          <a:xfrm>
            <a:off x="762000" y="3556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5" name="Picture 10">
            <a:extLst>
              <a:ext uri="{FF2B5EF4-FFF2-40B4-BE49-F238E27FC236}">
                <a16:creationId xmlns:a16="http://schemas.microsoft.com/office/drawing/2014/main" id="{774C5A63-4080-72D5-8561-8EE44A003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81400"/>
            <a:ext cx="355600" cy="355600"/>
          </a:xfrm>
          <a:prstGeom prst="rect">
            <a:avLst/>
          </a:prstGeom>
        </p:spPr>
      </p:pic>
      <p:sp>
        <p:nvSpPr>
          <p:cNvPr id="66" name="AutoShape 11">
            <a:extLst>
              <a:ext uri="{FF2B5EF4-FFF2-40B4-BE49-F238E27FC236}">
                <a16:creationId xmlns:a16="http://schemas.microsoft.com/office/drawing/2014/main" id="{B929792D-4A47-3E99-A84F-C822188C1469}"/>
              </a:ext>
            </a:extLst>
          </p:cNvPr>
          <p:cNvSpPr/>
          <p:nvPr/>
        </p:nvSpPr>
        <p:spPr>
          <a:xfrm>
            <a:off x="1524000" y="3530600"/>
            <a:ext cx="419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基于反馈的闭环控制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2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幅度检测：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实时计算ADC采集数据的峰值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2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比较决策：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将检测值与预设的目标幅度进行动态比较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 dirty="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200" b="1" i="0" u="none" strike="noStrike" dirty="0" err="1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增益调整：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输出控制信号，调节前端PGA的放大倍数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67" name="AutoShape 12">
            <a:extLst>
              <a:ext uri="{FF2B5EF4-FFF2-40B4-BE49-F238E27FC236}">
                <a16:creationId xmlns:a16="http://schemas.microsoft.com/office/drawing/2014/main" id="{88500E6C-93D3-77A7-964E-8853D230A53B}"/>
              </a:ext>
            </a:extLst>
          </p:cNvPr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" name="AutoShape 13">
            <a:extLst>
              <a:ext uri="{FF2B5EF4-FFF2-40B4-BE49-F238E27FC236}">
                <a16:creationId xmlns:a16="http://schemas.microsoft.com/office/drawing/2014/main" id="{31C0D569-EE96-5A5D-AB63-3DE9FB788A1F}"/>
              </a:ext>
            </a:extLst>
          </p:cNvPr>
          <p:cNvSpPr/>
          <p:nvPr/>
        </p:nvSpPr>
        <p:spPr>
          <a:xfrm>
            <a:off x="762000" y="5232400"/>
            <a:ext cx="76200" cy="1092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9" name="Picture 14">
            <a:extLst>
              <a:ext uri="{FF2B5EF4-FFF2-40B4-BE49-F238E27FC236}">
                <a16:creationId xmlns:a16="http://schemas.microsoft.com/office/drawing/2014/main" id="{83068686-F679-A706-D2AF-2CB556E0D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59400"/>
            <a:ext cx="355600" cy="355600"/>
          </a:xfrm>
          <a:prstGeom prst="rect">
            <a:avLst/>
          </a:prstGeom>
        </p:spPr>
      </p:pic>
      <p:sp>
        <p:nvSpPr>
          <p:cNvPr id="70" name="AutoShape 15">
            <a:extLst>
              <a:ext uri="{FF2B5EF4-FFF2-40B4-BE49-F238E27FC236}">
                <a16:creationId xmlns:a16="http://schemas.microsoft.com/office/drawing/2014/main" id="{F4DABAA9-6604-98FE-5FB1-B427BC835569}"/>
              </a:ext>
            </a:extLst>
          </p:cNvPr>
          <p:cNvSpPr/>
          <p:nvPr/>
        </p:nvSpPr>
        <p:spPr>
          <a:xfrm>
            <a:off x="1371600" y="5429250"/>
            <a:ext cx="4343400" cy="920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原理解析</a:t>
            </a:r>
            <a:r>
              <a:rPr lang="en-US" altLang="zh-CN" sz="18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100" dirty="0"/>
              <a:t>基础算法部分是自动增益控制，即AGC。它的目的是确保输入到ADC的信号幅度始终处于最佳范围。我们通过在FPGA中实时检测信号幅度，并与目标值比较，动态调整前端放大器的增益，形成一个闭环控制系统。这保证了无论输入信号强弱如何，我们都能获得高质量的采样数据。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71" name="AutoShape 16">
            <a:extLst>
              <a:ext uri="{FF2B5EF4-FFF2-40B4-BE49-F238E27FC236}">
                <a16:creationId xmlns:a16="http://schemas.microsoft.com/office/drawing/2014/main" id="{04826FF2-5438-261A-D17C-83D186632F40}"/>
              </a:ext>
            </a:extLst>
          </p:cNvPr>
          <p:cNvSpPr/>
          <p:nvPr/>
        </p:nvSpPr>
        <p:spPr>
          <a:xfrm>
            <a:off x="6350000" y="1651000"/>
            <a:ext cx="5080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" name="AutoShape 18">
            <a:extLst>
              <a:ext uri="{FF2B5EF4-FFF2-40B4-BE49-F238E27FC236}">
                <a16:creationId xmlns:a16="http://schemas.microsoft.com/office/drawing/2014/main" id="{D82C2CA9-93E4-672E-3AC8-475D6B96AA2C}"/>
              </a:ext>
            </a:extLst>
          </p:cNvPr>
          <p:cNvSpPr/>
          <p:nvPr/>
        </p:nvSpPr>
        <p:spPr>
          <a:xfrm>
            <a:off x="65405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altLang="zh-CN" sz="1400" b="1" i="0" u="none" strike="noStrike" dirty="0">
              <a:solidFill>
                <a:srgbClr val="3747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FFD029E3-6885-E180-E84D-4BA95D09C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025648"/>
            <a:ext cx="4879495" cy="297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0B8E784B-EAA0-B444-034D-15CBB46E9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025647"/>
            <a:ext cx="755877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06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算法发挥：电路特性深度分析</a:t>
            </a:r>
            <a:endParaRPr lang="en-US" sz="1100" dirty="0"/>
          </a:p>
        </p:txBody>
      </p:sp>
      <p:sp>
        <p:nvSpPr>
          <p:cNvPr id="77" name="AutoShape 4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8" name="Picture 5"/>
          <p:cNvPicPr>
            <a:picLocks noChangeAspect="1"/>
          </p:cNvPicPr>
          <p:nvPr/>
        </p:nvPicPr>
        <p:blipFill>
          <a:blip r:embed="rId4"/>
          <a:srcRect l="946" r="946"/>
          <a:stretch>
            <a:fillRect/>
          </a:stretch>
        </p:blipFill>
        <p:spPr>
          <a:xfrm>
            <a:off x="952500" y="1905000"/>
            <a:ext cx="292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9" name="AutoShape 6"/>
          <p:cNvSpPr/>
          <p:nvPr/>
        </p:nvSpPr>
        <p:spPr>
          <a:xfrm>
            <a:off x="952500" y="37465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IQ解调扫频</a:t>
            </a:r>
            <a:endParaRPr lang="en-US" sz="1100"/>
          </a:p>
        </p:txBody>
      </p:sp>
      <p:sp>
        <p:nvSpPr>
          <p:cNvPr id="80" name="AutoShape 7"/>
          <p:cNvSpPr/>
          <p:nvPr/>
        </p:nvSpPr>
        <p:spPr>
          <a:xfrm>
            <a:off x="952500" y="44450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目的：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精确测量被测电路在不同输入频率下的幅频特性与相频特性。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流程：</a:t>
            </a:r>
            <a:r>
              <a:rPr lang="en-US" sz="12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生成扫频信号 → 采集输出信号 → 与正交本振信号相乘 → 低通滤波 → 计算最终的幅度与相位。</a:t>
            </a:r>
          </a:p>
        </p:txBody>
      </p:sp>
      <p:sp>
        <p:nvSpPr>
          <p:cNvPr id="81" name="AutoShape 8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2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600" y="2032000"/>
            <a:ext cx="1066800" cy="1066800"/>
          </a:xfrm>
          <a:prstGeom prst="rect">
            <a:avLst/>
          </a:prstGeom>
        </p:spPr>
      </p:pic>
      <p:sp>
        <p:nvSpPr>
          <p:cNvPr id="83" name="AutoShape 10"/>
          <p:cNvSpPr/>
          <p:nvPr/>
        </p:nvSpPr>
        <p:spPr>
          <a:xfrm>
            <a:off x="4635500" y="37465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相位解缠绕</a:t>
            </a:r>
            <a:endParaRPr lang="en-US" sz="1100"/>
          </a:p>
        </p:txBody>
      </p:sp>
      <p:sp>
        <p:nvSpPr>
          <p:cNvPr id="84" name="AutoShape 11"/>
          <p:cNvSpPr/>
          <p:nvPr/>
        </p:nvSpPr>
        <p:spPr>
          <a:xfrm>
            <a:off x="4635500" y="44450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</a:t>
            </a:r>
            <a:r>
              <a:rPr lang="en-US" sz="12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常用的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arctan2 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函数输出范围限制在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[-π, π]，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导致真实相位超过范围时产生不连续的跳变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r>
              <a:rPr lang="en-US" sz="12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原理：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基于“真实物理相位是连续的”这一假设，比较相邻采样点的相位差，若超过阈值则累加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2π 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偏移量，从而还原真实的连续相位曲线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85" name="AutoShape 12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6" name="Picture 13"/>
          <p:cNvPicPr>
            <a:picLocks noChangeAspect="1"/>
          </p:cNvPicPr>
          <p:nvPr/>
        </p:nvPicPr>
        <p:blipFill>
          <a:blip r:embed="rId6"/>
          <a:srcRect t="5299" b="5299"/>
          <a:stretch>
            <a:fillRect/>
          </a:stretch>
        </p:blipFill>
        <p:spPr>
          <a:xfrm>
            <a:off x="8318500" y="1905000"/>
            <a:ext cx="292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7" name="AutoShape 14"/>
          <p:cNvSpPr/>
          <p:nvPr/>
        </p:nvSpPr>
        <p:spPr>
          <a:xfrm>
            <a:off x="8318500" y="37465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FFT谐波分析与波形重构</a:t>
            </a:r>
            <a:endParaRPr lang="en-US" sz="1100"/>
          </a:p>
        </p:txBody>
      </p:sp>
      <p:sp>
        <p:nvSpPr>
          <p:cNvPr id="88" name="AutoShape 15"/>
          <p:cNvSpPr/>
          <p:nvPr/>
        </p:nvSpPr>
        <p:spPr>
          <a:xfrm>
            <a:off x="8318500" y="44450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🔬 </a:t>
            </a:r>
            <a:r>
              <a:rPr lang="en-US" sz="12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分析流程</a:t>
            </a:r>
            <a:r>
              <a:rPr lang="en-US" sz="1200" b="1" i="0" u="none" strike="noStrike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采集电路输出的稳态信号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2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对信号做快速傅里叶变换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(FFT)，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提取各次谐波的幅度与相位参数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2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200" b="0" i="0" u="none" strike="noStrike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分别生成对应谐波并叠加，最终重构出原始的失真波形</a:t>
            </a:r>
            <a:r>
              <a:rPr 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D2916-0361-C72D-703F-E3BFF376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AutoShape 4">
            <a:extLst>
              <a:ext uri="{FF2B5EF4-FFF2-40B4-BE49-F238E27FC236}">
                <a16:creationId xmlns:a16="http://schemas.microsoft.com/office/drawing/2014/main" id="{C93B4CD6-D4D2-4F8F-D54F-9D9BD55D93A7}"/>
              </a:ext>
            </a:extLst>
          </p:cNvPr>
          <p:cNvSpPr/>
          <p:nvPr/>
        </p:nvSpPr>
        <p:spPr>
          <a:xfrm>
            <a:off x="566604" y="2842626"/>
            <a:ext cx="5464082" cy="404737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8" name="AutoShape 3">
            <a:extLst>
              <a:ext uri="{FF2B5EF4-FFF2-40B4-BE49-F238E27FC236}">
                <a16:creationId xmlns:a16="http://schemas.microsoft.com/office/drawing/2014/main" id="{85C8ACB8-6D17-0A61-5634-E929832D4F90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算法发挥：</a:t>
            </a:r>
            <a:r>
              <a:rPr lang="en-US" altLang="zh-CN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IQ</a:t>
            </a:r>
            <a:r>
              <a:rPr lang="zh-CN" altLang="en-US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解调和积分滤波</a:t>
            </a:r>
            <a:endParaRPr lang="en-US" altLang="zh-CN" sz="3200" b="1" dirty="0">
              <a:solidFill>
                <a:srgbClr val="37474F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9" name="AutoShape 4">
            <a:extLst>
              <a:ext uri="{FF2B5EF4-FFF2-40B4-BE49-F238E27FC236}">
                <a16:creationId xmlns:a16="http://schemas.microsoft.com/office/drawing/2014/main" id="{2939405F-F661-D158-2F18-F9C8DBACFF99}"/>
              </a:ext>
            </a:extLst>
          </p:cNvPr>
          <p:cNvSpPr/>
          <p:nvPr/>
        </p:nvSpPr>
        <p:spPr>
          <a:xfrm>
            <a:off x="635001" y="1324429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16BF33A4-5C7E-2B66-D843-E50EF74D7EA3}"/>
              </a:ext>
            </a:extLst>
          </p:cNvPr>
          <p:cNvSpPr/>
          <p:nvPr/>
        </p:nvSpPr>
        <p:spPr>
          <a:xfrm>
            <a:off x="730250" y="1382126"/>
            <a:ext cx="76200" cy="1143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1" name="Picture 6">
            <a:extLst>
              <a:ext uri="{FF2B5EF4-FFF2-40B4-BE49-F238E27FC236}">
                <a16:creationId xmlns:a16="http://schemas.microsoft.com/office/drawing/2014/main" id="{478BDD7A-ECCD-2B93-9BE2-74CAB8D79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</p:spPr>
      </p:pic>
      <p:sp>
        <p:nvSpPr>
          <p:cNvPr id="62" name="AutoShape 7">
            <a:extLst>
              <a:ext uri="{FF2B5EF4-FFF2-40B4-BE49-F238E27FC236}">
                <a16:creationId xmlns:a16="http://schemas.microsoft.com/office/drawing/2014/main" id="{9A88CC3B-4553-A595-2123-6810169EAF05}"/>
              </a:ext>
            </a:extLst>
          </p:cNvPr>
          <p:cNvSpPr/>
          <p:nvPr/>
        </p:nvSpPr>
        <p:spPr>
          <a:xfrm>
            <a:off x="1524000" y="1651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核心目的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zh-CN" altLang="en-US" sz="1300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根据扫频结果，获取滤波器的幅频或相频曲线，从而判断滤波器类型，为</a:t>
            </a:r>
            <a:r>
              <a:rPr lang="en-US" altLang="zh-CN" sz="1300" dirty="0" err="1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fft</a:t>
            </a:r>
            <a:r>
              <a:rPr lang="zh-CN" altLang="en-US" sz="1300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波形重构做准备</a:t>
            </a:r>
            <a:endParaRPr lang="en-US" sz="1300" b="0" i="0" u="none" strike="noStrike" dirty="0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4" name="AutoShape 9">
            <a:extLst>
              <a:ext uri="{FF2B5EF4-FFF2-40B4-BE49-F238E27FC236}">
                <a16:creationId xmlns:a16="http://schemas.microsoft.com/office/drawing/2014/main" id="{B67B8108-CF1E-9037-FDA4-9EF572B1D428}"/>
              </a:ext>
            </a:extLst>
          </p:cNvPr>
          <p:cNvSpPr/>
          <p:nvPr/>
        </p:nvSpPr>
        <p:spPr>
          <a:xfrm>
            <a:off x="730250" y="3200400"/>
            <a:ext cx="76200" cy="1651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5" name="Picture 10">
            <a:extLst>
              <a:ext uri="{FF2B5EF4-FFF2-40B4-BE49-F238E27FC236}">
                <a16:creationId xmlns:a16="http://schemas.microsoft.com/office/drawing/2014/main" id="{73798ECE-5830-1CC4-4290-13DCCC98BB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825868" y="3316826"/>
            <a:ext cx="355600" cy="355600"/>
          </a:xfrm>
          <a:prstGeom prst="rect">
            <a:avLst/>
          </a:prstGeom>
        </p:spPr>
      </p:pic>
      <p:sp>
        <p:nvSpPr>
          <p:cNvPr id="66" name="AutoShape 11">
            <a:extLst>
              <a:ext uri="{FF2B5EF4-FFF2-40B4-BE49-F238E27FC236}">
                <a16:creationId xmlns:a16="http://schemas.microsoft.com/office/drawing/2014/main" id="{760E76EE-C150-0667-5AFB-60CFB712F609}"/>
              </a:ext>
            </a:extLst>
          </p:cNvPr>
          <p:cNvSpPr/>
          <p:nvPr/>
        </p:nvSpPr>
        <p:spPr>
          <a:xfrm>
            <a:off x="889002" y="2368796"/>
            <a:ext cx="419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算法原理</a:t>
            </a:r>
            <a:endParaRPr lang="en-US" sz="1200" b="0" i="0" u="none" strike="noStrike" dirty="0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1" name="AutoShape 16">
            <a:extLst>
              <a:ext uri="{FF2B5EF4-FFF2-40B4-BE49-F238E27FC236}">
                <a16:creationId xmlns:a16="http://schemas.microsoft.com/office/drawing/2014/main" id="{1D075616-3D87-E7F0-919C-F30E2DD72637}"/>
              </a:ext>
            </a:extLst>
          </p:cNvPr>
          <p:cNvSpPr/>
          <p:nvPr/>
        </p:nvSpPr>
        <p:spPr>
          <a:xfrm>
            <a:off x="6277151" y="2032000"/>
            <a:ext cx="5080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" name="AutoShape 18">
            <a:extLst>
              <a:ext uri="{FF2B5EF4-FFF2-40B4-BE49-F238E27FC236}">
                <a16:creationId xmlns:a16="http://schemas.microsoft.com/office/drawing/2014/main" id="{FB570821-2429-69C6-56A6-89FA88385018}"/>
              </a:ext>
            </a:extLst>
          </p:cNvPr>
          <p:cNvSpPr/>
          <p:nvPr/>
        </p:nvSpPr>
        <p:spPr>
          <a:xfrm>
            <a:off x="65405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100" dirty="0"/>
              <a:t>IQ</a:t>
            </a:r>
            <a:r>
              <a:rPr lang="zh-CN" altLang="en-US" sz="1100" dirty="0"/>
              <a:t>解调积分处理流程图</a:t>
            </a:r>
            <a:endParaRPr lang="en-US" sz="1100" dirty="0"/>
          </a:p>
          <a:p>
            <a:br>
              <a:rPr lang="zh-CN" altLang="en-US" b="1" dirty="0"/>
            </a:br>
            <a:r>
              <a:rPr lang="zh-CN" altLang="en-US" b="1" dirty="0"/>
              <a:t>输入混频：</a:t>
            </a:r>
            <a:r>
              <a:rPr lang="zh-CN" altLang="en-US" dirty="0"/>
              <a:t>输入信号与正交本振相乘</a:t>
            </a:r>
          </a:p>
          <a:p>
            <a:r>
              <a:rPr lang="zh-CN" altLang="en-US" b="1" dirty="0"/>
              <a:t>代数累加：</a:t>
            </a:r>
            <a:r>
              <a:rPr lang="zh-CN" altLang="en-US" dirty="0"/>
              <a:t>在 </a:t>
            </a:r>
            <a:r>
              <a:rPr lang="en-US" altLang="zh-CN" dirty="0"/>
              <a:t>1M </a:t>
            </a:r>
            <a:r>
              <a:rPr lang="zh-CN" altLang="en-US" dirty="0"/>
              <a:t>采样周期内连续累加</a:t>
            </a:r>
          </a:p>
          <a:p>
            <a:r>
              <a:rPr lang="zh-CN" altLang="en-US" b="1" dirty="0"/>
              <a:t>低通特性：</a:t>
            </a:r>
            <a:r>
              <a:rPr lang="zh-CN" altLang="en-US" dirty="0"/>
              <a:t>积分器在频域呈现 </a:t>
            </a:r>
            <a:r>
              <a:rPr lang="en-US" altLang="zh-CN" dirty="0"/>
              <a:t>Sinc </a:t>
            </a:r>
            <a:r>
              <a:rPr lang="zh-CN" altLang="en-US" dirty="0"/>
              <a:t>响应</a:t>
            </a:r>
          </a:p>
          <a:p>
            <a:r>
              <a:rPr lang="zh-CN" altLang="en-US" b="1" dirty="0"/>
              <a:t>谐波消除：</a:t>
            </a:r>
            <a:r>
              <a:rPr lang="zh-CN" altLang="en-US" dirty="0"/>
              <a:t>零点精确落在谐波频率</a:t>
            </a: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607D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1026" name="Picture 2" descr="IQ Demodulation Diagram">
            <a:extLst>
              <a:ext uri="{FF2B5EF4-FFF2-40B4-BE49-F238E27FC236}">
                <a16:creationId xmlns:a16="http://schemas.microsoft.com/office/drawing/2014/main" id="{1F984ED1-796E-0543-DDEA-9505AB9F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0" y="2194719"/>
            <a:ext cx="4451701" cy="246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1" name="组合 1080" descr="\documentclass{article}&#10;\usepackage{amsmath}&#10;\pagestyle{empty}&#10;\begin{document}&#10;\[&#10;V_{\text{mult}} = \frac{1}{2} V_{\text{in}} \left[ \cos(\phi) + \cos(2\omega t + \phi) \right]&#10;\]&#10;&#10;&#10;&#10;\end{document}" title="IguanaTex Shape Display">
            <a:extLst>
              <a:ext uri="{FF2B5EF4-FFF2-40B4-BE49-F238E27FC236}">
                <a16:creationId xmlns:a16="http://schemas.microsoft.com/office/drawing/2014/main" id="{E27481CE-012E-9B5C-C819-19A1AF464B4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96068" y="3864489"/>
            <a:ext cx="3699709" cy="489103"/>
            <a:chOff x="5506770" y="5192023"/>
            <a:chExt cx="3931294" cy="519719"/>
          </a:xfrm>
        </p:grpSpPr>
        <p:sp>
          <p:nvSpPr>
            <p:cNvPr id="1050" name="任意多边形: 形状 1049">
              <a:extLst>
                <a:ext uri="{FF2B5EF4-FFF2-40B4-BE49-F238E27FC236}">
                  <a16:creationId xmlns:a16="http://schemas.microsoft.com/office/drawing/2014/main" id="{7876D555-1718-687D-9B55-68B63583A85E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5506770" y="5360999"/>
              <a:ext cx="180138" cy="180631"/>
            </a:xfrm>
            <a:custGeom>
              <a:avLst/>
              <a:gdLst>
                <a:gd name="csX0" fmla="*/ 144670 w 180138"/>
                <a:gd name="csY0" fmla="*/ 29285 h 180631"/>
                <a:gd name="csX1" fmla="*/ 177009 w 180138"/>
                <a:gd name="csY1" fmla="*/ 8020 h 180631"/>
                <a:gd name="csX2" fmla="*/ 180293 w 180138"/>
                <a:gd name="csY2" fmla="*/ 3151 h 180631"/>
                <a:gd name="csX3" fmla="*/ 177009 w 180138"/>
                <a:gd name="csY3" fmla="*/ 77 h 180631"/>
                <a:gd name="csX4" fmla="*/ 156292 w 180138"/>
                <a:gd name="csY4" fmla="*/ 846 h 180631"/>
                <a:gd name="csX5" fmla="*/ 131280 w 180138"/>
                <a:gd name="csY5" fmla="*/ 77 h 180631"/>
                <a:gd name="csX6" fmla="*/ 126479 w 180138"/>
                <a:gd name="csY6" fmla="*/ 4945 h 180631"/>
                <a:gd name="csX7" fmla="*/ 130522 w 180138"/>
                <a:gd name="csY7" fmla="*/ 8020 h 180631"/>
                <a:gd name="csX8" fmla="*/ 142143 w 180138"/>
                <a:gd name="csY8" fmla="*/ 16475 h 180631"/>
                <a:gd name="csX9" fmla="*/ 138354 w 180138"/>
                <a:gd name="csY9" fmla="*/ 26211 h 180631"/>
                <a:gd name="csX10" fmla="*/ 60791 w 180138"/>
                <a:gd name="csY10" fmla="*/ 151243 h 180631"/>
                <a:gd name="csX11" fmla="*/ 43611 w 180138"/>
                <a:gd name="csY11" fmla="*/ 15706 h 180631"/>
                <a:gd name="csX12" fmla="*/ 61043 w 180138"/>
                <a:gd name="csY12" fmla="*/ 8020 h 180631"/>
                <a:gd name="csX13" fmla="*/ 67360 w 180138"/>
                <a:gd name="csY13" fmla="*/ 2895 h 180631"/>
                <a:gd name="csX14" fmla="*/ 63823 w 180138"/>
                <a:gd name="csY14" fmla="*/ 77 h 180631"/>
                <a:gd name="csX15" fmla="*/ 32494 w 180138"/>
                <a:gd name="csY15" fmla="*/ 846 h 180631"/>
                <a:gd name="csX16" fmla="*/ 18599 w 180138"/>
                <a:gd name="csY16" fmla="*/ 589 h 180631"/>
                <a:gd name="csX17" fmla="*/ 4956 w 180138"/>
                <a:gd name="csY17" fmla="*/ 77 h 180631"/>
                <a:gd name="csX18" fmla="*/ 155 w 180138"/>
                <a:gd name="csY18" fmla="*/ 4945 h 180631"/>
                <a:gd name="csX19" fmla="*/ 6471 w 180138"/>
                <a:gd name="csY19" fmla="*/ 8020 h 180631"/>
                <a:gd name="csX20" fmla="*/ 21630 w 180138"/>
                <a:gd name="csY20" fmla="*/ 16731 h 180631"/>
                <a:gd name="csX21" fmla="*/ 41590 w 180138"/>
                <a:gd name="csY21" fmla="*/ 174815 h 180631"/>
                <a:gd name="csX22" fmla="*/ 46642 w 180138"/>
                <a:gd name="csY22" fmla="*/ 180708 h 180631"/>
                <a:gd name="csX23" fmla="*/ 53717 w 180138"/>
                <a:gd name="csY23" fmla="*/ 176096 h 180631"/>
                <a:gd name="csX24" fmla="*/ 144670 w 180138"/>
                <a:gd name="csY24" fmla="*/ 29285 h 180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0138" h="180631">
                  <a:moveTo>
                    <a:pt x="144670" y="29285"/>
                  </a:moveTo>
                  <a:cubicBezTo>
                    <a:pt x="157050" y="9301"/>
                    <a:pt x="167661" y="8532"/>
                    <a:pt x="177009" y="8020"/>
                  </a:cubicBezTo>
                  <a:cubicBezTo>
                    <a:pt x="180041" y="7763"/>
                    <a:pt x="180293" y="3408"/>
                    <a:pt x="180293" y="3151"/>
                  </a:cubicBezTo>
                  <a:cubicBezTo>
                    <a:pt x="180293" y="1102"/>
                    <a:pt x="179030" y="77"/>
                    <a:pt x="177009" y="77"/>
                  </a:cubicBezTo>
                  <a:cubicBezTo>
                    <a:pt x="170440" y="77"/>
                    <a:pt x="163113" y="846"/>
                    <a:pt x="156292" y="846"/>
                  </a:cubicBezTo>
                  <a:cubicBezTo>
                    <a:pt x="147954" y="846"/>
                    <a:pt x="139364" y="77"/>
                    <a:pt x="131280" y="77"/>
                  </a:cubicBezTo>
                  <a:cubicBezTo>
                    <a:pt x="129764" y="77"/>
                    <a:pt x="126479" y="77"/>
                    <a:pt x="126479" y="4945"/>
                  </a:cubicBezTo>
                  <a:cubicBezTo>
                    <a:pt x="126479" y="7763"/>
                    <a:pt x="128753" y="8020"/>
                    <a:pt x="130522" y="8020"/>
                  </a:cubicBezTo>
                  <a:cubicBezTo>
                    <a:pt x="137343" y="8532"/>
                    <a:pt x="142143" y="11094"/>
                    <a:pt x="142143" y="16475"/>
                  </a:cubicBezTo>
                  <a:cubicBezTo>
                    <a:pt x="142143" y="20318"/>
                    <a:pt x="138354" y="25955"/>
                    <a:pt x="138354" y="26211"/>
                  </a:cubicBezTo>
                  <a:lnTo>
                    <a:pt x="60791" y="151243"/>
                  </a:lnTo>
                  <a:lnTo>
                    <a:pt x="43611" y="15706"/>
                  </a:lnTo>
                  <a:cubicBezTo>
                    <a:pt x="43611" y="11350"/>
                    <a:pt x="49422" y="8020"/>
                    <a:pt x="61043" y="8020"/>
                  </a:cubicBezTo>
                  <a:cubicBezTo>
                    <a:pt x="64581" y="8020"/>
                    <a:pt x="67360" y="8020"/>
                    <a:pt x="67360" y="2895"/>
                  </a:cubicBezTo>
                  <a:cubicBezTo>
                    <a:pt x="67360" y="589"/>
                    <a:pt x="65338" y="77"/>
                    <a:pt x="63823" y="77"/>
                  </a:cubicBezTo>
                  <a:cubicBezTo>
                    <a:pt x="53717" y="77"/>
                    <a:pt x="42853" y="846"/>
                    <a:pt x="32494" y="846"/>
                  </a:cubicBezTo>
                  <a:cubicBezTo>
                    <a:pt x="27947" y="846"/>
                    <a:pt x="23146" y="589"/>
                    <a:pt x="18599" y="589"/>
                  </a:cubicBezTo>
                  <a:cubicBezTo>
                    <a:pt x="14051" y="589"/>
                    <a:pt x="9251" y="77"/>
                    <a:pt x="4956" y="77"/>
                  </a:cubicBezTo>
                  <a:cubicBezTo>
                    <a:pt x="3187" y="77"/>
                    <a:pt x="155" y="77"/>
                    <a:pt x="155" y="4945"/>
                  </a:cubicBezTo>
                  <a:cubicBezTo>
                    <a:pt x="155" y="8020"/>
                    <a:pt x="2429" y="8020"/>
                    <a:pt x="6471" y="8020"/>
                  </a:cubicBezTo>
                  <a:cubicBezTo>
                    <a:pt x="20620" y="8020"/>
                    <a:pt x="20872" y="10325"/>
                    <a:pt x="21630" y="16731"/>
                  </a:cubicBezTo>
                  <a:lnTo>
                    <a:pt x="41590" y="174815"/>
                  </a:lnTo>
                  <a:cubicBezTo>
                    <a:pt x="42347" y="179939"/>
                    <a:pt x="43358" y="180708"/>
                    <a:pt x="46642" y="180708"/>
                  </a:cubicBezTo>
                  <a:cubicBezTo>
                    <a:pt x="50685" y="180708"/>
                    <a:pt x="51695" y="179427"/>
                    <a:pt x="53717" y="176096"/>
                  </a:cubicBezTo>
                  <a:lnTo>
                    <a:pt x="144670" y="29285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1" name="任意多边形: 形状 1050">
              <a:extLst>
                <a:ext uri="{FF2B5EF4-FFF2-40B4-BE49-F238E27FC236}">
                  <a16:creationId xmlns:a16="http://schemas.microsoft.com/office/drawing/2014/main" id="{D1C9D9EE-7BE2-CFAE-E401-62E4E76B245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649550" y="5495331"/>
              <a:ext cx="149087" cy="79093"/>
            </a:xfrm>
            <a:custGeom>
              <a:avLst/>
              <a:gdLst>
                <a:gd name="csX0" fmla="*/ 135985 w 149087"/>
                <a:gd name="csY0" fmla="*/ 24829 h 79093"/>
                <a:gd name="csX1" fmla="*/ 109457 w 149087"/>
                <a:gd name="csY1" fmla="*/ 78 h 79093"/>
                <a:gd name="csX2" fmla="*/ 81160 w 149087"/>
                <a:gd name="csY2" fmla="*/ 16758 h 79093"/>
                <a:gd name="csX3" fmla="*/ 55163 w 149087"/>
                <a:gd name="csY3" fmla="*/ 78 h 79093"/>
                <a:gd name="csX4" fmla="*/ 26335 w 149087"/>
                <a:gd name="csY4" fmla="*/ 17475 h 79093"/>
                <a:gd name="csX5" fmla="*/ 26159 w 149087"/>
                <a:gd name="csY5" fmla="*/ 17475 h 79093"/>
                <a:gd name="csX6" fmla="*/ 26159 w 149087"/>
                <a:gd name="csY6" fmla="*/ 78 h 79093"/>
                <a:gd name="csX7" fmla="*/ 161 w 149087"/>
                <a:gd name="csY7" fmla="*/ 2051 h 79093"/>
                <a:gd name="csX8" fmla="*/ 161 w 149087"/>
                <a:gd name="csY8" fmla="*/ 8508 h 79093"/>
                <a:gd name="csX9" fmla="*/ 13425 w 149087"/>
                <a:gd name="csY9" fmla="*/ 18551 h 79093"/>
                <a:gd name="csX10" fmla="*/ 13425 w 149087"/>
                <a:gd name="csY10" fmla="*/ 65003 h 79093"/>
                <a:gd name="csX11" fmla="*/ 161 w 149087"/>
                <a:gd name="csY11" fmla="*/ 72715 h 79093"/>
                <a:gd name="csX12" fmla="*/ 161 w 149087"/>
                <a:gd name="csY12" fmla="*/ 79172 h 79093"/>
                <a:gd name="csX13" fmla="*/ 20322 w 149087"/>
                <a:gd name="csY13" fmla="*/ 78454 h 79093"/>
                <a:gd name="csX14" fmla="*/ 40661 w 149087"/>
                <a:gd name="csY14" fmla="*/ 79172 h 79093"/>
                <a:gd name="csX15" fmla="*/ 40661 w 149087"/>
                <a:gd name="csY15" fmla="*/ 72715 h 79093"/>
                <a:gd name="csX16" fmla="*/ 27397 w 149087"/>
                <a:gd name="csY16" fmla="*/ 65003 h 79093"/>
                <a:gd name="csX17" fmla="*/ 27397 w 149087"/>
                <a:gd name="csY17" fmla="*/ 32720 h 79093"/>
                <a:gd name="csX18" fmla="*/ 53748 w 149087"/>
                <a:gd name="csY18" fmla="*/ 5100 h 79093"/>
                <a:gd name="csX19" fmla="*/ 67719 w 149087"/>
                <a:gd name="csY19" fmla="*/ 24111 h 79093"/>
                <a:gd name="csX20" fmla="*/ 67719 w 149087"/>
                <a:gd name="csY20" fmla="*/ 65003 h 79093"/>
                <a:gd name="csX21" fmla="*/ 54455 w 149087"/>
                <a:gd name="csY21" fmla="*/ 72715 h 79093"/>
                <a:gd name="csX22" fmla="*/ 54455 w 149087"/>
                <a:gd name="csY22" fmla="*/ 79172 h 79093"/>
                <a:gd name="csX23" fmla="*/ 74616 w 149087"/>
                <a:gd name="csY23" fmla="*/ 78454 h 79093"/>
                <a:gd name="csX24" fmla="*/ 94955 w 149087"/>
                <a:gd name="csY24" fmla="*/ 79172 h 79093"/>
                <a:gd name="csX25" fmla="*/ 94955 w 149087"/>
                <a:gd name="csY25" fmla="*/ 72715 h 79093"/>
                <a:gd name="csX26" fmla="*/ 81691 w 149087"/>
                <a:gd name="csY26" fmla="*/ 65003 h 79093"/>
                <a:gd name="csX27" fmla="*/ 81691 w 149087"/>
                <a:gd name="csY27" fmla="*/ 32720 h 79093"/>
                <a:gd name="csX28" fmla="*/ 108042 w 149087"/>
                <a:gd name="csY28" fmla="*/ 5100 h 79093"/>
                <a:gd name="csX29" fmla="*/ 122013 w 149087"/>
                <a:gd name="csY29" fmla="*/ 24111 h 79093"/>
                <a:gd name="csX30" fmla="*/ 122013 w 149087"/>
                <a:gd name="csY30" fmla="*/ 65003 h 79093"/>
                <a:gd name="csX31" fmla="*/ 108749 w 149087"/>
                <a:gd name="csY31" fmla="*/ 72715 h 79093"/>
                <a:gd name="csX32" fmla="*/ 108749 w 149087"/>
                <a:gd name="csY32" fmla="*/ 79172 h 79093"/>
                <a:gd name="csX33" fmla="*/ 128911 w 149087"/>
                <a:gd name="csY33" fmla="*/ 78454 h 79093"/>
                <a:gd name="csX34" fmla="*/ 149249 w 149087"/>
                <a:gd name="csY34" fmla="*/ 79172 h 79093"/>
                <a:gd name="csX35" fmla="*/ 149249 w 149087"/>
                <a:gd name="csY35" fmla="*/ 72715 h 79093"/>
                <a:gd name="csX36" fmla="*/ 135985 w 149087"/>
                <a:gd name="csY36" fmla="*/ 65003 h 79093"/>
                <a:gd name="csX37" fmla="*/ 135985 w 149087"/>
                <a:gd name="csY37" fmla="*/ 24829 h 790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149087" h="79093">
                  <a:moveTo>
                    <a:pt x="135985" y="24829"/>
                  </a:moveTo>
                  <a:cubicBezTo>
                    <a:pt x="135985" y="9225"/>
                    <a:pt x="128380" y="78"/>
                    <a:pt x="109457" y="78"/>
                  </a:cubicBezTo>
                  <a:cubicBezTo>
                    <a:pt x="95485" y="78"/>
                    <a:pt x="85935" y="7790"/>
                    <a:pt x="81160" y="16758"/>
                  </a:cubicBezTo>
                  <a:cubicBezTo>
                    <a:pt x="77623" y="4024"/>
                    <a:pt x="68073" y="78"/>
                    <a:pt x="55163" y="78"/>
                  </a:cubicBezTo>
                  <a:cubicBezTo>
                    <a:pt x="40661" y="78"/>
                    <a:pt x="31287" y="8149"/>
                    <a:pt x="26335" y="17475"/>
                  </a:cubicBezTo>
                  <a:lnTo>
                    <a:pt x="26159" y="17475"/>
                  </a:lnTo>
                  <a:lnTo>
                    <a:pt x="26159" y="78"/>
                  </a:lnTo>
                  <a:lnTo>
                    <a:pt x="161" y="2051"/>
                  </a:lnTo>
                  <a:lnTo>
                    <a:pt x="161" y="8508"/>
                  </a:lnTo>
                  <a:cubicBezTo>
                    <a:pt x="12010" y="8508"/>
                    <a:pt x="13425" y="9763"/>
                    <a:pt x="13425" y="18551"/>
                  </a:cubicBezTo>
                  <a:lnTo>
                    <a:pt x="13425" y="65003"/>
                  </a:lnTo>
                  <a:cubicBezTo>
                    <a:pt x="13425" y="72715"/>
                    <a:pt x="11657" y="72715"/>
                    <a:pt x="161" y="72715"/>
                  </a:cubicBezTo>
                  <a:lnTo>
                    <a:pt x="161" y="79172"/>
                  </a:lnTo>
                  <a:cubicBezTo>
                    <a:pt x="515" y="79172"/>
                    <a:pt x="12895" y="78454"/>
                    <a:pt x="20322" y="78454"/>
                  </a:cubicBezTo>
                  <a:cubicBezTo>
                    <a:pt x="26866" y="78454"/>
                    <a:pt x="39069" y="78992"/>
                    <a:pt x="40661" y="79172"/>
                  </a:cubicBezTo>
                  <a:lnTo>
                    <a:pt x="40661" y="72715"/>
                  </a:lnTo>
                  <a:cubicBezTo>
                    <a:pt x="29165" y="72715"/>
                    <a:pt x="27397" y="72715"/>
                    <a:pt x="27397" y="65003"/>
                  </a:cubicBezTo>
                  <a:lnTo>
                    <a:pt x="27397" y="32720"/>
                  </a:lnTo>
                  <a:cubicBezTo>
                    <a:pt x="27397" y="13888"/>
                    <a:pt x="42075" y="5100"/>
                    <a:pt x="53748" y="5100"/>
                  </a:cubicBezTo>
                  <a:cubicBezTo>
                    <a:pt x="66127" y="5100"/>
                    <a:pt x="67719" y="14964"/>
                    <a:pt x="67719" y="24111"/>
                  </a:cubicBezTo>
                  <a:lnTo>
                    <a:pt x="67719" y="65003"/>
                  </a:lnTo>
                  <a:cubicBezTo>
                    <a:pt x="67719" y="72715"/>
                    <a:pt x="65951" y="72715"/>
                    <a:pt x="54455" y="72715"/>
                  </a:cubicBezTo>
                  <a:lnTo>
                    <a:pt x="54455" y="79172"/>
                  </a:lnTo>
                  <a:cubicBezTo>
                    <a:pt x="54809" y="79172"/>
                    <a:pt x="67189" y="78454"/>
                    <a:pt x="74616" y="78454"/>
                  </a:cubicBezTo>
                  <a:cubicBezTo>
                    <a:pt x="81160" y="78454"/>
                    <a:pt x="93363" y="78992"/>
                    <a:pt x="94955" y="79172"/>
                  </a:cubicBezTo>
                  <a:lnTo>
                    <a:pt x="94955" y="72715"/>
                  </a:lnTo>
                  <a:cubicBezTo>
                    <a:pt x="83459" y="72715"/>
                    <a:pt x="81691" y="72715"/>
                    <a:pt x="81691" y="65003"/>
                  </a:cubicBezTo>
                  <a:lnTo>
                    <a:pt x="81691" y="32720"/>
                  </a:lnTo>
                  <a:cubicBezTo>
                    <a:pt x="81691" y="13888"/>
                    <a:pt x="96369" y="5100"/>
                    <a:pt x="108042" y="5100"/>
                  </a:cubicBezTo>
                  <a:cubicBezTo>
                    <a:pt x="120422" y="5100"/>
                    <a:pt x="122013" y="14964"/>
                    <a:pt x="122013" y="24111"/>
                  </a:cubicBezTo>
                  <a:lnTo>
                    <a:pt x="122013" y="65003"/>
                  </a:lnTo>
                  <a:cubicBezTo>
                    <a:pt x="122013" y="72715"/>
                    <a:pt x="120245" y="72715"/>
                    <a:pt x="108749" y="72715"/>
                  </a:cubicBezTo>
                  <a:lnTo>
                    <a:pt x="108749" y="79172"/>
                  </a:lnTo>
                  <a:cubicBezTo>
                    <a:pt x="109103" y="79172"/>
                    <a:pt x="121483" y="78454"/>
                    <a:pt x="128911" y="78454"/>
                  </a:cubicBezTo>
                  <a:cubicBezTo>
                    <a:pt x="135454" y="78454"/>
                    <a:pt x="147657" y="78992"/>
                    <a:pt x="149249" y="79172"/>
                  </a:cubicBezTo>
                  <a:lnTo>
                    <a:pt x="149249" y="72715"/>
                  </a:lnTo>
                  <a:cubicBezTo>
                    <a:pt x="137753" y="72715"/>
                    <a:pt x="135985" y="72715"/>
                    <a:pt x="135985" y="65003"/>
                  </a:cubicBezTo>
                  <a:lnTo>
                    <a:pt x="135985" y="24829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2" name="任意多边形: 形状 1051">
              <a:extLst>
                <a:ext uri="{FF2B5EF4-FFF2-40B4-BE49-F238E27FC236}">
                  <a16:creationId xmlns:a16="http://schemas.microsoft.com/office/drawing/2014/main" id="{5DD8D312-EC51-F497-1D3C-3564C5041607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5810088" y="5495331"/>
              <a:ext cx="94793" cy="80886"/>
            </a:xfrm>
            <a:custGeom>
              <a:avLst/>
              <a:gdLst>
                <a:gd name="csX0" fmla="*/ 54461 w 94793"/>
                <a:gd name="csY0" fmla="*/ 2051 h 80886"/>
                <a:gd name="csX1" fmla="*/ 54461 w 94793"/>
                <a:gd name="csY1" fmla="*/ 8508 h 80886"/>
                <a:gd name="csX2" fmla="*/ 67725 w 94793"/>
                <a:gd name="csY2" fmla="*/ 18551 h 80886"/>
                <a:gd name="csX3" fmla="*/ 67725 w 94793"/>
                <a:gd name="csY3" fmla="*/ 49220 h 80886"/>
                <a:gd name="csX4" fmla="*/ 44204 w 94793"/>
                <a:gd name="csY4" fmla="*/ 75943 h 80886"/>
                <a:gd name="csX5" fmla="*/ 27403 w 94793"/>
                <a:gd name="csY5" fmla="*/ 59085 h 80886"/>
                <a:gd name="csX6" fmla="*/ 27403 w 94793"/>
                <a:gd name="csY6" fmla="*/ 78 h 80886"/>
                <a:gd name="csX7" fmla="*/ 167 w 94793"/>
                <a:gd name="csY7" fmla="*/ 2051 h 80886"/>
                <a:gd name="csX8" fmla="*/ 167 w 94793"/>
                <a:gd name="csY8" fmla="*/ 8508 h 80886"/>
                <a:gd name="csX9" fmla="*/ 13431 w 94793"/>
                <a:gd name="csY9" fmla="*/ 25008 h 80886"/>
                <a:gd name="csX10" fmla="*/ 13431 w 94793"/>
                <a:gd name="csY10" fmla="*/ 51911 h 80886"/>
                <a:gd name="csX11" fmla="*/ 42966 w 94793"/>
                <a:gd name="csY11" fmla="*/ 80965 h 80886"/>
                <a:gd name="csX12" fmla="*/ 68256 w 94793"/>
                <a:gd name="csY12" fmla="*/ 65900 h 80886"/>
                <a:gd name="csX13" fmla="*/ 68433 w 94793"/>
                <a:gd name="csY13" fmla="*/ 65900 h 80886"/>
                <a:gd name="csX14" fmla="*/ 68433 w 94793"/>
                <a:gd name="csY14" fmla="*/ 80965 h 80886"/>
                <a:gd name="csX15" fmla="*/ 94961 w 94793"/>
                <a:gd name="csY15" fmla="*/ 79172 h 80886"/>
                <a:gd name="csX16" fmla="*/ 94961 w 94793"/>
                <a:gd name="csY16" fmla="*/ 72715 h 80886"/>
                <a:gd name="csX17" fmla="*/ 81697 w 94793"/>
                <a:gd name="csY17" fmla="*/ 62672 h 80886"/>
                <a:gd name="csX18" fmla="*/ 81697 w 94793"/>
                <a:gd name="csY18" fmla="*/ 78 h 80886"/>
                <a:gd name="csX19" fmla="*/ 54461 w 94793"/>
                <a:gd name="csY19" fmla="*/ 2051 h 80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94793" h="80886">
                  <a:moveTo>
                    <a:pt x="54461" y="2051"/>
                  </a:moveTo>
                  <a:lnTo>
                    <a:pt x="54461" y="8508"/>
                  </a:lnTo>
                  <a:cubicBezTo>
                    <a:pt x="66311" y="8508"/>
                    <a:pt x="67725" y="9763"/>
                    <a:pt x="67725" y="18551"/>
                  </a:cubicBezTo>
                  <a:lnTo>
                    <a:pt x="67725" y="49220"/>
                  </a:lnTo>
                  <a:cubicBezTo>
                    <a:pt x="67725" y="65003"/>
                    <a:pt x="57645" y="75943"/>
                    <a:pt x="44204" y="75943"/>
                  </a:cubicBezTo>
                  <a:cubicBezTo>
                    <a:pt x="28110" y="75943"/>
                    <a:pt x="27403" y="68231"/>
                    <a:pt x="27403" y="59085"/>
                  </a:cubicBezTo>
                  <a:lnTo>
                    <a:pt x="27403" y="78"/>
                  </a:lnTo>
                  <a:lnTo>
                    <a:pt x="167" y="2051"/>
                  </a:lnTo>
                  <a:lnTo>
                    <a:pt x="167" y="8508"/>
                  </a:lnTo>
                  <a:cubicBezTo>
                    <a:pt x="13431" y="8508"/>
                    <a:pt x="13431" y="9046"/>
                    <a:pt x="13431" y="25008"/>
                  </a:cubicBezTo>
                  <a:lnTo>
                    <a:pt x="13431" y="51911"/>
                  </a:lnTo>
                  <a:cubicBezTo>
                    <a:pt x="13431" y="64286"/>
                    <a:pt x="13431" y="80965"/>
                    <a:pt x="42966" y="80965"/>
                  </a:cubicBezTo>
                  <a:cubicBezTo>
                    <a:pt x="46857" y="80965"/>
                    <a:pt x="59767" y="80965"/>
                    <a:pt x="68256" y="65900"/>
                  </a:cubicBezTo>
                  <a:lnTo>
                    <a:pt x="68433" y="65900"/>
                  </a:lnTo>
                  <a:lnTo>
                    <a:pt x="68433" y="80965"/>
                  </a:lnTo>
                  <a:lnTo>
                    <a:pt x="94961" y="79172"/>
                  </a:lnTo>
                  <a:lnTo>
                    <a:pt x="94961" y="72715"/>
                  </a:lnTo>
                  <a:cubicBezTo>
                    <a:pt x="83112" y="72715"/>
                    <a:pt x="81697" y="71460"/>
                    <a:pt x="81697" y="62672"/>
                  </a:cubicBezTo>
                  <a:lnTo>
                    <a:pt x="81697" y="78"/>
                  </a:lnTo>
                  <a:lnTo>
                    <a:pt x="54461" y="2051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3" name="任意多边形: 形状 1052">
              <a:extLst>
                <a:ext uri="{FF2B5EF4-FFF2-40B4-BE49-F238E27FC236}">
                  <a16:creationId xmlns:a16="http://schemas.microsoft.com/office/drawing/2014/main" id="{D27229A8-84C8-BAEE-69B5-39E3D542FD35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5922028" y="5449956"/>
              <a:ext cx="39792" cy="124468"/>
            </a:xfrm>
            <a:custGeom>
              <a:avLst/>
              <a:gdLst>
                <a:gd name="csX0" fmla="*/ 26700 w 39792"/>
                <a:gd name="csY0" fmla="*/ 78 h 124468"/>
                <a:gd name="csX1" fmla="*/ 172 w 39792"/>
                <a:gd name="csY1" fmla="*/ 2051 h 124468"/>
                <a:gd name="csX2" fmla="*/ 172 w 39792"/>
                <a:gd name="csY2" fmla="*/ 8508 h 124468"/>
                <a:gd name="csX3" fmla="*/ 13436 w 39792"/>
                <a:gd name="csY3" fmla="*/ 18551 h 124468"/>
                <a:gd name="csX4" fmla="*/ 13436 w 39792"/>
                <a:gd name="csY4" fmla="*/ 110379 h 124468"/>
                <a:gd name="csX5" fmla="*/ 172 w 39792"/>
                <a:gd name="csY5" fmla="*/ 118091 h 124468"/>
                <a:gd name="csX6" fmla="*/ 172 w 39792"/>
                <a:gd name="csY6" fmla="*/ 124547 h 124468"/>
                <a:gd name="csX7" fmla="*/ 19979 w 39792"/>
                <a:gd name="csY7" fmla="*/ 123830 h 124468"/>
                <a:gd name="csX8" fmla="*/ 39964 w 39792"/>
                <a:gd name="csY8" fmla="*/ 124547 h 124468"/>
                <a:gd name="csX9" fmla="*/ 39964 w 39792"/>
                <a:gd name="csY9" fmla="*/ 118091 h 124468"/>
                <a:gd name="csX10" fmla="*/ 26700 w 39792"/>
                <a:gd name="csY10" fmla="*/ 110379 h 124468"/>
                <a:gd name="csX11" fmla="*/ 26700 w 39792"/>
                <a:gd name="csY11" fmla="*/ 78 h 1244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9792" h="124468">
                  <a:moveTo>
                    <a:pt x="26700" y="78"/>
                  </a:moveTo>
                  <a:lnTo>
                    <a:pt x="172" y="2051"/>
                  </a:lnTo>
                  <a:lnTo>
                    <a:pt x="172" y="8508"/>
                  </a:lnTo>
                  <a:cubicBezTo>
                    <a:pt x="12021" y="8508"/>
                    <a:pt x="13436" y="9763"/>
                    <a:pt x="13436" y="18551"/>
                  </a:cubicBezTo>
                  <a:lnTo>
                    <a:pt x="13436" y="110379"/>
                  </a:lnTo>
                  <a:cubicBezTo>
                    <a:pt x="13436" y="118091"/>
                    <a:pt x="11667" y="118091"/>
                    <a:pt x="172" y="118091"/>
                  </a:cubicBezTo>
                  <a:lnTo>
                    <a:pt x="172" y="124547"/>
                  </a:lnTo>
                  <a:cubicBezTo>
                    <a:pt x="525" y="124547"/>
                    <a:pt x="12905" y="123830"/>
                    <a:pt x="19979" y="123830"/>
                  </a:cubicBezTo>
                  <a:cubicBezTo>
                    <a:pt x="26700" y="123830"/>
                    <a:pt x="33243" y="124009"/>
                    <a:pt x="39964" y="124547"/>
                  </a:cubicBezTo>
                  <a:lnTo>
                    <a:pt x="39964" y="118091"/>
                  </a:lnTo>
                  <a:cubicBezTo>
                    <a:pt x="28468" y="118091"/>
                    <a:pt x="26700" y="118091"/>
                    <a:pt x="26700" y="110379"/>
                  </a:cubicBezTo>
                  <a:lnTo>
                    <a:pt x="26700" y="78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4" name="任意多边形: 形状 1053">
              <a:extLst>
                <a:ext uri="{FF2B5EF4-FFF2-40B4-BE49-F238E27FC236}">
                  <a16:creationId xmlns:a16="http://schemas.microsoft.com/office/drawing/2014/main" id="{64083866-4A72-A8AC-1845-F159B6D8C880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5974450" y="5464124"/>
              <a:ext cx="61191" cy="112093"/>
            </a:xfrm>
            <a:custGeom>
              <a:avLst/>
              <a:gdLst>
                <a:gd name="csX0" fmla="*/ 30593 w 61191"/>
                <a:gd name="csY0" fmla="*/ 39535 h 112093"/>
                <a:gd name="csX1" fmla="*/ 58182 w 61191"/>
                <a:gd name="csY1" fmla="*/ 39535 h 112093"/>
                <a:gd name="csX2" fmla="*/ 58182 w 61191"/>
                <a:gd name="csY2" fmla="*/ 33079 h 112093"/>
                <a:gd name="csX3" fmla="*/ 30593 w 61191"/>
                <a:gd name="csY3" fmla="*/ 33079 h 112093"/>
                <a:gd name="csX4" fmla="*/ 30593 w 61191"/>
                <a:gd name="csY4" fmla="*/ 78 h 112093"/>
                <a:gd name="csX5" fmla="*/ 24580 w 61191"/>
                <a:gd name="csY5" fmla="*/ 78 h 112093"/>
                <a:gd name="csX6" fmla="*/ 174 w 61191"/>
                <a:gd name="csY6" fmla="*/ 34514 h 112093"/>
                <a:gd name="csX7" fmla="*/ 174 w 61191"/>
                <a:gd name="csY7" fmla="*/ 39535 h 112093"/>
                <a:gd name="csX8" fmla="*/ 16621 w 61191"/>
                <a:gd name="csY8" fmla="*/ 39535 h 112093"/>
                <a:gd name="csX9" fmla="*/ 16621 w 61191"/>
                <a:gd name="csY9" fmla="*/ 87960 h 112093"/>
                <a:gd name="csX10" fmla="*/ 41381 w 61191"/>
                <a:gd name="csY10" fmla="*/ 112172 h 112093"/>
                <a:gd name="csX11" fmla="*/ 61365 w 61191"/>
                <a:gd name="csY11" fmla="*/ 87781 h 112093"/>
                <a:gd name="csX12" fmla="*/ 61365 w 61191"/>
                <a:gd name="csY12" fmla="*/ 77916 h 112093"/>
                <a:gd name="csX13" fmla="*/ 55352 w 61191"/>
                <a:gd name="csY13" fmla="*/ 77916 h 112093"/>
                <a:gd name="csX14" fmla="*/ 55352 w 61191"/>
                <a:gd name="csY14" fmla="*/ 87601 h 112093"/>
                <a:gd name="csX15" fmla="*/ 42796 w 61191"/>
                <a:gd name="csY15" fmla="*/ 106433 h 112093"/>
                <a:gd name="csX16" fmla="*/ 30593 w 61191"/>
                <a:gd name="csY16" fmla="*/ 88139 h 112093"/>
                <a:gd name="csX17" fmla="*/ 30593 w 61191"/>
                <a:gd name="csY17" fmla="*/ 39535 h 1120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1191" h="112093">
                  <a:moveTo>
                    <a:pt x="30593" y="39535"/>
                  </a:moveTo>
                  <a:lnTo>
                    <a:pt x="58182" y="39535"/>
                  </a:lnTo>
                  <a:lnTo>
                    <a:pt x="58182" y="33079"/>
                  </a:lnTo>
                  <a:lnTo>
                    <a:pt x="30593" y="33079"/>
                  </a:lnTo>
                  <a:lnTo>
                    <a:pt x="30593" y="78"/>
                  </a:lnTo>
                  <a:lnTo>
                    <a:pt x="24580" y="78"/>
                  </a:lnTo>
                  <a:cubicBezTo>
                    <a:pt x="24403" y="16220"/>
                    <a:pt x="17152" y="33976"/>
                    <a:pt x="174" y="34514"/>
                  </a:cubicBezTo>
                  <a:lnTo>
                    <a:pt x="174" y="39535"/>
                  </a:lnTo>
                  <a:lnTo>
                    <a:pt x="16621" y="39535"/>
                  </a:lnTo>
                  <a:lnTo>
                    <a:pt x="16621" y="87960"/>
                  </a:lnTo>
                  <a:cubicBezTo>
                    <a:pt x="16621" y="108047"/>
                    <a:pt x="31477" y="112172"/>
                    <a:pt x="41381" y="112172"/>
                  </a:cubicBezTo>
                  <a:cubicBezTo>
                    <a:pt x="53230" y="112172"/>
                    <a:pt x="61365" y="101949"/>
                    <a:pt x="61365" y="87781"/>
                  </a:cubicBezTo>
                  <a:lnTo>
                    <a:pt x="61365" y="77916"/>
                  </a:lnTo>
                  <a:lnTo>
                    <a:pt x="55352" y="77916"/>
                  </a:lnTo>
                  <a:lnTo>
                    <a:pt x="55352" y="87601"/>
                  </a:lnTo>
                  <a:cubicBezTo>
                    <a:pt x="55352" y="99797"/>
                    <a:pt x="49693" y="106433"/>
                    <a:pt x="42796" y="106433"/>
                  </a:cubicBezTo>
                  <a:cubicBezTo>
                    <a:pt x="30593" y="106433"/>
                    <a:pt x="30593" y="91368"/>
                    <a:pt x="30593" y="88139"/>
                  </a:cubicBezTo>
                  <a:lnTo>
                    <a:pt x="30593" y="39535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5" name="任意多边形: 形状 1054">
              <a:extLst>
                <a:ext uri="{FF2B5EF4-FFF2-40B4-BE49-F238E27FC236}">
                  <a16:creationId xmlns:a16="http://schemas.microsoft.com/office/drawing/2014/main" id="{1E2FF7B2-CCF6-A530-8EB1-16CDF4F89537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145233" y="5441962"/>
              <a:ext cx="168011" cy="59954"/>
            </a:xfrm>
            <a:custGeom>
              <a:avLst/>
              <a:gdLst>
                <a:gd name="csX0" fmla="*/ 159601 w 168011"/>
                <a:gd name="csY0" fmla="*/ 10326 h 59954"/>
                <a:gd name="csX1" fmla="*/ 168191 w 168011"/>
                <a:gd name="csY1" fmla="*/ 5201 h 59954"/>
                <a:gd name="csX2" fmla="*/ 159854 w 168011"/>
                <a:gd name="csY2" fmla="*/ 77 h 59954"/>
                <a:gd name="csX3" fmla="*/ 8518 w 168011"/>
                <a:gd name="csY3" fmla="*/ 77 h 59954"/>
                <a:gd name="csX4" fmla="*/ 180 w 168011"/>
                <a:gd name="csY4" fmla="*/ 5201 h 59954"/>
                <a:gd name="csX5" fmla="*/ 8770 w 168011"/>
                <a:gd name="csY5" fmla="*/ 10326 h 59954"/>
                <a:gd name="csX6" fmla="*/ 159601 w 168011"/>
                <a:gd name="csY6" fmla="*/ 10326 h 59954"/>
                <a:gd name="csX7" fmla="*/ 159854 w 168011"/>
                <a:gd name="csY7" fmla="*/ 60031 h 59954"/>
                <a:gd name="csX8" fmla="*/ 168191 w 168011"/>
                <a:gd name="csY8" fmla="*/ 54907 h 59954"/>
                <a:gd name="csX9" fmla="*/ 159601 w 168011"/>
                <a:gd name="csY9" fmla="*/ 49782 h 59954"/>
                <a:gd name="csX10" fmla="*/ 8770 w 168011"/>
                <a:gd name="csY10" fmla="*/ 49782 h 59954"/>
                <a:gd name="csX11" fmla="*/ 180 w 168011"/>
                <a:gd name="csY11" fmla="*/ 54907 h 59954"/>
                <a:gd name="csX12" fmla="*/ 8518 w 168011"/>
                <a:gd name="csY12" fmla="*/ 60031 h 59954"/>
                <a:gd name="csX13" fmla="*/ 159854 w 168011"/>
                <a:gd name="csY13" fmla="*/ 60031 h 59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8011" h="59954">
                  <a:moveTo>
                    <a:pt x="159601" y="10326"/>
                  </a:moveTo>
                  <a:cubicBezTo>
                    <a:pt x="163391" y="10326"/>
                    <a:pt x="168191" y="10326"/>
                    <a:pt x="168191" y="5201"/>
                  </a:cubicBezTo>
                  <a:cubicBezTo>
                    <a:pt x="168191" y="77"/>
                    <a:pt x="163391" y="77"/>
                    <a:pt x="159854" y="77"/>
                  </a:cubicBezTo>
                  <a:lnTo>
                    <a:pt x="8518" y="77"/>
                  </a:lnTo>
                  <a:cubicBezTo>
                    <a:pt x="4981" y="77"/>
                    <a:pt x="180" y="77"/>
                    <a:pt x="180" y="5201"/>
                  </a:cubicBezTo>
                  <a:cubicBezTo>
                    <a:pt x="180" y="10326"/>
                    <a:pt x="4981" y="10326"/>
                    <a:pt x="8770" y="10326"/>
                  </a:cubicBezTo>
                  <a:lnTo>
                    <a:pt x="159601" y="10326"/>
                  </a:lnTo>
                  <a:close/>
                  <a:moveTo>
                    <a:pt x="159854" y="60031"/>
                  </a:moveTo>
                  <a:cubicBezTo>
                    <a:pt x="163391" y="60031"/>
                    <a:pt x="168191" y="60031"/>
                    <a:pt x="168191" y="54907"/>
                  </a:cubicBezTo>
                  <a:cubicBezTo>
                    <a:pt x="168191" y="49782"/>
                    <a:pt x="163391" y="49782"/>
                    <a:pt x="159601" y="49782"/>
                  </a:cubicBezTo>
                  <a:lnTo>
                    <a:pt x="8770" y="49782"/>
                  </a:lnTo>
                  <a:cubicBezTo>
                    <a:pt x="4981" y="49782"/>
                    <a:pt x="180" y="49782"/>
                    <a:pt x="180" y="54907"/>
                  </a:cubicBezTo>
                  <a:cubicBezTo>
                    <a:pt x="180" y="60031"/>
                    <a:pt x="4981" y="60031"/>
                    <a:pt x="8518" y="60031"/>
                  </a:cubicBezTo>
                  <a:lnTo>
                    <a:pt x="159854" y="60031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6" name="任意多边形: 形状 1055">
              <a:extLst>
                <a:ext uri="{FF2B5EF4-FFF2-40B4-BE49-F238E27FC236}">
                  <a16:creationId xmlns:a16="http://schemas.microsoft.com/office/drawing/2014/main" id="{3852A0E3-5533-CADD-2E89-ABED4DEC81FF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450571" y="5192023"/>
              <a:ext cx="83373" cy="170638"/>
            </a:xfrm>
            <a:custGeom>
              <a:avLst/>
              <a:gdLst>
                <a:gd name="csX0" fmla="*/ 51985 w 83373"/>
                <a:gd name="csY0" fmla="*/ 6732 h 170638"/>
                <a:gd name="csX1" fmla="*/ 46174 w 83373"/>
                <a:gd name="csY1" fmla="*/ 70 h 170638"/>
                <a:gd name="csX2" fmla="*/ 192 w 83373"/>
                <a:gd name="csY2" fmla="*/ 16468 h 170638"/>
                <a:gd name="csX3" fmla="*/ 192 w 83373"/>
                <a:gd name="csY3" fmla="*/ 24411 h 170638"/>
                <a:gd name="csX4" fmla="*/ 33289 w 83373"/>
                <a:gd name="csY4" fmla="*/ 17749 h 170638"/>
                <a:gd name="csX5" fmla="*/ 33289 w 83373"/>
                <a:gd name="csY5" fmla="*/ 150468 h 170638"/>
                <a:gd name="csX6" fmla="*/ 9793 w 83373"/>
                <a:gd name="csY6" fmla="*/ 162766 h 170638"/>
                <a:gd name="csX7" fmla="*/ 1708 w 83373"/>
                <a:gd name="csY7" fmla="*/ 162766 h 170638"/>
                <a:gd name="csX8" fmla="*/ 1708 w 83373"/>
                <a:gd name="csY8" fmla="*/ 170709 h 170638"/>
                <a:gd name="csX9" fmla="*/ 42637 w 83373"/>
                <a:gd name="csY9" fmla="*/ 169940 h 170638"/>
                <a:gd name="csX10" fmla="*/ 83566 w 83373"/>
                <a:gd name="csY10" fmla="*/ 170709 h 170638"/>
                <a:gd name="csX11" fmla="*/ 83566 w 83373"/>
                <a:gd name="csY11" fmla="*/ 162766 h 170638"/>
                <a:gd name="csX12" fmla="*/ 75481 w 83373"/>
                <a:gd name="csY12" fmla="*/ 162766 h 170638"/>
                <a:gd name="csX13" fmla="*/ 51985 w 83373"/>
                <a:gd name="csY13" fmla="*/ 150468 h 170638"/>
                <a:gd name="csX14" fmla="*/ 51985 w 83373"/>
                <a:gd name="csY14" fmla="*/ 6732 h 170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373" h="170638">
                  <a:moveTo>
                    <a:pt x="51985" y="6732"/>
                  </a:moveTo>
                  <a:cubicBezTo>
                    <a:pt x="51985" y="583"/>
                    <a:pt x="51985" y="70"/>
                    <a:pt x="46174" y="70"/>
                  </a:cubicBezTo>
                  <a:cubicBezTo>
                    <a:pt x="30510" y="16468"/>
                    <a:pt x="8277" y="16468"/>
                    <a:pt x="192" y="16468"/>
                  </a:cubicBezTo>
                  <a:lnTo>
                    <a:pt x="192" y="24411"/>
                  </a:lnTo>
                  <a:cubicBezTo>
                    <a:pt x="5245" y="24411"/>
                    <a:pt x="20151" y="24411"/>
                    <a:pt x="33289" y="17749"/>
                  </a:cubicBezTo>
                  <a:lnTo>
                    <a:pt x="33289" y="150468"/>
                  </a:lnTo>
                  <a:cubicBezTo>
                    <a:pt x="33289" y="159692"/>
                    <a:pt x="32531" y="162766"/>
                    <a:pt x="9793" y="162766"/>
                  </a:cubicBezTo>
                  <a:lnTo>
                    <a:pt x="1708" y="162766"/>
                  </a:lnTo>
                  <a:lnTo>
                    <a:pt x="1708" y="170709"/>
                  </a:lnTo>
                  <a:cubicBezTo>
                    <a:pt x="10551" y="169940"/>
                    <a:pt x="32531" y="169940"/>
                    <a:pt x="42637" y="169940"/>
                  </a:cubicBezTo>
                  <a:cubicBezTo>
                    <a:pt x="52743" y="169940"/>
                    <a:pt x="74723" y="169940"/>
                    <a:pt x="83566" y="170709"/>
                  </a:cubicBezTo>
                  <a:lnTo>
                    <a:pt x="83566" y="162766"/>
                  </a:lnTo>
                  <a:lnTo>
                    <a:pt x="75481" y="162766"/>
                  </a:lnTo>
                  <a:cubicBezTo>
                    <a:pt x="52743" y="162766"/>
                    <a:pt x="51985" y="159948"/>
                    <a:pt x="51985" y="150468"/>
                  </a:cubicBezTo>
                  <a:lnTo>
                    <a:pt x="51985" y="6732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1F89BF32-AD15-0DD3-C4BC-D57B81BD23D0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6428086" y="5466815"/>
              <a:ext cx="126324" cy="10248"/>
            </a:xfrm>
            <a:prstGeom prst="rect">
              <a:avLst/>
            </a:pr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8" name="任意多边形: 形状 1057">
              <a:extLst>
                <a:ext uri="{FF2B5EF4-FFF2-40B4-BE49-F238E27FC236}">
                  <a16:creationId xmlns:a16="http://schemas.microsoft.com/office/drawing/2014/main" id="{8421D109-5A51-0E0E-121F-B64BB0D990F8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6440718" y="5541104"/>
              <a:ext cx="100806" cy="170638"/>
            </a:xfrm>
            <a:custGeom>
              <a:avLst/>
              <a:gdLst>
                <a:gd name="csX0" fmla="*/ 19646 w 100806"/>
                <a:gd name="csY0" fmla="*/ 150994 h 170638"/>
                <a:gd name="csX1" fmla="*/ 46427 w 100806"/>
                <a:gd name="csY1" fmla="*/ 124604 h 170638"/>
                <a:gd name="csX2" fmla="*/ 100999 w 100806"/>
                <a:gd name="csY2" fmla="*/ 49789 h 170638"/>
                <a:gd name="csX3" fmla="*/ 47437 w 100806"/>
                <a:gd name="csY3" fmla="*/ 84 h 170638"/>
                <a:gd name="csX4" fmla="*/ 192 w 100806"/>
                <a:gd name="csY4" fmla="*/ 46459 h 170638"/>
                <a:gd name="csX5" fmla="*/ 13582 w 100806"/>
                <a:gd name="csY5" fmla="*/ 60807 h 170638"/>
                <a:gd name="csX6" fmla="*/ 26720 w 100806"/>
                <a:gd name="csY6" fmla="*/ 47227 h 170638"/>
                <a:gd name="csX7" fmla="*/ 13330 w 100806"/>
                <a:gd name="csY7" fmla="*/ 33904 h 170638"/>
                <a:gd name="csX8" fmla="*/ 10045 w 100806"/>
                <a:gd name="csY8" fmla="*/ 34160 h 170638"/>
                <a:gd name="csX9" fmla="*/ 44153 w 100806"/>
                <a:gd name="csY9" fmla="*/ 8026 h 170638"/>
                <a:gd name="csX10" fmla="*/ 78008 w 100806"/>
                <a:gd name="csY10" fmla="*/ 49789 h 170638"/>
                <a:gd name="csX11" fmla="*/ 51480 w 100806"/>
                <a:gd name="csY11" fmla="*/ 106413 h 170638"/>
                <a:gd name="csX12" fmla="*/ 2971 w 100806"/>
                <a:gd name="csY12" fmla="*/ 161242 h 170638"/>
                <a:gd name="csX13" fmla="*/ 192 w 100806"/>
                <a:gd name="csY13" fmla="*/ 170722 h 170638"/>
                <a:gd name="csX14" fmla="*/ 93925 w 100806"/>
                <a:gd name="csY14" fmla="*/ 170722 h 170638"/>
                <a:gd name="csX15" fmla="*/ 100999 w 100806"/>
                <a:gd name="csY15" fmla="*/ 126141 h 170638"/>
                <a:gd name="csX16" fmla="*/ 94683 w 100806"/>
                <a:gd name="csY16" fmla="*/ 126141 h 170638"/>
                <a:gd name="csX17" fmla="*/ 89124 w 100806"/>
                <a:gd name="csY17" fmla="*/ 148944 h 170638"/>
                <a:gd name="csX18" fmla="*/ 65123 w 100806"/>
                <a:gd name="csY18" fmla="*/ 150994 h 170638"/>
                <a:gd name="csX19" fmla="*/ 19646 w 100806"/>
                <a:gd name="csY19" fmla="*/ 150994 h 170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0806" h="170638">
                  <a:moveTo>
                    <a:pt x="19646" y="150994"/>
                  </a:moveTo>
                  <a:lnTo>
                    <a:pt x="46427" y="124604"/>
                  </a:lnTo>
                  <a:cubicBezTo>
                    <a:pt x="85840" y="89246"/>
                    <a:pt x="100999" y="75411"/>
                    <a:pt x="100999" y="49789"/>
                  </a:cubicBezTo>
                  <a:cubicBezTo>
                    <a:pt x="100999" y="20581"/>
                    <a:pt x="78260" y="84"/>
                    <a:pt x="47437" y="84"/>
                  </a:cubicBezTo>
                  <a:cubicBezTo>
                    <a:pt x="18888" y="84"/>
                    <a:pt x="192" y="23655"/>
                    <a:pt x="192" y="46459"/>
                  </a:cubicBezTo>
                  <a:cubicBezTo>
                    <a:pt x="192" y="60807"/>
                    <a:pt x="12825" y="60807"/>
                    <a:pt x="13582" y="60807"/>
                  </a:cubicBezTo>
                  <a:cubicBezTo>
                    <a:pt x="17878" y="60807"/>
                    <a:pt x="26720" y="57732"/>
                    <a:pt x="26720" y="47227"/>
                  </a:cubicBezTo>
                  <a:cubicBezTo>
                    <a:pt x="26720" y="40566"/>
                    <a:pt x="22173" y="33904"/>
                    <a:pt x="13330" y="33904"/>
                  </a:cubicBezTo>
                  <a:cubicBezTo>
                    <a:pt x="11309" y="33904"/>
                    <a:pt x="10803" y="33904"/>
                    <a:pt x="10045" y="34160"/>
                  </a:cubicBezTo>
                  <a:cubicBezTo>
                    <a:pt x="15856" y="17506"/>
                    <a:pt x="29499" y="8026"/>
                    <a:pt x="44153" y="8026"/>
                  </a:cubicBezTo>
                  <a:cubicBezTo>
                    <a:pt x="67144" y="8026"/>
                    <a:pt x="78008" y="28780"/>
                    <a:pt x="78008" y="49789"/>
                  </a:cubicBezTo>
                  <a:cubicBezTo>
                    <a:pt x="78008" y="70286"/>
                    <a:pt x="65375" y="90527"/>
                    <a:pt x="51480" y="106413"/>
                  </a:cubicBezTo>
                  <a:lnTo>
                    <a:pt x="2971" y="161242"/>
                  </a:lnTo>
                  <a:cubicBezTo>
                    <a:pt x="192" y="164061"/>
                    <a:pt x="192" y="164573"/>
                    <a:pt x="192" y="170722"/>
                  </a:cubicBezTo>
                  <a:lnTo>
                    <a:pt x="93925" y="170722"/>
                  </a:lnTo>
                  <a:lnTo>
                    <a:pt x="100999" y="126141"/>
                  </a:lnTo>
                  <a:lnTo>
                    <a:pt x="94683" y="126141"/>
                  </a:lnTo>
                  <a:cubicBezTo>
                    <a:pt x="93419" y="133828"/>
                    <a:pt x="91651" y="145101"/>
                    <a:pt x="89124" y="148944"/>
                  </a:cubicBezTo>
                  <a:cubicBezTo>
                    <a:pt x="87356" y="150994"/>
                    <a:pt x="70681" y="150994"/>
                    <a:pt x="65123" y="150994"/>
                  </a:cubicBezTo>
                  <a:lnTo>
                    <a:pt x="19646" y="150994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59" name="任意多边形: 形状 1058">
              <a:extLst>
                <a:ext uri="{FF2B5EF4-FFF2-40B4-BE49-F238E27FC236}">
                  <a16:creationId xmlns:a16="http://schemas.microsoft.com/office/drawing/2014/main" id="{5C5BC8C4-AAF9-6BBC-9DCA-90775A3731FF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6598876" y="5360999"/>
              <a:ext cx="180138" cy="180631"/>
            </a:xfrm>
            <a:custGeom>
              <a:avLst/>
              <a:gdLst>
                <a:gd name="csX0" fmla="*/ 144713 w 180138"/>
                <a:gd name="csY0" fmla="*/ 29285 h 180631"/>
                <a:gd name="csX1" fmla="*/ 177052 w 180138"/>
                <a:gd name="csY1" fmla="*/ 8020 h 180631"/>
                <a:gd name="csX2" fmla="*/ 180336 w 180138"/>
                <a:gd name="csY2" fmla="*/ 3151 h 180631"/>
                <a:gd name="csX3" fmla="*/ 177052 w 180138"/>
                <a:gd name="csY3" fmla="*/ 77 h 180631"/>
                <a:gd name="csX4" fmla="*/ 156335 w 180138"/>
                <a:gd name="csY4" fmla="*/ 846 h 180631"/>
                <a:gd name="csX5" fmla="*/ 131323 w 180138"/>
                <a:gd name="csY5" fmla="*/ 77 h 180631"/>
                <a:gd name="csX6" fmla="*/ 126522 w 180138"/>
                <a:gd name="csY6" fmla="*/ 4945 h 180631"/>
                <a:gd name="csX7" fmla="*/ 130565 w 180138"/>
                <a:gd name="csY7" fmla="*/ 8020 h 180631"/>
                <a:gd name="csX8" fmla="*/ 142187 w 180138"/>
                <a:gd name="csY8" fmla="*/ 16475 h 180631"/>
                <a:gd name="csX9" fmla="*/ 138397 w 180138"/>
                <a:gd name="csY9" fmla="*/ 26211 h 180631"/>
                <a:gd name="csX10" fmla="*/ 60834 w 180138"/>
                <a:gd name="csY10" fmla="*/ 151243 h 180631"/>
                <a:gd name="csX11" fmla="*/ 43654 w 180138"/>
                <a:gd name="csY11" fmla="*/ 15706 h 180631"/>
                <a:gd name="csX12" fmla="*/ 61086 w 180138"/>
                <a:gd name="csY12" fmla="*/ 8020 h 180631"/>
                <a:gd name="csX13" fmla="*/ 67403 w 180138"/>
                <a:gd name="csY13" fmla="*/ 2895 h 180631"/>
                <a:gd name="csX14" fmla="*/ 63866 w 180138"/>
                <a:gd name="csY14" fmla="*/ 77 h 180631"/>
                <a:gd name="csX15" fmla="*/ 32537 w 180138"/>
                <a:gd name="csY15" fmla="*/ 846 h 180631"/>
                <a:gd name="csX16" fmla="*/ 18642 w 180138"/>
                <a:gd name="csY16" fmla="*/ 589 h 180631"/>
                <a:gd name="csX17" fmla="*/ 4999 w 180138"/>
                <a:gd name="csY17" fmla="*/ 77 h 180631"/>
                <a:gd name="csX18" fmla="*/ 198 w 180138"/>
                <a:gd name="csY18" fmla="*/ 4945 h 180631"/>
                <a:gd name="csX19" fmla="*/ 6515 w 180138"/>
                <a:gd name="csY19" fmla="*/ 8020 h 180631"/>
                <a:gd name="csX20" fmla="*/ 21673 w 180138"/>
                <a:gd name="csY20" fmla="*/ 16731 h 180631"/>
                <a:gd name="csX21" fmla="*/ 41633 w 180138"/>
                <a:gd name="csY21" fmla="*/ 174815 h 180631"/>
                <a:gd name="csX22" fmla="*/ 46686 w 180138"/>
                <a:gd name="csY22" fmla="*/ 180708 h 180631"/>
                <a:gd name="csX23" fmla="*/ 53760 w 180138"/>
                <a:gd name="csY23" fmla="*/ 176096 h 180631"/>
                <a:gd name="csX24" fmla="*/ 144713 w 180138"/>
                <a:gd name="csY24" fmla="*/ 29285 h 180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0138" h="180631">
                  <a:moveTo>
                    <a:pt x="144713" y="29285"/>
                  </a:moveTo>
                  <a:cubicBezTo>
                    <a:pt x="157093" y="9301"/>
                    <a:pt x="167704" y="8532"/>
                    <a:pt x="177052" y="8020"/>
                  </a:cubicBezTo>
                  <a:cubicBezTo>
                    <a:pt x="180084" y="7763"/>
                    <a:pt x="180336" y="3408"/>
                    <a:pt x="180336" y="3151"/>
                  </a:cubicBezTo>
                  <a:cubicBezTo>
                    <a:pt x="180336" y="1102"/>
                    <a:pt x="179073" y="77"/>
                    <a:pt x="177052" y="77"/>
                  </a:cubicBezTo>
                  <a:cubicBezTo>
                    <a:pt x="170483" y="77"/>
                    <a:pt x="163156" y="846"/>
                    <a:pt x="156335" y="846"/>
                  </a:cubicBezTo>
                  <a:cubicBezTo>
                    <a:pt x="147997" y="846"/>
                    <a:pt x="139407" y="77"/>
                    <a:pt x="131323" y="77"/>
                  </a:cubicBezTo>
                  <a:cubicBezTo>
                    <a:pt x="129807" y="77"/>
                    <a:pt x="126522" y="77"/>
                    <a:pt x="126522" y="4945"/>
                  </a:cubicBezTo>
                  <a:cubicBezTo>
                    <a:pt x="126522" y="7763"/>
                    <a:pt x="128796" y="8020"/>
                    <a:pt x="130565" y="8020"/>
                  </a:cubicBezTo>
                  <a:cubicBezTo>
                    <a:pt x="137386" y="8532"/>
                    <a:pt x="142187" y="11094"/>
                    <a:pt x="142187" y="16475"/>
                  </a:cubicBezTo>
                  <a:cubicBezTo>
                    <a:pt x="142187" y="20318"/>
                    <a:pt x="138397" y="25955"/>
                    <a:pt x="138397" y="26211"/>
                  </a:cubicBezTo>
                  <a:lnTo>
                    <a:pt x="60834" y="151243"/>
                  </a:lnTo>
                  <a:lnTo>
                    <a:pt x="43654" y="15706"/>
                  </a:lnTo>
                  <a:cubicBezTo>
                    <a:pt x="43654" y="11350"/>
                    <a:pt x="49465" y="8020"/>
                    <a:pt x="61086" y="8020"/>
                  </a:cubicBezTo>
                  <a:cubicBezTo>
                    <a:pt x="64624" y="8020"/>
                    <a:pt x="67403" y="8020"/>
                    <a:pt x="67403" y="2895"/>
                  </a:cubicBezTo>
                  <a:cubicBezTo>
                    <a:pt x="67403" y="589"/>
                    <a:pt x="65382" y="77"/>
                    <a:pt x="63866" y="77"/>
                  </a:cubicBezTo>
                  <a:cubicBezTo>
                    <a:pt x="53760" y="77"/>
                    <a:pt x="42896" y="846"/>
                    <a:pt x="32537" y="846"/>
                  </a:cubicBezTo>
                  <a:cubicBezTo>
                    <a:pt x="27990" y="846"/>
                    <a:pt x="23189" y="589"/>
                    <a:pt x="18642" y="589"/>
                  </a:cubicBezTo>
                  <a:cubicBezTo>
                    <a:pt x="14094" y="589"/>
                    <a:pt x="9294" y="77"/>
                    <a:pt x="4999" y="77"/>
                  </a:cubicBezTo>
                  <a:cubicBezTo>
                    <a:pt x="3230" y="77"/>
                    <a:pt x="198" y="77"/>
                    <a:pt x="198" y="4945"/>
                  </a:cubicBezTo>
                  <a:cubicBezTo>
                    <a:pt x="198" y="8020"/>
                    <a:pt x="2472" y="8020"/>
                    <a:pt x="6515" y="8020"/>
                  </a:cubicBezTo>
                  <a:cubicBezTo>
                    <a:pt x="20663" y="8020"/>
                    <a:pt x="20915" y="10325"/>
                    <a:pt x="21673" y="16731"/>
                  </a:cubicBezTo>
                  <a:lnTo>
                    <a:pt x="41633" y="174815"/>
                  </a:lnTo>
                  <a:cubicBezTo>
                    <a:pt x="42391" y="179939"/>
                    <a:pt x="43401" y="180708"/>
                    <a:pt x="46686" y="180708"/>
                  </a:cubicBezTo>
                  <a:cubicBezTo>
                    <a:pt x="50728" y="180708"/>
                    <a:pt x="51739" y="179427"/>
                    <a:pt x="53760" y="176096"/>
                  </a:cubicBezTo>
                  <a:lnTo>
                    <a:pt x="144713" y="29285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0" name="任意多边形: 形状 1059">
              <a:extLst>
                <a:ext uri="{FF2B5EF4-FFF2-40B4-BE49-F238E27FC236}">
                  <a16:creationId xmlns:a16="http://schemas.microsoft.com/office/drawing/2014/main" id="{68241885-0B2E-16B5-48DA-E0FF86E2032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6742010" y="5453543"/>
              <a:ext cx="38554" cy="120881"/>
            </a:xfrm>
            <a:custGeom>
              <a:avLst/>
              <a:gdLst>
                <a:gd name="csX0" fmla="*/ 27616 w 38554"/>
                <a:gd name="csY0" fmla="*/ 10301 h 120881"/>
                <a:gd name="csX1" fmla="*/ 17359 w 38554"/>
                <a:gd name="csY1" fmla="*/ 78 h 120881"/>
                <a:gd name="csX2" fmla="*/ 7278 w 38554"/>
                <a:gd name="csY2" fmla="*/ 10301 h 120881"/>
                <a:gd name="csX3" fmla="*/ 17359 w 38554"/>
                <a:gd name="csY3" fmla="*/ 20704 h 120881"/>
                <a:gd name="csX4" fmla="*/ 27616 w 38554"/>
                <a:gd name="csY4" fmla="*/ 10301 h 120881"/>
                <a:gd name="csX5" fmla="*/ 735 w 38554"/>
                <a:gd name="csY5" fmla="*/ 43840 h 120881"/>
                <a:gd name="csX6" fmla="*/ 735 w 38554"/>
                <a:gd name="csY6" fmla="*/ 50296 h 120881"/>
                <a:gd name="csX7" fmla="*/ 13468 w 38554"/>
                <a:gd name="csY7" fmla="*/ 60161 h 120881"/>
                <a:gd name="csX8" fmla="*/ 13468 w 38554"/>
                <a:gd name="csY8" fmla="*/ 106792 h 120881"/>
                <a:gd name="csX9" fmla="*/ 204 w 38554"/>
                <a:gd name="csY9" fmla="*/ 114504 h 120881"/>
                <a:gd name="csX10" fmla="*/ 204 w 38554"/>
                <a:gd name="csY10" fmla="*/ 120960 h 120881"/>
                <a:gd name="csX11" fmla="*/ 20012 w 38554"/>
                <a:gd name="csY11" fmla="*/ 120243 h 120881"/>
                <a:gd name="csX12" fmla="*/ 38758 w 38554"/>
                <a:gd name="csY12" fmla="*/ 120960 h 120881"/>
                <a:gd name="csX13" fmla="*/ 38758 w 38554"/>
                <a:gd name="csY13" fmla="*/ 114504 h 120881"/>
                <a:gd name="csX14" fmla="*/ 26732 w 38554"/>
                <a:gd name="csY14" fmla="*/ 106971 h 120881"/>
                <a:gd name="csX15" fmla="*/ 26732 w 38554"/>
                <a:gd name="csY15" fmla="*/ 41867 h 120881"/>
                <a:gd name="csX16" fmla="*/ 735 w 38554"/>
                <a:gd name="csY16" fmla="*/ 43840 h 120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8554" h="120881">
                  <a:moveTo>
                    <a:pt x="27616" y="10301"/>
                  </a:moveTo>
                  <a:cubicBezTo>
                    <a:pt x="27616" y="5100"/>
                    <a:pt x="23372" y="78"/>
                    <a:pt x="17359" y="78"/>
                  </a:cubicBezTo>
                  <a:cubicBezTo>
                    <a:pt x="12053" y="78"/>
                    <a:pt x="7278" y="4383"/>
                    <a:pt x="7278" y="10301"/>
                  </a:cubicBezTo>
                  <a:cubicBezTo>
                    <a:pt x="7278" y="16758"/>
                    <a:pt x="12407" y="20704"/>
                    <a:pt x="17359" y="20704"/>
                  </a:cubicBezTo>
                  <a:cubicBezTo>
                    <a:pt x="23018" y="20704"/>
                    <a:pt x="27616" y="16220"/>
                    <a:pt x="27616" y="10301"/>
                  </a:cubicBezTo>
                  <a:close/>
                  <a:moveTo>
                    <a:pt x="735" y="43840"/>
                  </a:moveTo>
                  <a:lnTo>
                    <a:pt x="735" y="50296"/>
                  </a:lnTo>
                  <a:cubicBezTo>
                    <a:pt x="11876" y="50296"/>
                    <a:pt x="13468" y="51373"/>
                    <a:pt x="13468" y="60161"/>
                  </a:cubicBezTo>
                  <a:lnTo>
                    <a:pt x="13468" y="106792"/>
                  </a:lnTo>
                  <a:cubicBezTo>
                    <a:pt x="13468" y="114504"/>
                    <a:pt x="11700" y="114504"/>
                    <a:pt x="204" y="114504"/>
                  </a:cubicBezTo>
                  <a:lnTo>
                    <a:pt x="204" y="120960"/>
                  </a:lnTo>
                  <a:cubicBezTo>
                    <a:pt x="558" y="120960"/>
                    <a:pt x="12938" y="120243"/>
                    <a:pt x="20012" y="120243"/>
                  </a:cubicBezTo>
                  <a:cubicBezTo>
                    <a:pt x="26202" y="120243"/>
                    <a:pt x="32568" y="120422"/>
                    <a:pt x="38758" y="120960"/>
                  </a:cubicBezTo>
                  <a:lnTo>
                    <a:pt x="38758" y="114504"/>
                  </a:lnTo>
                  <a:cubicBezTo>
                    <a:pt x="28501" y="114504"/>
                    <a:pt x="26732" y="114504"/>
                    <a:pt x="26732" y="106971"/>
                  </a:cubicBezTo>
                  <a:lnTo>
                    <a:pt x="26732" y="41867"/>
                  </a:lnTo>
                  <a:lnTo>
                    <a:pt x="735" y="43840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1" name="任意多边形: 形状 1060">
              <a:extLst>
                <a:ext uri="{FF2B5EF4-FFF2-40B4-BE49-F238E27FC236}">
                  <a16:creationId xmlns:a16="http://schemas.microsoft.com/office/drawing/2014/main" id="{97A8FE94-036A-34DF-554B-7ADF51E1A4E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798853" y="5495331"/>
              <a:ext cx="94793" cy="79093"/>
            </a:xfrm>
            <a:custGeom>
              <a:avLst/>
              <a:gdLst>
                <a:gd name="csX0" fmla="*/ 81736 w 94793"/>
                <a:gd name="csY0" fmla="*/ 24829 h 79093"/>
                <a:gd name="csX1" fmla="*/ 55208 w 94793"/>
                <a:gd name="csY1" fmla="*/ 78 h 79093"/>
                <a:gd name="csX2" fmla="*/ 26381 w 94793"/>
                <a:gd name="csY2" fmla="*/ 17475 h 79093"/>
                <a:gd name="csX3" fmla="*/ 26204 w 94793"/>
                <a:gd name="csY3" fmla="*/ 17475 h 79093"/>
                <a:gd name="csX4" fmla="*/ 26204 w 94793"/>
                <a:gd name="csY4" fmla="*/ 78 h 79093"/>
                <a:gd name="csX5" fmla="*/ 206 w 94793"/>
                <a:gd name="csY5" fmla="*/ 2051 h 79093"/>
                <a:gd name="csX6" fmla="*/ 206 w 94793"/>
                <a:gd name="csY6" fmla="*/ 8508 h 79093"/>
                <a:gd name="csX7" fmla="*/ 13470 w 94793"/>
                <a:gd name="csY7" fmla="*/ 18551 h 79093"/>
                <a:gd name="csX8" fmla="*/ 13470 w 94793"/>
                <a:gd name="csY8" fmla="*/ 65003 h 79093"/>
                <a:gd name="csX9" fmla="*/ 206 w 94793"/>
                <a:gd name="csY9" fmla="*/ 72715 h 79093"/>
                <a:gd name="csX10" fmla="*/ 206 w 94793"/>
                <a:gd name="csY10" fmla="*/ 79172 h 79093"/>
                <a:gd name="csX11" fmla="*/ 20368 w 94793"/>
                <a:gd name="csY11" fmla="*/ 78454 h 79093"/>
                <a:gd name="csX12" fmla="*/ 40706 w 94793"/>
                <a:gd name="csY12" fmla="*/ 79172 h 79093"/>
                <a:gd name="csX13" fmla="*/ 40706 w 94793"/>
                <a:gd name="csY13" fmla="*/ 72715 h 79093"/>
                <a:gd name="csX14" fmla="*/ 27442 w 94793"/>
                <a:gd name="csY14" fmla="*/ 65003 h 79093"/>
                <a:gd name="csX15" fmla="*/ 27442 w 94793"/>
                <a:gd name="csY15" fmla="*/ 32720 h 79093"/>
                <a:gd name="csX16" fmla="*/ 53793 w 94793"/>
                <a:gd name="csY16" fmla="*/ 5100 h 79093"/>
                <a:gd name="csX17" fmla="*/ 67764 w 94793"/>
                <a:gd name="csY17" fmla="*/ 24111 h 79093"/>
                <a:gd name="csX18" fmla="*/ 67764 w 94793"/>
                <a:gd name="csY18" fmla="*/ 65003 h 79093"/>
                <a:gd name="csX19" fmla="*/ 54500 w 94793"/>
                <a:gd name="csY19" fmla="*/ 72715 h 79093"/>
                <a:gd name="csX20" fmla="*/ 54500 w 94793"/>
                <a:gd name="csY20" fmla="*/ 79172 h 79093"/>
                <a:gd name="csX21" fmla="*/ 74662 w 94793"/>
                <a:gd name="csY21" fmla="*/ 78454 h 79093"/>
                <a:gd name="csX22" fmla="*/ 95000 w 94793"/>
                <a:gd name="csY22" fmla="*/ 79172 h 79093"/>
                <a:gd name="csX23" fmla="*/ 95000 w 94793"/>
                <a:gd name="csY23" fmla="*/ 72715 h 79093"/>
                <a:gd name="csX24" fmla="*/ 81736 w 94793"/>
                <a:gd name="csY24" fmla="*/ 65003 h 79093"/>
                <a:gd name="csX25" fmla="*/ 81736 w 94793"/>
                <a:gd name="csY25" fmla="*/ 24829 h 790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94793" h="79093">
                  <a:moveTo>
                    <a:pt x="81736" y="24829"/>
                  </a:moveTo>
                  <a:cubicBezTo>
                    <a:pt x="81736" y="9225"/>
                    <a:pt x="74131" y="78"/>
                    <a:pt x="55208" y="78"/>
                  </a:cubicBezTo>
                  <a:cubicBezTo>
                    <a:pt x="40706" y="78"/>
                    <a:pt x="31333" y="8149"/>
                    <a:pt x="26381" y="17475"/>
                  </a:cubicBezTo>
                  <a:lnTo>
                    <a:pt x="26204" y="17475"/>
                  </a:lnTo>
                  <a:lnTo>
                    <a:pt x="26204" y="78"/>
                  </a:lnTo>
                  <a:lnTo>
                    <a:pt x="206" y="2051"/>
                  </a:lnTo>
                  <a:lnTo>
                    <a:pt x="206" y="8508"/>
                  </a:lnTo>
                  <a:cubicBezTo>
                    <a:pt x="12056" y="8508"/>
                    <a:pt x="13470" y="9763"/>
                    <a:pt x="13470" y="18551"/>
                  </a:cubicBezTo>
                  <a:lnTo>
                    <a:pt x="13470" y="65003"/>
                  </a:lnTo>
                  <a:cubicBezTo>
                    <a:pt x="13470" y="72715"/>
                    <a:pt x="11702" y="72715"/>
                    <a:pt x="206" y="72715"/>
                  </a:cubicBezTo>
                  <a:lnTo>
                    <a:pt x="206" y="79172"/>
                  </a:lnTo>
                  <a:cubicBezTo>
                    <a:pt x="560" y="79172"/>
                    <a:pt x="12940" y="78454"/>
                    <a:pt x="20368" y="78454"/>
                  </a:cubicBezTo>
                  <a:cubicBezTo>
                    <a:pt x="26911" y="78454"/>
                    <a:pt x="39114" y="78992"/>
                    <a:pt x="40706" y="79172"/>
                  </a:cubicBezTo>
                  <a:lnTo>
                    <a:pt x="40706" y="72715"/>
                  </a:lnTo>
                  <a:cubicBezTo>
                    <a:pt x="29210" y="72715"/>
                    <a:pt x="27442" y="72715"/>
                    <a:pt x="27442" y="65003"/>
                  </a:cubicBezTo>
                  <a:lnTo>
                    <a:pt x="27442" y="32720"/>
                  </a:lnTo>
                  <a:cubicBezTo>
                    <a:pt x="27442" y="13888"/>
                    <a:pt x="42121" y="5100"/>
                    <a:pt x="53793" y="5100"/>
                  </a:cubicBezTo>
                  <a:cubicBezTo>
                    <a:pt x="66173" y="5100"/>
                    <a:pt x="67764" y="14964"/>
                    <a:pt x="67764" y="24111"/>
                  </a:cubicBezTo>
                  <a:lnTo>
                    <a:pt x="67764" y="65003"/>
                  </a:lnTo>
                  <a:cubicBezTo>
                    <a:pt x="67764" y="72715"/>
                    <a:pt x="65996" y="72715"/>
                    <a:pt x="54500" y="72715"/>
                  </a:cubicBezTo>
                  <a:lnTo>
                    <a:pt x="54500" y="79172"/>
                  </a:lnTo>
                  <a:cubicBezTo>
                    <a:pt x="54854" y="79172"/>
                    <a:pt x="67234" y="78454"/>
                    <a:pt x="74662" y="78454"/>
                  </a:cubicBezTo>
                  <a:cubicBezTo>
                    <a:pt x="81205" y="78454"/>
                    <a:pt x="93408" y="78992"/>
                    <a:pt x="95000" y="79172"/>
                  </a:cubicBezTo>
                  <a:lnTo>
                    <a:pt x="95000" y="72715"/>
                  </a:lnTo>
                  <a:cubicBezTo>
                    <a:pt x="83504" y="72715"/>
                    <a:pt x="81736" y="72715"/>
                    <a:pt x="81736" y="65003"/>
                  </a:cubicBezTo>
                  <a:lnTo>
                    <a:pt x="81736" y="24829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2" name="任意多边形: 形状 1061">
              <a:extLst>
                <a:ext uri="{FF2B5EF4-FFF2-40B4-BE49-F238E27FC236}">
                  <a16:creationId xmlns:a16="http://schemas.microsoft.com/office/drawing/2014/main" id="{3CFABD67-CA6C-6938-3007-D63D8B21E2DE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985442" y="5343832"/>
              <a:ext cx="34612" cy="256214"/>
            </a:xfrm>
            <a:custGeom>
              <a:avLst/>
              <a:gdLst>
                <a:gd name="csX0" fmla="*/ 34826 w 34612"/>
                <a:gd name="csY0" fmla="*/ 256291 h 256214"/>
                <a:gd name="csX1" fmla="*/ 34826 w 34612"/>
                <a:gd name="csY1" fmla="*/ 246043 h 256214"/>
                <a:gd name="csX2" fmla="*/ 10319 w 34612"/>
                <a:gd name="csY2" fmla="*/ 246043 h 256214"/>
                <a:gd name="csX3" fmla="*/ 10319 w 34612"/>
                <a:gd name="csY3" fmla="*/ 10326 h 256214"/>
                <a:gd name="csX4" fmla="*/ 34826 w 34612"/>
                <a:gd name="csY4" fmla="*/ 10326 h 256214"/>
                <a:gd name="csX5" fmla="*/ 34826 w 34612"/>
                <a:gd name="csY5" fmla="*/ 77 h 256214"/>
                <a:gd name="csX6" fmla="*/ 213 w 34612"/>
                <a:gd name="csY6" fmla="*/ 77 h 256214"/>
                <a:gd name="csX7" fmla="*/ 213 w 34612"/>
                <a:gd name="csY7" fmla="*/ 256291 h 256214"/>
                <a:gd name="csX8" fmla="*/ 34826 w 34612"/>
                <a:gd name="csY8" fmla="*/ 256291 h 256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612" h="256214">
                  <a:moveTo>
                    <a:pt x="34826" y="256291"/>
                  </a:moveTo>
                  <a:lnTo>
                    <a:pt x="34826" y="246043"/>
                  </a:lnTo>
                  <a:lnTo>
                    <a:pt x="10319" y="246043"/>
                  </a:lnTo>
                  <a:lnTo>
                    <a:pt x="10319" y="10326"/>
                  </a:lnTo>
                  <a:lnTo>
                    <a:pt x="34826" y="10326"/>
                  </a:lnTo>
                  <a:lnTo>
                    <a:pt x="34826" y="77"/>
                  </a:lnTo>
                  <a:lnTo>
                    <a:pt x="213" y="77"/>
                  </a:lnTo>
                  <a:lnTo>
                    <a:pt x="213" y="256291"/>
                  </a:lnTo>
                  <a:lnTo>
                    <a:pt x="34826" y="256291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3" name="任意多边形: 形状 1062">
              <a:extLst>
                <a:ext uri="{FF2B5EF4-FFF2-40B4-BE49-F238E27FC236}">
                  <a16:creationId xmlns:a16="http://schemas.microsoft.com/office/drawing/2014/main" id="{66A84647-AEF5-0D9D-7358-C667824BB588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034399" y="5421209"/>
              <a:ext cx="96258" cy="117602"/>
            </a:xfrm>
            <a:custGeom>
              <a:avLst/>
              <a:gdLst>
                <a:gd name="csX0" fmla="*/ 21185 w 96258"/>
                <a:gd name="csY0" fmla="*/ 59006 h 117602"/>
                <a:gd name="csX1" fmla="*/ 55293 w 96258"/>
                <a:gd name="csY1" fmla="*/ 6482 h 117602"/>
                <a:gd name="csX2" fmla="*/ 82326 w 96258"/>
                <a:gd name="csY2" fmla="*/ 15962 h 117602"/>
                <a:gd name="csX3" fmla="*/ 70452 w 96258"/>
                <a:gd name="csY3" fmla="*/ 27748 h 117602"/>
                <a:gd name="csX4" fmla="*/ 82074 w 96258"/>
                <a:gd name="csY4" fmla="*/ 39534 h 117602"/>
                <a:gd name="csX5" fmla="*/ 93696 w 96258"/>
                <a:gd name="csY5" fmla="*/ 27492 h 117602"/>
                <a:gd name="csX6" fmla="*/ 55040 w 96258"/>
                <a:gd name="csY6" fmla="*/ 77 h 117602"/>
                <a:gd name="csX7" fmla="*/ 216 w 96258"/>
                <a:gd name="csY7" fmla="*/ 59519 h 117602"/>
                <a:gd name="csX8" fmla="*/ 54535 w 96258"/>
                <a:gd name="csY8" fmla="*/ 117679 h 117602"/>
                <a:gd name="csX9" fmla="*/ 96475 w 96258"/>
                <a:gd name="csY9" fmla="*/ 84371 h 117602"/>
                <a:gd name="csX10" fmla="*/ 93190 w 96258"/>
                <a:gd name="csY10" fmla="*/ 81809 h 117602"/>
                <a:gd name="csX11" fmla="*/ 89906 w 96258"/>
                <a:gd name="csY11" fmla="*/ 84371 h 117602"/>
                <a:gd name="csX12" fmla="*/ 56809 w 96258"/>
                <a:gd name="csY12" fmla="*/ 111274 h 117602"/>
                <a:gd name="csX13" fmla="*/ 21185 w 96258"/>
                <a:gd name="csY13" fmla="*/ 59006 h 117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6258" h="117602">
                  <a:moveTo>
                    <a:pt x="21185" y="59006"/>
                  </a:moveTo>
                  <a:cubicBezTo>
                    <a:pt x="21185" y="17243"/>
                    <a:pt x="41903" y="6482"/>
                    <a:pt x="55293" y="6482"/>
                  </a:cubicBezTo>
                  <a:cubicBezTo>
                    <a:pt x="57567" y="6482"/>
                    <a:pt x="73484" y="6738"/>
                    <a:pt x="82326" y="15962"/>
                  </a:cubicBezTo>
                  <a:cubicBezTo>
                    <a:pt x="71968" y="16731"/>
                    <a:pt x="70452" y="24417"/>
                    <a:pt x="70452" y="27748"/>
                  </a:cubicBezTo>
                  <a:cubicBezTo>
                    <a:pt x="70452" y="34410"/>
                    <a:pt x="75000" y="39534"/>
                    <a:pt x="82074" y="39534"/>
                  </a:cubicBezTo>
                  <a:cubicBezTo>
                    <a:pt x="88643" y="39534"/>
                    <a:pt x="93696" y="35178"/>
                    <a:pt x="93696" y="27492"/>
                  </a:cubicBezTo>
                  <a:cubicBezTo>
                    <a:pt x="93696" y="10069"/>
                    <a:pt x="74494" y="77"/>
                    <a:pt x="55040" y="77"/>
                  </a:cubicBezTo>
                  <a:cubicBezTo>
                    <a:pt x="23459" y="77"/>
                    <a:pt x="216" y="27748"/>
                    <a:pt x="216" y="59519"/>
                  </a:cubicBezTo>
                  <a:cubicBezTo>
                    <a:pt x="216" y="92314"/>
                    <a:pt x="25228" y="117679"/>
                    <a:pt x="54535" y="117679"/>
                  </a:cubicBezTo>
                  <a:cubicBezTo>
                    <a:pt x="88390" y="117679"/>
                    <a:pt x="96475" y="86934"/>
                    <a:pt x="96475" y="84371"/>
                  </a:cubicBezTo>
                  <a:cubicBezTo>
                    <a:pt x="96475" y="81809"/>
                    <a:pt x="93948" y="81809"/>
                    <a:pt x="93190" y="81809"/>
                  </a:cubicBezTo>
                  <a:cubicBezTo>
                    <a:pt x="90916" y="81809"/>
                    <a:pt x="90411" y="82834"/>
                    <a:pt x="89906" y="84371"/>
                  </a:cubicBezTo>
                  <a:cubicBezTo>
                    <a:pt x="82579" y="108199"/>
                    <a:pt x="66157" y="111274"/>
                    <a:pt x="56809" y="111274"/>
                  </a:cubicBezTo>
                  <a:cubicBezTo>
                    <a:pt x="43419" y="111274"/>
                    <a:pt x="21185" y="100257"/>
                    <a:pt x="21185" y="59006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4" name="任意多边形: 形状 1063">
              <a:extLst>
                <a:ext uri="{FF2B5EF4-FFF2-40B4-BE49-F238E27FC236}">
                  <a16:creationId xmlns:a16="http://schemas.microsoft.com/office/drawing/2014/main" id="{1A8AB48E-DD75-0AC2-2C67-167AB92AC20A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145172" y="5421209"/>
              <a:ext cx="111923" cy="117602"/>
            </a:xfrm>
            <a:custGeom>
              <a:avLst/>
              <a:gdLst>
                <a:gd name="csX0" fmla="*/ 112143 w 111923"/>
                <a:gd name="csY0" fmla="*/ 60031 h 117602"/>
                <a:gd name="csX1" fmla="*/ 56308 w 111923"/>
                <a:gd name="csY1" fmla="*/ 77 h 117602"/>
                <a:gd name="csX2" fmla="*/ 220 w 111923"/>
                <a:gd name="csY2" fmla="*/ 60031 h 117602"/>
                <a:gd name="csX3" fmla="*/ 56055 w 111923"/>
                <a:gd name="csY3" fmla="*/ 117679 h 117602"/>
                <a:gd name="csX4" fmla="*/ 112143 w 111923"/>
                <a:gd name="csY4" fmla="*/ 60031 h 117602"/>
                <a:gd name="csX5" fmla="*/ 56308 w 111923"/>
                <a:gd name="csY5" fmla="*/ 111274 h 117602"/>
                <a:gd name="csX6" fmla="*/ 27506 w 111923"/>
                <a:gd name="csY6" fmla="*/ 94108 h 117602"/>
                <a:gd name="csX7" fmla="*/ 21190 w 111923"/>
                <a:gd name="csY7" fmla="*/ 57981 h 117602"/>
                <a:gd name="csX8" fmla="*/ 27253 w 111923"/>
                <a:gd name="csY8" fmla="*/ 22880 h 117602"/>
                <a:gd name="csX9" fmla="*/ 56055 w 111923"/>
                <a:gd name="csY9" fmla="*/ 5714 h 117602"/>
                <a:gd name="csX10" fmla="*/ 84605 w 111923"/>
                <a:gd name="csY10" fmla="*/ 22368 h 117602"/>
                <a:gd name="csX11" fmla="*/ 91173 w 111923"/>
                <a:gd name="csY11" fmla="*/ 57981 h 117602"/>
                <a:gd name="csX12" fmla="*/ 85615 w 111923"/>
                <a:gd name="csY12" fmla="*/ 92314 h 117602"/>
                <a:gd name="csX13" fmla="*/ 56308 w 111923"/>
                <a:gd name="csY13" fmla="*/ 111274 h 117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1923" h="117602">
                  <a:moveTo>
                    <a:pt x="112143" y="60031"/>
                  </a:moveTo>
                  <a:cubicBezTo>
                    <a:pt x="112143" y="27236"/>
                    <a:pt x="86878" y="77"/>
                    <a:pt x="56308" y="77"/>
                  </a:cubicBezTo>
                  <a:cubicBezTo>
                    <a:pt x="24727" y="77"/>
                    <a:pt x="220" y="28004"/>
                    <a:pt x="220" y="60031"/>
                  </a:cubicBezTo>
                  <a:cubicBezTo>
                    <a:pt x="220" y="93083"/>
                    <a:pt x="26496" y="117679"/>
                    <a:pt x="56055" y="117679"/>
                  </a:cubicBezTo>
                  <a:cubicBezTo>
                    <a:pt x="86626" y="117679"/>
                    <a:pt x="112143" y="92570"/>
                    <a:pt x="112143" y="60031"/>
                  </a:cubicBezTo>
                  <a:close/>
                  <a:moveTo>
                    <a:pt x="56308" y="111274"/>
                  </a:moveTo>
                  <a:cubicBezTo>
                    <a:pt x="45444" y="111274"/>
                    <a:pt x="34328" y="105893"/>
                    <a:pt x="27506" y="94108"/>
                  </a:cubicBezTo>
                  <a:cubicBezTo>
                    <a:pt x="21190" y="82834"/>
                    <a:pt x="21190" y="67205"/>
                    <a:pt x="21190" y="57981"/>
                  </a:cubicBezTo>
                  <a:cubicBezTo>
                    <a:pt x="21190" y="47989"/>
                    <a:pt x="21190" y="34153"/>
                    <a:pt x="27253" y="22880"/>
                  </a:cubicBezTo>
                  <a:cubicBezTo>
                    <a:pt x="34075" y="11094"/>
                    <a:pt x="45949" y="5714"/>
                    <a:pt x="56055" y="5714"/>
                  </a:cubicBezTo>
                  <a:cubicBezTo>
                    <a:pt x="67172" y="5714"/>
                    <a:pt x="78036" y="11350"/>
                    <a:pt x="84605" y="22368"/>
                  </a:cubicBezTo>
                  <a:cubicBezTo>
                    <a:pt x="91173" y="33385"/>
                    <a:pt x="91173" y="48245"/>
                    <a:pt x="91173" y="57981"/>
                  </a:cubicBezTo>
                  <a:cubicBezTo>
                    <a:pt x="91173" y="67205"/>
                    <a:pt x="91173" y="81041"/>
                    <a:pt x="85615" y="92314"/>
                  </a:cubicBezTo>
                  <a:cubicBezTo>
                    <a:pt x="80057" y="103844"/>
                    <a:pt x="68940" y="111274"/>
                    <a:pt x="56308" y="111274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5" name="任意多边形: 形状 1064">
              <a:extLst>
                <a:ext uri="{FF2B5EF4-FFF2-40B4-BE49-F238E27FC236}">
                  <a16:creationId xmlns:a16="http://schemas.microsoft.com/office/drawing/2014/main" id="{696AD28E-8D51-E04D-4D5D-52CEB1C7A082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272760" y="5421209"/>
              <a:ext cx="82615" cy="117602"/>
            </a:xfrm>
            <a:custGeom>
              <a:avLst/>
              <a:gdLst>
                <a:gd name="csX0" fmla="*/ 44439 w 82615"/>
                <a:gd name="csY0" fmla="*/ 65155 h 117602"/>
                <a:gd name="csX1" fmla="*/ 70714 w 82615"/>
                <a:gd name="csY1" fmla="*/ 88727 h 117602"/>
                <a:gd name="csX2" fmla="*/ 42165 w 82615"/>
                <a:gd name="csY2" fmla="*/ 112043 h 117602"/>
                <a:gd name="csX3" fmla="*/ 7047 w 82615"/>
                <a:gd name="csY3" fmla="*/ 75660 h 117602"/>
                <a:gd name="csX4" fmla="*/ 3510 w 82615"/>
                <a:gd name="csY4" fmla="*/ 71304 h 117602"/>
                <a:gd name="csX5" fmla="*/ 225 w 82615"/>
                <a:gd name="csY5" fmla="*/ 77710 h 117602"/>
                <a:gd name="csX6" fmla="*/ 225 w 82615"/>
                <a:gd name="csY6" fmla="*/ 111530 h 117602"/>
                <a:gd name="csX7" fmla="*/ 3004 w 82615"/>
                <a:gd name="csY7" fmla="*/ 117679 h 117602"/>
                <a:gd name="csX8" fmla="*/ 9320 w 82615"/>
                <a:gd name="csY8" fmla="*/ 112555 h 117602"/>
                <a:gd name="csX9" fmla="*/ 14373 w 82615"/>
                <a:gd name="csY9" fmla="*/ 106662 h 117602"/>
                <a:gd name="csX10" fmla="*/ 42165 w 82615"/>
                <a:gd name="csY10" fmla="*/ 117679 h 117602"/>
                <a:gd name="csX11" fmla="*/ 82841 w 82615"/>
                <a:gd name="csY11" fmla="*/ 82065 h 117602"/>
                <a:gd name="csX12" fmla="*/ 72230 w 82615"/>
                <a:gd name="csY12" fmla="*/ 57725 h 117602"/>
                <a:gd name="csX13" fmla="*/ 43428 w 82615"/>
                <a:gd name="csY13" fmla="*/ 45427 h 117602"/>
                <a:gd name="csX14" fmla="*/ 12352 w 82615"/>
                <a:gd name="csY14" fmla="*/ 24417 h 117602"/>
                <a:gd name="csX15" fmla="*/ 40649 w 82615"/>
                <a:gd name="csY15" fmla="*/ 4945 h 117602"/>
                <a:gd name="csX16" fmla="*/ 70209 w 82615"/>
                <a:gd name="csY16" fmla="*/ 35947 h 117602"/>
                <a:gd name="csX17" fmla="*/ 73240 w 82615"/>
                <a:gd name="csY17" fmla="*/ 38253 h 117602"/>
                <a:gd name="csX18" fmla="*/ 76525 w 82615"/>
                <a:gd name="csY18" fmla="*/ 32104 h 117602"/>
                <a:gd name="csX19" fmla="*/ 76525 w 82615"/>
                <a:gd name="csY19" fmla="*/ 6226 h 117602"/>
                <a:gd name="csX20" fmla="*/ 73746 w 82615"/>
                <a:gd name="csY20" fmla="*/ 77 h 117602"/>
                <a:gd name="csX21" fmla="*/ 68693 w 82615"/>
                <a:gd name="csY21" fmla="*/ 3152 h 117602"/>
                <a:gd name="csX22" fmla="*/ 64398 w 82615"/>
                <a:gd name="csY22" fmla="*/ 7251 h 117602"/>
                <a:gd name="csX23" fmla="*/ 40649 w 82615"/>
                <a:gd name="csY23" fmla="*/ 77 h 117602"/>
                <a:gd name="csX24" fmla="*/ 225 w 82615"/>
                <a:gd name="csY24" fmla="*/ 31591 h 117602"/>
                <a:gd name="csX25" fmla="*/ 11089 w 82615"/>
                <a:gd name="csY25" fmla="*/ 53369 h 117602"/>
                <a:gd name="csX26" fmla="*/ 44439 w 82615"/>
                <a:gd name="csY26" fmla="*/ 65155 h 117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2615" h="117602">
                  <a:moveTo>
                    <a:pt x="44439" y="65155"/>
                  </a:moveTo>
                  <a:cubicBezTo>
                    <a:pt x="49997" y="66180"/>
                    <a:pt x="70714" y="70280"/>
                    <a:pt x="70714" y="88727"/>
                  </a:cubicBezTo>
                  <a:cubicBezTo>
                    <a:pt x="70714" y="101794"/>
                    <a:pt x="61871" y="112043"/>
                    <a:pt x="42165" y="112043"/>
                  </a:cubicBezTo>
                  <a:cubicBezTo>
                    <a:pt x="20942" y="112043"/>
                    <a:pt x="11847" y="97438"/>
                    <a:pt x="7047" y="75660"/>
                  </a:cubicBezTo>
                  <a:cubicBezTo>
                    <a:pt x="6289" y="72329"/>
                    <a:pt x="6036" y="71304"/>
                    <a:pt x="3510" y="71304"/>
                  </a:cubicBezTo>
                  <a:cubicBezTo>
                    <a:pt x="225" y="71304"/>
                    <a:pt x="225" y="73098"/>
                    <a:pt x="225" y="77710"/>
                  </a:cubicBezTo>
                  <a:lnTo>
                    <a:pt x="225" y="111530"/>
                  </a:lnTo>
                  <a:cubicBezTo>
                    <a:pt x="225" y="115886"/>
                    <a:pt x="225" y="117679"/>
                    <a:pt x="3004" y="117679"/>
                  </a:cubicBezTo>
                  <a:cubicBezTo>
                    <a:pt x="4267" y="117679"/>
                    <a:pt x="4520" y="117423"/>
                    <a:pt x="9320" y="112555"/>
                  </a:cubicBezTo>
                  <a:cubicBezTo>
                    <a:pt x="9826" y="112043"/>
                    <a:pt x="9826" y="111530"/>
                    <a:pt x="14373" y="106662"/>
                  </a:cubicBezTo>
                  <a:cubicBezTo>
                    <a:pt x="25490" y="117423"/>
                    <a:pt x="36859" y="117679"/>
                    <a:pt x="42165" y="117679"/>
                  </a:cubicBezTo>
                  <a:cubicBezTo>
                    <a:pt x="71219" y="117679"/>
                    <a:pt x="82841" y="100513"/>
                    <a:pt x="82841" y="82065"/>
                  </a:cubicBezTo>
                  <a:cubicBezTo>
                    <a:pt x="82841" y="68486"/>
                    <a:pt x="75262" y="60800"/>
                    <a:pt x="72230" y="57725"/>
                  </a:cubicBezTo>
                  <a:cubicBezTo>
                    <a:pt x="63892" y="49526"/>
                    <a:pt x="54039" y="47477"/>
                    <a:pt x="43428" y="45427"/>
                  </a:cubicBezTo>
                  <a:cubicBezTo>
                    <a:pt x="29280" y="42608"/>
                    <a:pt x="12352" y="39278"/>
                    <a:pt x="12352" y="24417"/>
                  </a:cubicBezTo>
                  <a:cubicBezTo>
                    <a:pt x="12352" y="15450"/>
                    <a:pt x="18921" y="4945"/>
                    <a:pt x="40649" y="4945"/>
                  </a:cubicBezTo>
                  <a:cubicBezTo>
                    <a:pt x="68440" y="4945"/>
                    <a:pt x="69703" y="28004"/>
                    <a:pt x="70209" y="35947"/>
                  </a:cubicBezTo>
                  <a:cubicBezTo>
                    <a:pt x="70461" y="38253"/>
                    <a:pt x="72735" y="38253"/>
                    <a:pt x="73240" y="38253"/>
                  </a:cubicBezTo>
                  <a:cubicBezTo>
                    <a:pt x="76525" y="38253"/>
                    <a:pt x="76525" y="36972"/>
                    <a:pt x="76525" y="32104"/>
                  </a:cubicBezTo>
                  <a:lnTo>
                    <a:pt x="76525" y="6226"/>
                  </a:lnTo>
                  <a:cubicBezTo>
                    <a:pt x="76525" y="1870"/>
                    <a:pt x="76525" y="77"/>
                    <a:pt x="73746" y="77"/>
                  </a:cubicBezTo>
                  <a:cubicBezTo>
                    <a:pt x="72482" y="77"/>
                    <a:pt x="71977" y="77"/>
                    <a:pt x="68693" y="3152"/>
                  </a:cubicBezTo>
                  <a:cubicBezTo>
                    <a:pt x="67935" y="4176"/>
                    <a:pt x="65408" y="6482"/>
                    <a:pt x="64398" y="7251"/>
                  </a:cubicBezTo>
                  <a:cubicBezTo>
                    <a:pt x="54797" y="77"/>
                    <a:pt x="44439" y="77"/>
                    <a:pt x="40649" y="77"/>
                  </a:cubicBezTo>
                  <a:cubicBezTo>
                    <a:pt x="9826" y="77"/>
                    <a:pt x="225" y="17243"/>
                    <a:pt x="225" y="31591"/>
                  </a:cubicBezTo>
                  <a:cubicBezTo>
                    <a:pt x="225" y="40559"/>
                    <a:pt x="4267" y="47733"/>
                    <a:pt x="11089" y="53369"/>
                  </a:cubicBezTo>
                  <a:cubicBezTo>
                    <a:pt x="19174" y="60031"/>
                    <a:pt x="26248" y="61568"/>
                    <a:pt x="44439" y="65155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6" name="任意多边形: 形状 1065">
              <a:extLst>
                <a:ext uri="{FF2B5EF4-FFF2-40B4-BE49-F238E27FC236}">
                  <a16:creationId xmlns:a16="http://schemas.microsoft.com/office/drawing/2014/main" id="{A63121A9-61FE-FA52-EF85-AE44B21CC7C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389090" y="5343832"/>
              <a:ext cx="58614" cy="256214"/>
            </a:xfrm>
            <a:custGeom>
              <a:avLst/>
              <a:gdLst>
                <a:gd name="csX0" fmla="*/ 58843 w 58614"/>
                <a:gd name="csY0" fmla="*/ 253729 h 256214"/>
                <a:gd name="csX1" fmla="*/ 54548 w 58614"/>
                <a:gd name="csY1" fmla="*/ 248092 h 256214"/>
                <a:gd name="csX2" fmla="*/ 14883 w 58614"/>
                <a:gd name="csY2" fmla="*/ 128184 h 256214"/>
                <a:gd name="csX3" fmla="*/ 55559 w 58614"/>
                <a:gd name="csY3" fmla="*/ 6995 h 256214"/>
                <a:gd name="csX4" fmla="*/ 58843 w 58614"/>
                <a:gd name="csY4" fmla="*/ 2639 h 256214"/>
                <a:gd name="csX5" fmla="*/ 56317 w 58614"/>
                <a:gd name="csY5" fmla="*/ 77 h 256214"/>
                <a:gd name="csX6" fmla="*/ 16146 w 58614"/>
                <a:gd name="csY6" fmla="*/ 50039 h 256214"/>
                <a:gd name="csX7" fmla="*/ 229 w 58614"/>
                <a:gd name="csY7" fmla="*/ 128184 h 256214"/>
                <a:gd name="csX8" fmla="*/ 16904 w 58614"/>
                <a:gd name="csY8" fmla="*/ 208123 h 256214"/>
                <a:gd name="csX9" fmla="*/ 56317 w 58614"/>
                <a:gd name="csY9" fmla="*/ 256291 h 256214"/>
                <a:gd name="csX10" fmla="*/ 58843 w 58614"/>
                <a:gd name="csY10" fmla="*/ 253729 h 256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14" h="256214">
                  <a:moveTo>
                    <a:pt x="58843" y="253729"/>
                  </a:moveTo>
                  <a:cubicBezTo>
                    <a:pt x="58843" y="252960"/>
                    <a:pt x="58843" y="252448"/>
                    <a:pt x="54548" y="248092"/>
                  </a:cubicBezTo>
                  <a:cubicBezTo>
                    <a:pt x="22967" y="215809"/>
                    <a:pt x="14883" y="167385"/>
                    <a:pt x="14883" y="128184"/>
                  </a:cubicBezTo>
                  <a:cubicBezTo>
                    <a:pt x="14883" y="83603"/>
                    <a:pt x="24483" y="39021"/>
                    <a:pt x="55559" y="6995"/>
                  </a:cubicBezTo>
                  <a:cubicBezTo>
                    <a:pt x="58843" y="3920"/>
                    <a:pt x="58843" y="3408"/>
                    <a:pt x="58843" y="2639"/>
                  </a:cubicBezTo>
                  <a:cubicBezTo>
                    <a:pt x="58843" y="846"/>
                    <a:pt x="57833" y="77"/>
                    <a:pt x="56317" y="77"/>
                  </a:cubicBezTo>
                  <a:cubicBezTo>
                    <a:pt x="53790" y="77"/>
                    <a:pt x="31052" y="17499"/>
                    <a:pt x="16146" y="50039"/>
                  </a:cubicBezTo>
                  <a:cubicBezTo>
                    <a:pt x="3261" y="78222"/>
                    <a:pt x="229" y="106662"/>
                    <a:pt x="229" y="128184"/>
                  </a:cubicBezTo>
                  <a:cubicBezTo>
                    <a:pt x="229" y="148169"/>
                    <a:pt x="3008" y="179171"/>
                    <a:pt x="16904" y="208123"/>
                  </a:cubicBezTo>
                  <a:cubicBezTo>
                    <a:pt x="32063" y="239637"/>
                    <a:pt x="53790" y="256291"/>
                    <a:pt x="56317" y="256291"/>
                  </a:cubicBezTo>
                  <a:cubicBezTo>
                    <a:pt x="57833" y="256291"/>
                    <a:pt x="58843" y="255522"/>
                    <a:pt x="58843" y="253729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7" name="任意多边形: 形状 1066">
              <a:extLst>
                <a:ext uri="{FF2B5EF4-FFF2-40B4-BE49-F238E27FC236}">
                  <a16:creationId xmlns:a16="http://schemas.microsoft.com/office/drawing/2014/main" id="{0633FC71-D832-173F-09F1-47181D465CAB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474710" y="5358180"/>
              <a:ext cx="132387" cy="230336"/>
            </a:xfrm>
            <a:custGeom>
              <a:avLst/>
              <a:gdLst>
                <a:gd name="csX0" fmla="*/ 98260 w 132387"/>
                <a:gd name="csY0" fmla="*/ 6226 h 230336"/>
                <a:gd name="csX1" fmla="*/ 99018 w 132387"/>
                <a:gd name="csY1" fmla="*/ 2639 h 230336"/>
                <a:gd name="csX2" fmla="*/ 95987 w 132387"/>
                <a:gd name="csY2" fmla="*/ 77 h 230336"/>
                <a:gd name="csX3" fmla="*/ 92197 w 132387"/>
                <a:gd name="csY3" fmla="*/ 5201 h 230336"/>
                <a:gd name="csX4" fmla="*/ 77543 w 132387"/>
                <a:gd name="csY4" fmla="*/ 64387 h 230336"/>
                <a:gd name="csX5" fmla="*/ 233 w 132387"/>
                <a:gd name="csY5" fmla="*/ 134589 h 230336"/>
                <a:gd name="csX6" fmla="*/ 48741 w 132387"/>
                <a:gd name="csY6" fmla="*/ 180964 h 230336"/>
                <a:gd name="csX7" fmla="*/ 42930 w 132387"/>
                <a:gd name="csY7" fmla="*/ 205048 h 230336"/>
                <a:gd name="csX8" fmla="*/ 37372 w 132387"/>
                <a:gd name="csY8" fmla="*/ 227595 h 230336"/>
                <a:gd name="csX9" fmla="*/ 40404 w 132387"/>
                <a:gd name="csY9" fmla="*/ 230413 h 230336"/>
                <a:gd name="csX10" fmla="*/ 42930 w 132387"/>
                <a:gd name="csY10" fmla="*/ 229389 h 230336"/>
                <a:gd name="csX11" fmla="*/ 45710 w 132387"/>
                <a:gd name="csY11" fmla="*/ 219140 h 230336"/>
                <a:gd name="csX12" fmla="*/ 55310 w 132387"/>
                <a:gd name="csY12" fmla="*/ 180964 h 230336"/>
                <a:gd name="csX13" fmla="*/ 132621 w 132387"/>
                <a:gd name="csY13" fmla="*/ 110761 h 230336"/>
                <a:gd name="csX14" fmla="*/ 84112 w 132387"/>
                <a:gd name="csY14" fmla="*/ 64387 h 230336"/>
                <a:gd name="csX15" fmla="*/ 98260 w 132387"/>
                <a:gd name="csY15" fmla="*/ 6226 h 230336"/>
                <a:gd name="csX16" fmla="*/ 50005 w 132387"/>
                <a:gd name="csY16" fmla="*/ 175327 h 230336"/>
                <a:gd name="csX17" fmla="*/ 16655 w 132387"/>
                <a:gd name="csY17" fmla="*/ 139970 h 230336"/>
                <a:gd name="csX18" fmla="*/ 76027 w 132387"/>
                <a:gd name="csY18" fmla="*/ 70023 h 230336"/>
                <a:gd name="csX19" fmla="*/ 50005 w 132387"/>
                <a:gd name="csY19" fmla="*/ 175327 h 230336"/>
                <a:gd name="csX20" fmla="*/ 82596 w 132387"/>
                <a:gd name="csY20" fmla="*/ 70023 h 230336"/>
                <a:gd name="csX21" fmla="*/ 116198 w 132387"/>
                <a:gd name="csY21" fmla="*/ 105381 h 230336"/>
                <a:gd name="csX22" fmla="*/ 56573 w 132387"/>
                <a:gd name="csY22" fmla="*/ 175327 h 230336"/>
                <a:gd name="csX23" fmla="*/ 82596 w 132387"/>
                <a:gd name="csY23" fmla="*/ 70023 h 230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387" h="230336">
                  <a:moveTo>
                    <a:pt x="98260" y="6226"/>
                  </a:moveTo>
                  <a:cubicBezTo>
                    <a:pt x="98260" y="5714"/>
                    <a:pt x="99018" y="2895"/>
                    <a:pt x="99018" y="2639"/>
                  </a:cubicBezTo>
                  <a:cubicBezTo>
                    <a:pt x="99018" y="2383"/>
                    <a:pt x="99018" y="77"/>
                    <a:pt x="95987" y="77"/>
                  </a:cubicBezTo>
                  <a:cubicBezTo>
                    <a:pt x="93460" y="77"/>
                    <a:pt x="93207" y="846"/>
                    <a:pt x="92197" y="5201"/>
                  </a:cubicBezTo>
                  <a:lnTo>
                    <a:pt x="77543" y="64387"/>
                  </a:lnTo>
                  <a:cubicBezTo>
                    <a:pt x="37372" y="65668"/>
                    <a:pt x="233" y="99744"/>
                    <a:pt x="233" y="134589"/>
                  </a:cubicBezTo>
                  <a:cubicBezTo>
                    <a:pt x="233" y="158930"/>
                    <a:pt x="17918" y="179171"/>
                    <a:pt x="48741" y="180964"/>
                  </a:cubicBezTo>
                  <a:cubicBezTo>
                    <a:pt x="46720" y="188907"/>
                    <a:pt x="44952" y="197106"/>
                    <a:pt x="42930" y="205048"/>
                  </a:cubicBezTo>
                  <a:cubicBezTo>
                    <a:pt x="39899" y="217090"/>
                    <a:pt x="37372" y="226826"/>
                    <a:pt x="37372" y="227595"/>
                  </a:cubicBezTo>
                  <a:cubicBezTo>
                    <a:pt x="37372" y="230157"/>
                    <a:pt x="39141" y="230413"/>
                    <a:pt x="40404" y="230413"/>
                  </a:cubicBezTo>
                  <a:cubicBezTo>
                    <a:pt x="41667" y="230413"/>
                    <a:pt x="42173" y="230157"/>
                    <a:pt x="42930" y="229389"/>
                  </a:cubicBezTo>
                  <a:cubicBezTo>
                    <a:pt x="43436" y="228876"/>
                    <a:pt x="44952" y="222727"/>
                    <a:pt x="45710" y="219140"/>
                  </a:cubicBezTo>
                  <a:lnTo>
                    <a:pt x="55310" y="180964"/>
                  </a:lnTo>
                  <a:cubicBezTo>
                    <a:pt x="95987" y="179683"/>
                    <a:pt x="132621" y="145094"/>
                    <a:pt x="132621" y="110761"/>
                  </a:cubicBezTo>
                  <a:cubicBezTo>
                    <a:pt x="132621" y="90521"/>
                    <a:pt x="119230" y="66949"/>
                    <a:pt x="84112" y="64387"/>
                  </a:cubicBezTo>
                  <a:lnTo>
                    <a:pt x="98260" y="6226"/>
                  </a:lnTo>
                  <a:close/>
                  <a:moveTo>
                    <a:pt x="50005" y="175327"/>
                  </a:moveTo>
                  <a:cubicBezTo>
                    <a:pt x="34846" y="174559"/>
                    <a:pt x="16655" y="165591"/>
                    <a:pt x="16655" y="139970"/>
                  </a:cubicBezTo>
                  <a:cubicBezTo>
                    <a:pt x="16655" y="109224"/>
                    <a:pt x="38383" y="73354"/>
                    <a:pt x="76027" y="70023"/>
                  </a:cubicBezTo>
                  <a:lnTo>
                    <a:pt x="50005" y="175327"/>
                  </a:lnTo>
                  <a:close/>
                  <a:moveTo>
                    <a:pt x="82596" y="70023"/>
                  </a:moveTo>
                  <a:cubicBezTo>
                    <a:pt x="101797" y="71048"/>
                    <a:pt x="116198" y="82834"/>
                    <a:pt x="116198" y="105381"/>
                  </a:cubicBezTo>
                  <a:cubicBezTo>
                    <a:pt x="116198" y="135614"/>
                    <a:pt x="94471" y="172253"/>
                    <a:pt x="56573" y="175327"/>
                  </a:cubicBezTo>
                  <a:lnTo>
                    <a:pt x="82596" y="70023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8" name="任意多边形: 形状 1067">
              <a:extLst>
                <a:ext uri="{FF2B5EF4-FFF2-40B4-BE49-F238E27FC236}">
                  <a16:creationId xmlns:a16="http://schemas.microsoft.com/office/drawing/2014/main" id="{4231A497-2407-BB23-8D5B-75477F4EE3F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627267" y="5343832"/>
              <a:ext cx="58614" cy="256214"/>
            </a:xfrm>
            <a:custGeom>
              <a:avLst/>
              <a:gdLst>
                <a:gd name="csX0" fmla="*/ 58853 w 58614"/>
                <a:gd name="csY0" fmla="*/ 128184 h 256214"/>
                <a:gd name="csX1" fmla="*/ 42178 w 58614"/>
                <a:gd name="csY1" fmla="*/ 48245 h 256214"/>
                <a:gd name="csX2" fmla="*/ 2765 w 58614"/>
                <a:gd name="csY2" fmla="*/ 77 h 256214"/>
                <a:gd name="csX3" fmla="*/ 239 w 58614"/>
                <a:gd name="csY3" fmla="*/ 2639 h 256214"/>
                <a:gd name="csX4" fmla="*/ 5039 w 58614"/>
                <a:gd name="csY4" fmla="*/ 8532 h 256214"/>
                <a:gd name="csX5" fmla="*/ 44200 w 58614"/>
                <a:gd name="csY5" fmla="*/ 128184 h 256214"/>
                <a:gd name="csX6" fmla="*/ 3523 w 58614"/>
                <a:gd name="csY6" fmla="*/ 249373 h 256214"/>
                <a:gd name="csX7" fmla="*/ 239 w 58614"/>
                <a:gd name="csY7" fmla="*/ 253729 h 256214"/>
                <a:gd name="csX8" fmla="*/ 2765 w 58614"/>
                <a:gd name="csY8" fmla="*/ 256291 h 256214"/>
                <a:gd name="csX9" fmla="*/ 42936 w 58614"/>
                <a:gd name="csY9" fmla="*/ 206329 h 256214"/>
                <a:gd name="csX10" fmla="*/ 58853 w 58614"/>
                <a:gd name="csY10" fmla="*/ 128184 h 256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14" h="256214">
                  <a:moveTo>
                    <a:pt x="58853" y="128184"/>
                  </a:moveTo>
                  <a:cubicBezTo>
                    <a:pt x="58853" y="108199"/>
                    <a:pt x="56074" y="77197"/>
                    <a:pt x="42178" y="48245"/>
                  </a:cubicBezTo>
                  <a:cubicBezTo>
                    <a:pt x="27020" y="16731"/>
                    <a:pt x="5292" y="77"/>
                    <a:pt x="2765" y="77"/>
                  </a:cubicBezTo>
                  <a:cubicBezTo>
                    <a:pt x="1249" y="77"/>
                    <a:pt x="239" y="1102"/>
                    <a:pt x="239" y="2639"/>
                  </a:cubicBezTo>
                  <a:cubicBezTo>
                    <a:pt x="239" y="3408"/>
                    <a:pt x="239" y="3920"/>
                    <a:pt x="5039" y="8532"/>
                  </a:cubicBezTo>
                  <a:cubicBezTo>
                    <a:pt x="29799" y="33897"/>
                    <a:pt x="44200" y="74635"/>
                    <a:pt x="44200" y="128184"/>
                  </a:cubicBezTo>
                  <a:cubicBezTo>
                    <a:pt x="44200" y="171997"/>
                    <a:pt x="34852" y="217090"/>
                    <a:pt x="3523" y="249373"/>
                  </a:cubicBezTo>
                  <a:cubicBezTo>
                    <a:pt x="239" y="252448"/>
                    <a:pt x="239" y="252960"/>
                    <a:pt x="239" y="253729"/>
                  </a:cubicBezTo>
                  <a:cubicBezTo>
                    <a:pt x="239" y="255266"/>
                    <a:pt x="1249" y="256291"/>
                    <a:pt x="2765" y="256291"/>
                  </a:cubicBezTo>
                  <a:cubicBezTo>
                    <a:pt x="5292" y="256291"/>
                    <a:pt x="28030" y="238869"/>
                    <a:pt x="42936" y="206329"/>
                  </a:cubicBezTo>
                  <a:cubicBezTo>
                    <a:pt x="55821" y="178146"/>
                    <a:pt x="58853" y="149706"/>
                    <a:pt x="58853" y="128184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69" name="任意多边形: 形状 1068">
              <a:extLst>
                <a:ext uri="{FF2B5EF4-FFF2-40B4-BE49-F238E27FC236}">
                  <a16:creationId xmlns:a16="http://schemas.microsoft.com/office/drawing/2014/main" id="{54424DFD-63B4-C88C-5C8D-3E862CF4EF5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7781410" y="5386620"/>
              <a:ext cx="168011" cy="170638"/>
            </a:xfrm>
            <a:custGeom>
              <a:avLst/>
              <a:gdLst>
                <a:gd name="csX0" fmla="*/ 89430 w 168011"/>
                <a:gd name="csY0" fmla="*/ 90521 h 170638"/>
                <a:gd name="csX1" fmla="*/ 159919 w 168011"/>
                <a:gd name="csY1" fmla="*/ 90521 h 170638"/>
                <a:gd name="csX2" fmla="*/ 168256 w 168011"/>
                <a:gd name="csY2" fmla="*/ 85396 h 170638"/>
                <a:gd name="csX3" fmla="*/ 159919 w 168011"/>
                <a:gd name="csY3" fmla="*/ 80272 h 170638"/>
                <a:gd name="csX4" fmla="*/ 89430 w 168011"/>
                <a:gd name="csY4" fmla="*/ 80272 h 170638"/>
                <a:gd name="csX5" fmla="*/ 89430 w 168011"/>
                <a:gd name="csY5" fmla="*/ 8532 h 170638"/>
                <a:gd name="csX6" fmla="*/ 84377 w 168011"/>
                <a:gd name="csY6" fmla="*/ 77 h 170638"/>
                <a:gd name="csX7" fmla="*/ 79324 w 168011"/>
                <a:gd name="csY7" fmla="*/ 8532 h 170638"/>
                <a:gd name="csX8" fmla="*/ 79324 w 168011"/>
                <a:gd name="csY8" fmla="*/ 80272 h 170638"/>
                <a:gd name="csX9" fmla="*/ 8582 w 168011"/>
                <a:gd name="csY9" fmla="*/ 80272 h 170638"/>
                <a:gd name="csX10" fmla="*/ 245 w 168011"/>
                <a:gd name="csY10" fmla="*/ 85396 h 170638"/>
                <a:gd name="csX11" fmla="*/ 8582 w 168011"/>
                <a:gd name="csY11" fmla="*/ 90521 h 170638"/>
                <a:gd name="csX12" fmla="*/ 79324 w 168011"/>
                <a:gd name="csY12" fmla="*/ 90521 h 170638"/>
                <a:gd name="csX13" fmla="*/ 79324 w 168011"/>
                <a:gd name="csY13" fmla="*/ 162261 h 170638"/>
                <a:gd name="csX14" fmla="*/ 84377 w 168011"/>
                <a:gd name="csY14" fmla="*/ 170716 h 170638"/>
                <a:gd name="csX15" fmla="*/ 89430 w 168011"/>
                <a:gd name="csY15" fmla="*/ 162261 h 170638"/>
                <a:gd name="csX16" fmla="*/ 89430 w 168011"/>
                <a:gd name="csY16" fmla="*/ 90521 h 170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8011" h="170638">
                  <a:moveTo>
                    <a:pt x="89430" y="90521"/>
                  </a:moveTo>
                  <a:lnTo>
                    <a:pt x="159919" y="90521"/>
                  </a:lnTo>
                  <a:cubicBezTo>
                    <a:pt x="163456" y="90521"/>
                    <a:pt x="168256" y="90521"/>
                    <a:pt x="168256" y="85396"/>
                  </a:cubicBezTo>
                  <a:cubicBezTo>
                    <a:pt x="168256" y="80272"/>
                    <a:pt x="163456" y="80272"/>
                    <a:pt x="159919" y="80272"/>
                  </a:cubicBezTo>
                  <a:lnTo>
                    <a:pt x="89430" y="80272"/>
                  </a:lnTo>
                  <a:lnTo>
                    <a:pt x="89430" y="8532"/>
                  </a:lnTo>
                  <a:cubicBezTo>
                    <a:pt x="89430" y="4945"/>
                    <a:pt x="89430" y="77"/>
                    <a:pt x="84377" y="77"/>
                  </a:cubicBezTo>
                  <a:cubicBezTo>
                    <a:pt x="79324" y="77"/>
                    <a:pt x="79324" y="4945"/>
                    <a:pt x="79324" y="8532"/>
                  </a:cubicBezTo>
                  <a:lnTo>
                    <a:pt x="79324" y="80272"/>
                  </a:lnTo>
                  <a:lnTo>
                    <a:pt x="8582" y="80272"/>
                  </a:lnTo>
                  <a:cubicBezTo>
                    <a:pt x="5045" y="80272"/>
                    <a:pt x="245" y="80272"/>
                    <a:pt x="245" y="85396"/>
                  </a:cubicBezTo>
                  <a:cubicBezTo>
                    <a:pt x="245" y="90521"/>
                    <a:pt x="5045" y="90521"/>
                    <a:pt x="8582" y="90521"/>
                  </a:cubicBezTo>
                  <a:lnTo>
                    <a:pt x="79324" y="90521"/>
                  </a:lnTo>
                  <a:lnTo>
                    <a:pt x="79324" y="162261"/>
                  </a:lnTo>
                  <a:cubicBezTo>
                    <a:pt x="79324" y="165848"/>
                    <a:pt x="79324" y="170716"/>
                    <a:pt x="84377" y="170716"/>
                  </a:cubicBezTo>
                  <a:cubicBezTo>
                    <a:pt x="89430" y="170716"/>
                    <a:pt x="89430" y="165848"/>
                    <a:pt x="89430" y="162261"/>
                  </a:cubicBezTo>
                  <a:lnTo>
                    <a:pt x="89430" y="90521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0" name="任意多边形: 形状 1069">
              <a:extLst>
                <a:ext uri="{FF2B5EF4-FFF2-40B4-BE49-F238E27FC236}">
                  <a16:creationId xmlns:a16="http://schemas.microsoft.com/office/drawing/2014/main" id="{581C5641-37FD-7272-FAE2-ACFF44C849A1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028499" y="5421209"/>
              <a:ext cx="96258" cy="117602"/>
            </a:xfrm>
            <a:custGeom>
              <a:avLst/>
              <a:gdLst>
                <a:gd name="csX0" fmla="*/ 21225 w 96258"/>
                <a:gd name="csY0" fmla="*/ 59006 h 117602"/>
                <a:gd name="csX1" fmla="*/ 55332 w 96258"/>
                <a:gd name="csY1" fmla="*/ 6482 h 117602"/>
                <a:gd name="csX2" fmla="*/ 82366 w 96258"/>
                <a:gd name="csY2" fmla="*/ 15962 h 117602"/>
                <a:gd name="csX3" fmla="*/ 70491 w 96258"/>
                <a:gd name="csY3" fmla="*/ 27748 h 117602"/>
                <a:gd name="csX4" fmla="*/ 82113 w 96258"/>
                <a:gd name="csY4" fmla="*/ 39534 h 117602"/>
                <a:gd name="csX5" fmla="*/ 93735 w 96258"/>
                <a:gd name="csY5" fmla="*/ 27492 h 117602"/>
                <a:gd name="csX6" fmla="*/ 55080 w 96258"/>
                <a:gd name="csY6" fmla="*/ 77 h 117602"/>
                <a:gd name="csX7" fmla="*/ 255 w 96258"/>
                <a:gd name="csY7" fmla="*/ 59519 h 117602"/>
                <a:gd name="csX8" fmla="*/ 54574 w 96258"/>
                <a:gd name="csY8" fmla="*/ 117679 h 117602"/>
                <a:gd name="csX9" fmla="*/ 96514 w 96258"/>
                <a:gd name="csY9" fmla="*/ 84371 h 117602"/>
                <a:gd name="csX10" fmla="*/ 93229 w 96258"/>
                <a:gd name="csY10" fmla="*/ 81809 h 117602"/>
                <a:gd name="csX11" fmla="*/ 89945 w 96258"/>
                <a:gd name="csY11" fmla="*/ 84371 h 117602"/>
                <a:gd name="csX12" fmla="*/ 56848 w 96258"/>
                <a:gd name="csY12" fmla="*/ 111274 h 117602"/>
                <a:gd name="csX13" fmla="*/ 21225 w 96258"/>
                <a:gd name="csY13" fmla="*/ 59006 h 117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6258" h="117602">
                  <a:moveTo>
                    <a:pt x="21225" y="59006"/>
                  </a:moveTo>
                  <a:cubicBezTo>
                    <a:pt x="21225" y="17243"/>
                    <a:pt x="41942" y="6482"/>
                    <a:pt x="55332" y="6482"/>
                  </a:cubicBezTo>
                  <a:cubicBezTo>
                    <a:pt x="57606" y="6482"/>
                    <a:pt x="73523" y="6738"/>
                    <a:pt x="82366" y="15962"/>
                  </a:cubicBezTo>
                  <a:cubicBezTo>
                    <a:pt x="72007" y="16731"/>
                    <a:pt x="70491" y="24417"/>
                    <a:pt x="70491" y="27748"/>
                  </a:cubicBezTo>
                  <a:cubicBezTo>
                    <a:pt x="70491" y="34410"/>
                    <a:pt x="75039" y="39534"/>
                    <a:pt x="82113" y="39534"/>
                  </a:cubicBezTo>
                  <a:cubicBezTo>
                    <a:pt x="88682" y="39534"/>
                    <a:pt x="93735" y="35178"/>
                    <a:pt x="93735" y="27492"/>
                  </a:cubicBezTo>
                  <a:cubicBezTo>
                    <a:pt x="93735" y="10069"/>
                    <a:pt x="74533" y="77"/>
                    <a:pt x="55080" y="77"/>
                  </a:cubicBezTo>
                  <a:cubicBezTo>
                    <a:pt x="23499" y="77"/>
                    <a:pt x="255" y="27748"/>
                    <a:pt x="255" y="59519"/>
                  </a:cubicBezTo>
                  <a:cubicBezTo>
                    <a:pt x="255" y="92314"/>
                    <a:pt x="25267" y="117679"/>
                    <a:pt x="54574" y="117679"/>
                  </a:cubicBezTo>
                  <a:cubicBezTo>
                    <a:pt x="88429" y="117679"/>
                    <a:pt x="96514" y="86934"/>
                    <a:pt x="96514" y="84371"/>
                  </a:cubicBezTo>
                  <a:cubicBezTo>
                    <a:pt x="96514" y="81809"/>
                    <a:pt x="93987" y="81809"/>
                    <a:pt x="93229" y="81809"/>
                  </a:cubicBezTo>
                  <a:cubicBezTo>
                    <a:pt x="90956" y="81809"/>
                    <a:pt x="90450" y="82834"/>
                    <a:pt x="89945" y="84371"/>
                  </a:cubicBezTo>
                  <a:cubicBezTo>
                    <a:pt x="82618" y="108199"/>
                    <a:pt x="66196" y="111274"/>
                    <a:pt x="56848" y="111274"/>
                  </a:cubicBezTo>
                  <a:cubicBezTo>
                    <a:pt x="43458" y="111274"/>
                    <a:pt x="21225" y="100257"/>
                    <a:pt x="21225" y="59006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1" name="任意多边形: 形状 1070">
              <a:extLst>
                <a:ext uri="{FF2B5EF4-FFF2-40B4-BE49-F238E27FC236}">
                  <a16:creationId xmlns:a16="http://schemas.microsoft.com/office/drawing/2014/main" id="{B4A4ED31-4638-770B-960A-4E80FFB35366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139271" y="5421209"/>
              <a:ext cx="111923" cy="117602"/>
            </a:xfrm>
            <a:custGeom>
              <a:avLst/>
              <a:gdLst>
                <a:gd name="csX0" fmla="*/ 112182 w 111923"/>
                <a:gd name="csY0" fmla="*/ 60031 h 117602"/>
                <a:gd name="csX1" fmla="*/ 56347 w 111923"/>
                <a:gd name="csY1" fmla="*/ 77 h 117602"/>
                <a:gd name="csX2" fmla="*/ 259 w 111923"/>
                <a:gd name="csY2" fmla="*/ 60031 h 117602"/>
                <a:gd name="csX3" fmla="*/ 56095 w 111923"/>
                <a:gd name="csY3" fmla="*/ 117679 h 117602"/>
                <a:gd name="csX4" fmla="*/ 112182 w 111923"/>
                <a:gd name="csY4" fmla="*/ 60031 h 117602"/>
                <a:gd name="csX5" fmla="*/ 56347 w 111923"/>
                <a:gd name="csY5" fmla="*/ 111274 h 117602"/>
                <a:gd name="csX6" fmla="*/ 27545 w 111923"/>
                <a:gd name="csY6" fmla="*/ 94108 h 117602"/>
                <a:gd name="csX7" fmla="*/ 21229 w 111923"/>
                <a:gd name="csY7" fmla="*/ 57981 h 117602"/>
                <a:gd name="csX8" fmla="*/ 27293 w 111923"/>
                <a:gd name="csY8" fmla="*/ 22880 h 117602"/>
                <a:gd name="csX9" fmla="*/ 56095 w 111923"/>
                <a:gd name="csY9" fmla="*/ 5714 h 117602"/>
                <a:gd name="csX10" fmla="*/ 84644 w 111923"/>
                <a:gd name="csY10" fmla="*/ 22368 h 117602"/>
                <a:gd name="csX11" fmla="*/ 91213 w 111923"/>
                <a:gd name="csY11" fmla="*/ 57981 h 117602"/>
                <a:gd name="csX12" fmla="*/ 85654 w 111923"/>
                <a:gd name="csY12" fmla="*/ 92314 h 117602"/>
                <a:gd name="csX13" fmla="*/ 56347 w 111923"/>
                <a:gd name="csY13" fmla="*/ 111274 h 117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1923" h="117602">
                  <a:moveTo>
                    <a:pt x="112182" y="60031"/>
                  </a:moveTo>
                  <a:cubicBezTo>
                    <a:pt x="112182" y="27236"/>
                    <a:pt x="86918" y="77"/>
                    <a:pt x="56347" y="77"/>
                  </a:cubicBezTo>
                  <a:cubicBezTo>
                    <a:pt x="24766" y="77"/>
                    <a:pt x="259" y="28004"/>
                    <a:pt x="259" y="60031"/>
                  </a:cubicBezTo>
                  <a:cubicBezTo>
                    <a:pt x="259" y="93083"/>
                    <a:pt x="26535" y="117679"/>
                    <a:pt x="56095" y="117679"/>
                  </a:cubicBezTo>
                  <a:cubicBezTo>
                    <a:pt x="86665" y="117679"/>
                    <a:pt x="112182" y="92570"/>
                    <a:pt x="112182" y="60031"/>
                  </a:cubicBezTo>
                  <a:close/>
                  <a:moveTo>
                    <a:pt x="56347" y="111274"/>
                  </a:moveTo>
                  <a:cubicBezTo>
                    <a:pt x="45483" y="111274"/>
                    <a:pt x="34367" y="105893"/>
                    <a:pt x="27545" y="94108"/>
                  </a:cubicBezTo>
                  <a:cubicBezTo>
                    <a:pt x="21229" y="82834"/>
                    <a:pt x="21229" y="67205"/>
                    <a:pt x="21229" y="57981"/>
                  </a:cubicBezTo>
                  <a:cubicBezTo>
                    <a:pt x="21229" y="47989"/>
                    <a:pt x="21229" y="34153"/>
                    <a:pt x="27293" y="22880"/>
                  </a:cubicBezTo>
                  <a:cubicBezTo>
                    <a:pt x="34114" y="11094"/>
                    <a:pt x="45989" y="5714"/>
                    <a:pt x="56095" y="5714"/>
                  </a:cubicBezTo>
                  <a:cubicBezTo>
                    <a:pt x="67211" y="5714"/>
                    <a:pt x="78075" y="11350"/>
                    <a:pt x="84644" y="22368"/>
                  </a:cubicBezTo>
                  <a:cubicBezTo>
                    <a:pt x="91213" y="33385"/>
                    <a:pt x="91213" y="48245"/>
                    <a:pt x="91213" y="57981"/>
                  </a:cubicBezTo>
                  <a:cubicBezTo>
                    <a:pt x="91213" y="67205"/>
                    <a:pt x="91213" y="81041"/>
                    <a:pt x="85654" y="92314"/>
                  </a:cubicBezTo>
                  <a:cubicBezTo>
                    <a:pt x="80096" y="103844"/>
                    <a:pt x="68980" y="111274"/>
                    <a:pt x="56347" y="111274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2" name="任意多边形: 形状 1071">
              <a:extLst>
                <a:ext uri="{FF2B5EF4-FFF2-40B4-BE49-F238E27FC236}">
                  <a16:creationId xmlns:a16="http://schemas.microsoft.com/office/drawing/2014/main" id="{2F07B002-C555-BE84-E870-61876FCF9E27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266859" y="5421209"/>
              <a:ext cx="82615" cy="117602"/>
            </a:xfrm>
            <a:custGeom>
              <a:avLst/>
              <a:gdLst>
                <a:gd name="csX0" fmla="*/ 44478 w 82615"/>
                <a:gd name="csY0" fmla="*/ 65155 h 117602"/>
                <a:gd name="csX1" fmla="*/ 70753 w 82615"/>
                <a:gd name="csY1" fmla="*/ 88727 h 117602"/>
                <a:gd name="csX2" fmla="*/ 42204 w 82615"/>
                <a:gd name="csY2" fmla="*/ 112043 h 117602"/>
                <a:gd name="csX3" fmla="*/ 7086 w 82615"/>
                <a:gd name="csY3" fmla="*/ 75660 h 117602"/>
                <a:gd name="csX4" fmla="*/ 3549 w 82615"/>
                <a:gd name="csY4" fmla="*/ 71304 h 117602"/>
                <a:gd name="csX5" fmla="*/ 264 w 82615"/>
                <a:gd name="csY5" fmla="*/ 77710 h 117602"/>
                <a:gd name="csX6" fmla="*/ 264 w 82615"/>
                <a:gd name="csY6" fmla="*/ 111530 h 117602"/>
                <a:gd name="csX7" fmla="*/ 3043 w 82615"/>
                <a:gd name="csY7" fmla="*/ 117679 h 117602"/>
                <a:gd name="csX8" fmla="*/ 9360 w 82615"/>
                <a:gd name="csY8" fmla="*/ 112555 h 117602"/>
                <a:gd name="csX9" fmla="*/ 14413 w 82615"/>
                <a:gd name="csY9" fmla="*/ 106662 h 117602"/>
                <a:gd name="csX10" fmla="*/ 42204 w 82615"/>
                <a:gd name="csY10" fmla="*/ 117679 h 117602"/>
                <a:gd name="csX11" fmla="*/ 82880 w 82615"/>
                <a:gd name="csY11" fmla="*/ 82065 h 117602"/>
                <a:gd name="csX12" fmla="*/ 72269 w 82615"/>
                <a:gd name="csY12" fmla="*/ 57725 h 117602"/>
                <a:gd name="csX13" fmla="*/ 43467 w 82615"/>
                <a:gd name="csY13" fmla="*/ 45427 h 117602"/>
                <a:gd name="csX14" fmla="*/ 12391 w 82615"/>
                <a:gd name="csY14" fmla="*/ 24417 h 117602"/>
                <a:gd name="csX15" fmla="*/ 40688 w 82615"/>
                <a:gd name="csY15" fmla="*/ 4945 h 117602"/>
                <a:gd name="csX16" fmla="*/ 70248 w 82615"/>
                <a:gd name="csY16" fmla="*/ 35947 h 117602"/>
                <a:gd name="csX17" fmla="*/ 73280 w 82615"/>
                <a:gd name="csY17" fmla="*/ 38253 h 117602"/>
                <a:gd name="csX18" fmla="*/ 76564 w 82615"/>
                <a:gd name="csY18" fmla="*/ 32104 h 117602"/>
                <a:gd name="csX19" fmla="*/ 76564 w 82615"/>
                <a:gd name="csY19" fmla="*/ 6226 h 117602"/>
                <a:gd name="csX20" fmla="*/ 73785 w 82615"/>
                <a:gd name="csY20" fmla="*/ 77 h 117602"/>
                <a:gd name="csX21" fmla="*/ 68732 w 82615"/>
                <a:gd name="csY21" fmla="*/ 3152 h 117602"/>
                <a:gd name="csX22" fmla="*/ 64437 w 82615"/>
                <a:gd name="csY22" fmla="*/ 7251 h 117602"/>
                <a:gd name="csX23" fmla="*/ 40688 w 82615"/>
                <a:gd name="csY23" fmla="*/ 77 h 117602"/>
                <a:gd name="csX24" fmla="*/ 264 w 82615"/>
                <a:gd name="csY24" fmla="*/ 31591 h 117602"/>
                <a:gd name="csX25" fmla="*/ 11128 w 82615"/>
                <a:gd name="csY25" fmla="*/ 53369 h 117602"/>
                <a:gd name="csX26" fmla="*/ 44478 w 82615"/>
                <a:gd name="csY26" fmla="*/ 65155 h 117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2615" h="117602">
                  <a:moveTo>
                    <a:pt x="44478" y="65155"/>
                  </a:moveTo>
                  <a:cubicBezTo>
                    <a:pt x="50036" y="66180"/>
                    <a:pt x="70753" y="70280"/>
                    <a:pt x="70753" y="88727"/>
                  </a:cubicBezTo>
                  <a:cubicBezTo>
                    <a:pt x="70753" y="101794"/>
                    <a:pt x="61910" y="112043"/>
                    <a:pt x="42204" y="112043"/>
                  </a:cubicBezTo>
                  <a:cubicBezTo>
                    <a:pt x="20981" y="112043"/>
                    <a:pt x="11886" y="97438"/>
                    <a:pt x="7086" y="75660"/>
                  </a:cubicBezTo>
                  <a:cubicBezTo>
                    <a:pt x="6328" y="72329"/>
                    <a:pt x="6075" y="71304"/>
                    <a:pt x="3549" y="71304"/>
                  </a:cubicBezTo>
                  <a:cubicBezTo>
                    <a:pt x="264" y="71304"/>
                    <a:pt x="264" y="73098"/>
                    <a:pt x="264" y="77710"/>
                  </a:cubicBezTo>
                  <a:lnTo>
                    <a:pt x="264" y="111530"/>
                  </a:lnTo>
                  <a:cubicBezTo>
                    <a:pt x="264" y="115886"/>
                    <a:pt x="264" y="117679"/>
                    <a:pt x="3043" y="117679"/>
                  </a:cubicBezTo>
                  <a:cubicBezTo>
                    <a:pt x="4307" y="117679"/>
                    <a:pt x="4559" y="117423"/>
                    <a:pt x="9360" y="112555"/>
                  </a:cubicBezTo>
                  <a:cubicBezTo>
                    <a:pt x="9865" y="112043"/>
                    <a:pt x="9865" y="111530"/>
                    <a:pt x="14413" y="106662"/>
                  </a:cubicBezTo>
                  <a:cubicBezTo>
                    <a:pt x="25529" y="117423"/>
                    <a:pt x="36898" y="117679"/>
                    <a:pt x="42204" y="117679"/>
                  </a:cubicBezTo>
                  <a:cubicBezTo>
                    <a:pt x="71258" y="117679"/>
                    <a:pt x="82880" y="100513"/>
                    <a:pt x="82880" y="82065"/>
                  </a:cubicBezTo>
                  <a:cubicBezTo>
                    <a:pt x="82880" y="68486"/>
                    <a:pt x="75301" y="60800"/>
                    <a:pt x="72269" y="57725"/>
                  </a:cubicBezTo>
                  <a:cubicBezTo>
                    <a:pt x="63932" y="49526"/>
                    <a:pt x="54078" y="47477"/>
                    <a:pt x="43467" y="45427"/>
                  </a:cubicBezTo>
                  <a:cubicBezTo>
                    <a:pt x="29319" y="42608"/>
                    <a:pt x="12391" y="39278"/>
                    <a:pt x="12391" y="24417"/>
                  </a:cubicBezTo>
                  <a:cubicBezTo>
                    <a:pt x="12391" y="15450"/>
                    <a:pt x="18960" y="4945"/>
                    <a:pt x="40688" y="4945"/>
                  </a:cubicBezTo>
                  <a:cubicBezTo>
                    <a:pt x="68479" y="4945"/>
                    <a:pt x="69743" y="28004"/>
                    <a:pt x="70248" y="35947"/>
                  </a:cubicBezTo>
                  <a:cubicBezTo>
                    <a:pt x="70500" y="38253"/>
                    <a:pt x="72774" y="38253"/>
                    <a:pt x="73280" y="38253"/>
                  </a:cubicBezTo>
                  <a:cubicBezTo>
                    <a:pt x="76564" y="38253"/>
                    <a:pt x="76564" y="36972"/>
                    <a:pt x="76564" y="32104"/>
                  </a:cubicBezTo>
                  <a:lnTo>
                    <a:pt x="76564" y="6226"/>
                  </a:lnTo>
                  <a:cubicBezTo>
                    <a:pt x="76564" y="1870"/>
                    <a:pt x="76564" y="77"/>
                    <a:pt x="73785" y="77"/>
                  </a:cubicBezTo>
                  <a:cubicBezTo>
                    <a:pt x="72522" y="77"/>
                    <a:pt x="72016" y="77"/>
                    <a:pt x="68732" y="3152"/>
                  </a:cubicBezTo>
                  <a:cubicBezTo>
                    <a:pt x="67974" y="4176"/>
                    <a:pt x="65448" y="6482"/>
                    <a:pt x="64437" y="7251"/>
                  </a:cubicBezTo>
                  <a:cubicBezTo>
                    <a:pt x="54836" y="77"/>
                    <a:pt x="44478" y="77"/>
                    <a:pt x="40688" y="77"/>
                  </a:cubicBezTo>
                  <a:cubicBezTo>
                    <a:pt x="9865" y="77"/>
                    <a:pt x="264" y="17243"/>
                    <a:pt x="264" y="31591"/>
                  </a:cubicBezTo>
                  <a:cubicBezTo>
                    <a:pt x="264" y="40559"/>
                    <a:pt x="4307" y="47733"/>
                    <a:pt x="11128" y="53369"/>
                  </a:cubicBezTo>
                  <a:cubicBezTo>
                    <a:pt x="19213" y="60031"/>
                    <a:pt x="26287" y="61568"/>
                    <a:pt x="44478" y="65155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3" name="任意多边形: 形状 1072">
              <a:extLst>
                <a:ext uri="{FF2B5EF4-FFF2-40B4-BE49-F238E27FC236}">
                  <a16:creationId xmlns:a16="http://schemas.microsoft.com/office/drawing/2014/main" id="{6DE7B1D8-A78A-92EF-2B83-3581CCD740E1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383189" y="5343832"/>
              <a:ext cx="58614" cy="256214"/>
            </a:xfrm>
            <a:custGeom>
              <a:avLst/>
              <a:gdLst>
                <a:gd name="csX0" fmla="*/ 58883 w 58614"/>
                <a:gd name="csY0" fmla="*/ 253729 h 256214"/>
                <a:gd name="csX1" fmla="*/ 54588 w 58614"/>
                <a:gd name="csY1" fmla="*/ 248092 h 256214"/>
                <a:gd name="csX2" fmla="*/ 14922 w 58614"/>
                <a:gd name="csY2" fmla="*/ 128184 h 256214"/>
                <a:gd name="csX3" fmla="*/ 55598 w 58614"/>
                <a:gd name="csY3" fmla="*/ 6995 h 256214"/>
                <a:gd name="csX4" fmla="*/ 58883 w 58614"/>
                <a:gd name="csY4" fmla="*/ 2639 h 256214"/>
                <a:gd name="csX5" fmla="*/ 56356 w 58614"/>
                <a:gd name="csY5" fmla="*/ 77 h 256214"/>
                <a:gd name="csX6" fmla="*/ 16185 w 58614"/>
                <a:gd name="csY6" fmla="*/ 50039 h 256214"/>
                <a:gd name="csX7" fmla="*/ 268 w 58614"/>
                <a:gd name="csY7" fmla="*/ 128184 h 256214"/>
                <a:gd name="csX8" fmla="*/ 16943 w 58614"/>
                <a:gd name="csY8" fmla="*/ 208123 h 256214"/>
                <a:gd name="csX9" fmla="*/ 56356 w 58614"/>
                <a:gd name="csY9" fmla="*/ 256291 h 256214"/>
                <a:gd name="csX10" fmla="*/ 58883 w 58614"/>
                <a:gd name="csY10" fmla="*/ 253729 h 256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14" h="256214">
                  <a:moveTo>
                    <a:pt x="58883" y="253729"/>
                  </a:moveTo>
                  <a:cubicBezTo>
                    <a:pt x="58883" y="252960"/>
                    <a:pt x="58883" y="252448"/>
                    <a:pt x="54588" y="248092"/>
                  </a:cubicBezTo>
                  <a:cubicBezTo>
                    <a:pt x="23007" y="215809"/>
                    <a:pt x="14922" y="167385"/>
                    <a:pt x="14922" y="128184"/>
                  </a:cubicBezTo>
                  <a:cubicBezTo>
                    <a:pt x="14922" y="83603"/>
                    <a:pt x="24522" y="39021"/>
                    <a:pt x="55598" y="6995"/>
                  </a:cubicBezTo>
                  <a:cubicBezTo>
                    <a:pt x="58883" y="3920"/>
                    <a:pt x="58883" y="3408"/>
                    <a:pt x="58883" y="2639"/>
                  </a:cubicBezTo>
                  <a:cubicBezTo>
                    <a:pt x="58883" y="846"/>
                    <a:pt x="57872" y="77"/>
                    <a:pt x="56356" y="77"/>
                  </a:cubicBezTo>
                  <a:cubicBezTo>
                    <a:pt x="53830" y="77"/>
                    <a:pt x="31091" y="17499"/>
                    <a:pt x="16185" y="50039"/>
                  </a:cubicBezTo>
                  <a:cubicBezTo>
                    <a:pt x="3300" y="78222"/>
                    <a:pt x="268" y="106662"/>
                    <a:pt x="268" y="128184"/>
                  </a:cubicBezTo>
                  <a:cubicBezTo>
                    <a:pt x="268" y="148169"/>
                    <a:pt x="3047" y="179171"/>
                    <a:pt x="16943" y="208123"/>
                  </a:cubicBezTo>
                  <a:cubicBezTo>
                    <a:pt x="32102" y="239637"/>
                    <a:pt x="53830" y="256291"/>
                    <a:pt x="56356" y="256291"/>
                  </a:cubicBezTo>
                  <a:cubicBezTo>
                    <a:pt x="57872" y="256291"/>
                    <a:pt x="58883" y="255522"/>
                    <a:pt x="58883" y="253729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4" name="任意多边形: 形状 1073">
              <a:extLst>
                <a:ext uri="{FF2B5EF4-FFF2-40B4-BE49-F238E27FC236}">
                  <a16:creationId xmlns:a16="http://schemas.microsoft.com/office/drawing/2014/main" id="{49D57C35-EB56-0761-35D5-7DA42E2C52FB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8469062" y="5365354"/>
              <a:ext cx="100806" cy="170638"/>
            </a:xfrm>
            <a:custGeom>
              <a:avLst/>
              <a:gdLst>
                <a:gd name="csX0" fmla="*/ 19726 w 100806"/>
                <a:gd name="csY0" fmla="*/ 150987 h 170638"/>
                <a:gd name="csX1" fmla="*/ 46507 w 100806"/>
                <a:gd name="csY1" fmla="*/ 124597 h 170638"/>
                <a:gd name="csX2" fmla="*/ 101079 w 100806"/>
                <a:gd name="csY2" fmla="*/ 49782 h 170638"/>
                <a:gd name="csX3" fmla="*/ 47517 w 100806"/>
                <a:gd name="csY3" fmla="*/ 77 h 170638"/>
                <a:gd name="csX4" fmla="*/ 272 w 100806"/>
                <a:gd name="csY4" fmla="*/ 46452 h 170638"/>
                <a:gd name="csX5" fmla="*/ 13662 w 100806"/>
                <a:gd name="csY5" fmla="*/ 60800 h 170638"/>
                <a:gd name="csX6" fmla="*/ 26800 w 100806"/>
                <a:gd name="csY6" fmla="*/ 47220 h 170638"/>
                <a:gd name="csX7" fmla="*/ 13410 w 100806"/>
                <a:gd name="csY7" fmla="*/ 33897 h 170638"/>
                <a:gd name="csX8" fmla="*/ 10125 w 100806"/>
                <a:gd name="csY8" fmla="*/ 34153 h 170638"/>
                <a:gd name="csX9" fmla="*/ 44233 w 100806"/>
                <a:gd name="csY9" fmla="*/ 8020 h 170638"/>
                <a:gd name="csX10" fmla="*/ 78088 w 100806"/>
                <a:gd name="csY10" fmla="*/ 49782 h 170638"/>
                <a:gd name="csX11" fmla="*/ 51560 w 100806"/>
                <a:gd name="csY11" fmla="*/ 106406 h 170638"/>
                <a:gd name="csX12" fmla="*/ 3051 w 100806"/>
                <a:gd name="csY12" fmla="*/ 161236 h 170638"/>
                <a:gd name="csX13" fmla="*/ 272 w 100806"/>
                <a:gd name="csY13" fmla="*/ 170716 h 170638"/>
                <a:gd name="csX14" fmla="*/ 94005 w 100806"/>
                <a:gd name="csY14" fmla="*/ 170716 h 170638"/>
                <a:gd name="csX15" fmla="*/ 101079 w 100806"/>
                <a:gd name="csY15" fmla="*/ 126134 h 170638"/>
                <a:gd name="csX16" fmla="*/ 94762 w 100806"/>
                <a:gd name="csY16" fmla="*/ 126134 h 170638"/>
                <a:gd name="csX17" fmla="*/ 89204 w 100806"/>
                <a:gd name="csY17" fmla="*/ 148937 h 170638"/>
                <a:gd name="csX18" fmla="*/ 65203 w 100806"/>
                <a:gd name="csY18" fmla="*/ 150987 h 170638"/>
                <a:gd name="csX19" fmla="*/ 19726 w 100806"/>
                <a:gd name="csY19" fmla="*/ 150987 h 170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0806" h="170638">
                  <a:moveTo>
                    <a:pt x="19726" y="150987"/>
                  </a:moveTo>
                  <a:lnTo>
                    <a:pt x="46507" y="124597"/>
                  </a:lnTo>
                  <a:cubicBezTo>
                    <a:pt x="85920" y="89239"/>
                    <a:pt x="101079" y="75404"/>
                    <a:pt x="101079" y="49782"/>
                  </a:cubicBezTo>
                  <a:cubicBezTo>
                    <a:pt x="101079" y="20574"/>
                    <a:pt x="78340" y="77"/>
                    <a:pt x="47517" y="77"/>
                  </a:cubicBezTo>
                  <a:cubicBezTo>
                    <a:pt x="18968" y="77"/>
                    <a:pt x="272" y="23649"/>
                    <a:pt x="272" y="46452"/>
                  </a:cubicBezTo>
                  <a:cubicBezTo>
                    <a:pt x="272" y="60800"/>
                    <a:pt x="12905" y="60800"/>
                    <a:pt x="13662" y="60800"/>
                  </a:cubicBezTo>
                  <a:cubicBezTo>
                    <a:pt x="17957" y="60800"/>
                    <a:pt x="26800" y="57725"/>
                    <a:pt x="26800" y="47220"/>
                  </a:cubicBezTo>
                  <a:cubicBezTo>
                    <a:pt x="26800" y="40559"/>
                    <a:pt x="22253" y="33897"/>
                    <a:pt x="13410" y="33897"/>
                  </a:cubicBezTo>
                  <a:cubicBezTo>
                    <a:pt x="11389" y="33897"/>
                    <a:pt x="10883" y="33897"/>
                    <a:pt x="10125" y="34153"/>
                  </a:cubicBezTo>
                  <a:cubicBezTo>
                    <a:pt x="15936" y="17499"/>
                    <a:pt x="29579" y="8020"/>
                    <a:pt x="44233" y="8020"/>
                  </a:cubicBezTo>
                  <a:cubicBezTo>
                    <a:pt x="67224" y="8020"/>
                    <a:pt x="78088" y="28773"/>
                    <a:pt x="78088" y="49782"/>
                  </a:cubicBezTo>
                  <a:cubicBezTo>
                    <a:pt x="78088" y="70280"/>
                    <a:pt x="65455" y="90521"/>
                    <a:pt x="51560" y="106406"/>
                  </a:cubicBezTo>
                  <a:lnTo>
                    <a:pt x="3051" y="161236"/>
                  </a:lnTo>
                  <a:cubicBezTo>
                    <a:pt x="272" y="164054"/>
                    <a:pt x="272" y="164566"/>
                    <a:pt x="272" y="170716"/>
                  </a:cubicBezTo>
                  <a:lnTo>
                    <a:pt x="94005" y="170716"/>
                  </a:lnTo>
                  <a:lnTo>
                    <a:pt x="101079" y="126134"/>
                  </a:lnTo>
                  <a:lnTo>
                    <a:pt x="94762" y="126134"/>
                  </a:lnTo>
                  <a:cubicBezTo>
                    <a:pt x="93499" y="133821"/>
                    <a:pt x="91731" y="145094"/>
                    <a:pt x="89204" y="148937"/>
                  </a:cubicBezTo>
                  <a:cubicBezTo>
                    <a:pt x="87436" y="150987"/>
                    <a:pt x="70761" y="150987"/>
                    <a:pt x="65203" y="150987"/>
                  </a:cubicBezTo>
                  <a:lnTo>
                    <a:pt x="19726" y="150987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5" name="任意多边形: 形状 1074">
              <a:extLst>
                <a:ext uri="{FF2B5EF4-FFF2-40B4-BE49-F238E27FC236}">
                  <a16:creationId xmlns:a16="http://schemas.microsoft.com/office/drawing/2014/main" id="{31A4CA98-5748-1336-D79B-B8FCA6D958C2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8585786" y="5422746"/>
              <a:ext cx="149820" cy="116065"/>
            </a:xfrm>
            <a:custGeom>
              <a:avLst/>
              <a:gdLst>
                <a:gd name="csX0" fmla="*/ 150097 w 149820"/>
                <a:gd name="csY0" fmla="*/ 18012 h 116065"/>
                <a:gd name="csX1" fmla="*/ 139992 w 149820"/>
                <a:gd name="csY1" fmla="*/ 77 h 116065"/>
                <a:gd name="csX2" fmla="*/ 126601 w 149820"/>
                <a:gd name="csY2" fmla="*/ 12119 h 116065"/>
                <a:gd name="csX3" fmla="*/ 130391 w 149820"/>
                <a:gd name="csY3" fmla="*/ 19805 h 116065"/>
                <a:gd name="csX4" fmla="*/ 139234 w 149820"/>
                <a:gd name="csY4" fmla="*/ 41327 h 116065"/>
                <a:gd name="csX5" fmla="*/ 126601 w 149820"/>
                <a:gd name="csY5" fmla="*/ 77966 h 116065"/>
                <a:gd name="csX6" fmla="*/ 97799 w 149820"/>
                <a:gd name="csY6" fmla="*/ 97695 h 116065"/>
                <a:gd name="csX7" fmla="*/ 73292 w 149820"/>
                <a:gd name="csY7" fmla="*/ 74635 h 116065"/>
                <a:gd name="csX8" fmla="*/ 81882 w 149820"/>
                <a:gd name="csY8" fmla="*/ 44402 h 116065"/>
                <a:gd name="csX9" fmla="*/ 77335 w 149820"/>
                <a:gd name="csY9" fmla="*/ 38765 h 116065"/>
                <a:gd name="csX10" fmla="*/ 70513 w 149820"/>
                <a:gd name="csY10" fmla="*/ 43121 h 116065"/>
                <a:gd name="csX11" fmla="*/ 64702 w 149820"/>
                <a:gd name="csY11" fmla="*/ 74123 h 116065"/>
                <a:gd name="csX12" fmla="*/ 30342 w 149820"/>
                <a:gd name="csY12" fmla="*/ 97695 h 116065"/>
                <a:gd name="csX13" fmla="*/ 8362 w 149820"/>
                <a:gd name="csY13" fmla="*/ 68230 h 116065"/>
                <a:gd name="csX14" fmla="*/ 34132 w 149820"/>
                <a:gd name="csY14" fmla="*/ 5970 h 116065"/>
                <a:gd name="csX15" fmla="*/ 29332 w 149820"/>
                <a:gd name="csY15" fmla="*/ 1102 h 116065"/>
                <a:gd name="csX16" fmla="*/ 22763 w 149820"/>
                <a:gd name="csY16" fmla="*/ 6739 h 116065"/>
                <a:gd name="csX17" fmla="*/ 277 w 149820"/>
                <a:gd name="csY17" fmla="*/ 79503 h 116065"/>
                <a:gd name="csX18" fmla="*/ 26805 w 149820"/>
                <a:gd name="csY18" fmla="*/ 116142 h 116065"/>
                <a:gd name="csX19" fmla="*/ 65713 w 149820"/>
                <a:gd name="csY19" fmla="*/ 89239 h 116065"/>
                <a:gd name="csX20" fmla="*/ 93504 w 149820"/>
                <a:gd name="csY20" fmla="*/ 116142 h 116065"/>
                <a:gd name="csX21" fmla="*/ 134433 w 149820"/>
                <a:gd name="csY21" fmla="*/ 81297 h 116065"/>
                <a:gd name="csX22" fmla="*/ 150097 w 149820"/>
                <a:gd name="csY22" fmla="*/ 18012 h 1160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49820" h="116065">
                  <a:moveTo>
                    <a:pt x="150097" y="18012"/>
                  </a:moveTo>
                  <a:cubicBezTo>
                    <a:pt x="150097" y="6482"/>
                    <a:pt x="145550" y="77"/>
                    <a:pt x="139992" y="77"/>
                  </a:cubicBezTo>
                  <a:cubicBezTo>
                    <a:pt x="133423" y="77"/>
                    <a:pt x="126601" y="6226"/>
                    <a:pt x="126601" y="12119"/>
                  </a:cubicBezTo>
                  <a:cubicBezTo>
                    <a:pt x="126601" y="14681"/>
                    <a:pt x="127864" y="17500"/>
                    <a:pt x="130391" y="19805"/>
                  </a:cubicBezTo>
                  <a:cubicBezTo>
                    <a:pt x="134686" y="23649"/>
                    <a:pt x="139234" y="30566"/>
                    <a:pt x="139234" y="41327"/>
                  </a:cubicBezTo>
                  <a:cubicBezTo>
                    <a:pt x="139234" y="51576"/>
                    <a:pt x="134433" y="66180"/>
                    <a:pt x="126601" y="77966"/>
                  </a:cubicBezTo>
                  <a:cubicBezTo>
                    <a:pt x="119022" y="88983"/>
                    <a:pt x="109674" y="97695"/>
                    <a:pt x="97799" y="97695"/>
                  </a:cubicBezTo>
                  <a:cubicBezTo>
                    <a:pt x="83398" y="97695"/>
                    <a:pt x="75566" y="88471"/>
                    <a:pt x="73292" y="74635"/>
                  </a:cubicBezTo>
                  <a:cubicBezTo>
                    <a:pt x="76072" y="67974"/>
                    <a:pt x="81882" y="51576"/>
                    <a:pt x="81882" y="44402"/>
                  </a:cubicBezTo>
                  <a:cubicBezTo>
                    <a:pt x="81882" y="41327"/>
                    <a:pt x="80619" y="38765"/>
                    <a:pt x="77335" y="38765"/>
                  </a:cubicBezTo>
                  <a:cubicBezTo>
                    <a:pt x="75314" y="38765"/>
                    <a:pt x="72534" y="39278"/>
                    <a:pt x="70513" y="43121"/>
                  </a:cubicBezTo>
                  <a:cubicBezTo>
                    <a:pt x="67734" y="48245"/>
                    <a:pt x="64702" y="64899"/>
                    <a:pt x="64702" y="74123"/>
                  </a:cubicBezTo>
                  <a:cubicBezTo>
                    <a:pt x="56365" y="86165"/>
                    <a:pt x="46259" y="97695"/>
                    <a:pt x="30342" y="97695"/>
                  </a:cubicBezTo>
                  <a:cubicBezTo>
                    <a:pt x="13667" y="97695"/>
                    <a:pt x="8362" y="82578"/>
                    <a:pt x="8362" y="68230"/>
                  </a:cubicBezTo>
                  <a:cubicBezTo>
                    <a:pt x="8362" y="36203"/>
                    <a:pt x="34132" y="9301"/>
                    <a:pt x="34132" y="5970"/>
                  </a:cubicBezTo>
                  <a:cubicBezTo>
                    <a:pt x="34132" y="3152"/>
                    <a:pt x="32111" y="1102"/>
                    <a:pt x="29332" y="1102"/>
                  </a:cubicBezTo>
                  <a:cubicBezTo>
                    <a:pt x="26047" y="1102"/>
                    <a:pt x="24279" y="4433"/>
                    <a:pt x="22763" y="6739"/>
                  </a:cubicBezTo>
                  <a:cubicBezTo>
                    <a:pt x="9878" y="25698"/>
                    <a:pt x="277" y="56188"/>
                    <a:pt x="277" y="79503"/>
                  </a:cubicBezTo>
                  <a:cubicBezTo>
                    <a:pt x="277" y="97182"/>
                    <a:pt x="6088" y="116142"/>
                    <a:pt x="26805" y="116142"/>
                  </a:cubicBezTo>
                  <a:cubicBezTo>
                    <a:pt x="44743" y="116142"/>
                    <a:pt x="56618" y="103331"/>
                    <a:pt x="65713" y="89239"/>
                  </a:cubicBezTo>
                  <a:cubicBezTo>
                    <a:pt x="67987" y="104100"/>
                    <a:pt x="77840" y="116142"/>
                    <a:pt x="93504" y="116142"/>
                  </a:cubicBezTo>
                  <a:cubicBezTo>
                    <a:pt x="113211" y="116142"/>
                    <a:pt x="125338" y="100513"/>
                    <a:pt x="134433" y="81297"/>
                  </a:cubicBezTo>
                  <a:cubicBezTo>
                    <a:pt x="140497" y="68742"/>
                    <a:pt x="150097" y="33897"/>
                    <a:pt x="150097" y="18012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6" name="任意多边形: 形状 1075">
              <a:extLst>
                <a:ext uri="{FF2B5EF4-FFF2-40B4-BE49-F238E27FC236}">
                  <a16:creationId xmlns:a16="http://schemas.microsoft.com/office/drawing/2014/main" id="{102BC2B9-76C5-5816-984B-D7FF840F3918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8754891" y="5375603"/>
              <a:ext cx="77562" cy="163208"/>
            </a:xfrm>
            <a:custGeom>
              <a:avLst/>
              <a:gdLst>
                <a:gd name="csX0" fmla="*/ 46518 w 77562"/>
                <a:gd name="csY0" fmla="*/ 57981 h 163208"/>
                <a:gd name="csX1" fmla="*/ 70267 w 77562"/>
                <a:gd name="csY1" fmla="*/ 57981 h 163208"/>
                <a:gd name="csX2" fmla="*/ 77847 w 77562"/>
                <a:gd name="csY2" fmla="*/ 52857 h 163208"/>
                <a:gd name="csX3" fmla="*/ 70772 w 77562"/>
                <a:gd name="csY3" fmla="*/ 50039 h 163208"/>
                <a:gd name="csX4" fmla="*/ 48539 w 77562"/>
                <a:gd name="csY4" fmla="*/ 50039 h 163208"/>
                <a:gd name="csX5" fmla="*/ 58898 w 77562"/>
                <a:gd name="csY5" fmla="*/ 6995 h 163208"/>
                <a:gd name="csX6" fmla="*/ 51571 w 77562"/>
                <a:gd name="csY6" fmla="*/ 77 h 163208"/>
                <a:gd name="csX7" fmla="*/ 41465 w 77562"/>
                <a:gd name="csY7" fmla="*/ 9301 h 163208"/>
                <a:gd name="csX8" fmla="*/ 31612 w 77562"/>
                <a:gd name="csY8" fmla="*/ 50039 h 163208"/>
                <a:gd name="csX9" fmla="*/ 7863 w 77562"/>
                <a:gd name="csY9" fmla="*/ 50039 h 163208"/>
                <a:gd name="csX10" fmla="*/ 284 w 77562"/>
                <a:gd name="csY10" fmla="*/ 54907 h 163208"/>
                <a:gd name="csX11" fmla="*/ 7358 w 77562"/>
                <a:gd name="csY11" fmla="*/ 57981 h 163208"/>
                <a:gd name="csX12" fmla="*/ 29591 w 77562"/>
                <a:gd name="csY12" fmla="*/ 57981 h 163208"/>
                <a:gd name="csX13" fmla="*/ 10390 w 77562"/>
                <a:gd name="csY13" fmla="*/ 139714 h 163208"/>
                <a:gd name="csX14" fmla="*/ 33633 w 77562"/>
                <a:gd name="csY14" fmla="*/ 163285 h 163208"/>
                <a:gd name="csX15" fmla="*/ 73804 w 77562"/>
                <a:gd name="csY15" fmla="*/ 123828 h 163208"/>
                <a:gd name="csX16" fmla="*/ 70772 w 77562"/>
                <a:gd name="csY16" fmla="*/ 121266 h 163208"/>
                <a:gd name="csX17" fmla="*/ 66983 w 77562"/>
                <a:gd name="csY17" fmla="*/ 124853 h 163208"/>
                <a:gd name="csX18" fmla="*/ 34138 w 77562"/>
                <a:gd name="csY18" fmla="*/ 157649 h 163208"/>
                <a:gd name="csX19" fmla="*/ 26306 w 77562"/>
                <a:gd name="csY19" fmla="*/ 145863 h 163208"/>
                <a:gd name="csX20" fmla="*/ 27822 w 77562"/>
                <a:gd name="csY20" fmla="*/ 133565 h 163208"/>
                <a:gd name="csX21" fmla="*/ 46518 w 77562"/>
                <a:gd name="csY21" fmla="*/ 57981 h 163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562" h="163208">
                  <a:moveTo>
                    <a:pt x="46518" y="57981"/>
                  </a:moveTo>
                  <a:lnTo>
                    <a:pt x="70267" y="57981"/>
                  </a:lnTo>
                  <a:cubicBezTo>
                    <a:pt x="75320" y="57981"/>
                    <a:pt x="77847" y="57981"/>
                    <a:pt x="77847" y="52857"/>
                  </a:cubicBezTo>
                  <a:cubicBezTo>
                    <a:pt x="77847" y="50039"/>
                    <a:pt x="75320" y="50039"/>
                    <a:pt x="70772" y="50039"/>
                  </a:cubicBezTo>
                  <a:lnTo>
                    <a:pt x="48539" y="50039"/>
                  </a:lnTo>
                  <a:cubicBezTo>
                    <a:pt x="57635" y="13656"/>
                    <a:pt x="58898" y="8532"/>
                    <a:pt x="58898" y="6995"/>
                  </a:cubicBezTo>
                  <a:cubicBezTo>
                    <a:pt x="58898" y="2639"/>
                    <a:pt x="55866" y="77"/>
                    <a:pt x="51571" y="77"/>
                  </a:cubicBezTo>
                  <a:cubicBezTo>
                    <a:pt x="50813" y="77"/>
                    <a:pt x="43739" y="333"/>
                    <a:pt x="41465" y="9301"/>
                  </a:cubicBezTo>
                  <a:lnTo>
                    <a:pt x="31612" y="50039"/>
                  </a:lnTo>
                  <a:lnTo>
                    <a:pt x="7863" y="50039"/>
                  </a:lnTo>
                  <a:cubicBezTo>
                    <a:pt x="2810" y="50039"/>
                    <a:pt x="284" y="50039"/>
                    <a:pt x="284" y="54907"/>
                  </a:cubicBezTo>
                  <a:cubicBezTo>
                    <a:pt x="284" y="57981"/>
                    <a:pt x="2305" y="57981"/>
                    <a:pt x="7358" y="57981"/>
                  </a:cubicBezTo>
                  <a:lnTo>
                    <a:pt x="29591" y="57981"/>
                  </a:lnTo>
                  <a:cubicBezTo>
                    <a:pt x="11400" y="130746"/>
                    <a:pt x="10390" y="135102"/>
                    <a:pt x="10390" y="139714"/>
                  </a:cubicBezTo>
                  <a:cubicBezTo>
                    <a:pt x="10390" y="153549"/>
                    <a:pt x="19990" y="163285"/>
                    <a:pt x="33633" y="163285"/>
                  </a:cubicBezTo>
                  <a:cubicBezTo>
                    <a:pt x="59403" y="163285"/>
                    <a:pt x="73804" y="125878"/>
                    <a:pt x="73804" y="123828"/>
                  </a:cubicBezTo>
                  <a:cubicBezTo>
                    <a:pt x="73804" y="121266"/>
                    <a:pt x="71783" y="121266"/>
                    <a:pt x="70772" y="121266"/>
                  </a:cubicBezTo>
                  <a:cubicBezTo>
                    <a:pt x="68499" y="121266"/>
                    <a:pt x="68246" y="122035"/>
                    <a:pt x="66983" y="124853"/>
                  </a:cubicBezTo>
                  <a:cubicBezTo>
                    <a:pt x="56119" y="151500"/>
                    <a:pt x="42729" y="157649"/>
                    <a:pt x="34138" y="157649"/>
                  </a:cubicBezTo>
                  <a:cubicBezTo>
                    <a:pt x="28833" y="157649"/>
                    <a:pt x="26306" y="154318"/>
                    <a:pt x="26306" y="145863"/>
                  </a:cubicBezTo>
                  <a:cubicBezTo>
                    <a:pt x="26306" y="139714"/>
                    <a:pt x="26812" y="137920"/>
                    <a:pt x="27822" y="133565"/>
                  </a:cubicBezTo>
                  <a:lnTo>
                    <a:pt x="46518" y="57981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7" name="任意多边形: 形状 1076">
              <a:extLst>
                <a:ext uri="{FF2B5EF4-FFF2-40B4-BE49-F238E27FC236}">
                  <a16:creationId xmlns:a16="http://schemas.microsoft.com/office/drawing/2014/main" id="{5C0E4F79-89C6-E87E-79FE-2DC24432C78E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8910606" y="5386620"/>
              <a:ext cx="168011" cy="170638"/>
            </a:xfrm>
            <a:custGeom>
              <a:avLst/>
              <a:gdLst>
                <a:gd name="csX0" fmla="*/ 89474 w 168011"/>
                <a:gd name="csY0" fmla="*/ 90521 h 170638"/>
                <a:gd name="csX1" fmla="*/ 159963 w 168011"/>
                <a:gd name="csY1" fmla="*/ 90521 h 170638"/>
                <a:gd name="csX2" fmla="*/ 168300 w 168011"/>
                <a:gd name="csY2" fmla="*/ 85396 h 170638"/>
                <a:gd name="csX3" fmla="*/ 159963 w 168011"/>
                <a:gd name="csY3" fmla="*/ 80272 h 170638"/>
                <a:gd name="csX4" fmla="*/ 89474 w 168011"/>
                <a:gd name="csY4" fmla="*/ 80272 h 170638"/>
                <a:gd name="csX5" fmla="*/ 89474 w 168011"/>
                <a:gd name="csY5" fmla="*/ 8532 h 170638"/>
                <a:gd name="csX6" fmla="*/ 84421 w 168011"/>
                <a:gd name="csY6" fmla="*/ 77 h 170638"/>
                <a:gd name="csX7" fmla="*/ 79368 w 168011"/>
                <a:gd name="csY7" fmla="*/ 8532 h 170638"/>
                <a:gd name="csX8" fmla="*/ 79368 w 168011"/>
                <a:gd name="csY8" fmla="*/ 80272 h 170638"/>
                <a:gd name="csX9" fmla="*/ 8627 w 168011"/>
                <a:gd name="csY9" fmla="*/ 80272 h 170638"/>
                <a:gd name="csX10" fmla="*/ 289 w 168011"/>
                <a:gd name="csY10" fmla="*/ 85396 h 170638"/>
                <a:gd name="csX11" fmla="*/ 8627 w 168011"/>
                <a:gd name="csY11" fmla="*/ 90521 h 170638"/>
                <a:gd name="csX12" fmla="*/ 79368 w 168011"/>
                <a:gd name="csY12" fmla="*/ 90521 h 170638"/>
                <a:gd name="csX13" fmla="*/ 79368 w 168011"/>
                <a:gd name="csY13" fmla="*/ 162261 h 170638"/>
                <a:gd name="csX14" fmla="*/ 84421 w 168011"/>
                <a:gd name="csY14" fmla="*/ 170716 h 170638"/>
                <a:gd name="csX15" fmla="*/ 89474 w 168011"/>
                <a:gd name="csY15" fmla="*/ 162261 h 170638"/>
                <a:gd name="csX16" fmla="*/ 89474 w 168011"/>
                <a:gd name="csY16" fmla="*/ 90521 h 170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8011" h="170638">
                  <a:moveTo>
                    <a:pt x="89474" y="90521"/>
                  </a:moveTo>
                  <a:lnTo>
                    <a:pt x="159963" y="90521"/>
                  </a:lnTo>
                  <a:cubicBezTo>
                    <a:pt x="163500" y="90521"/>
                    <a:pt x="168300" y="90521"/>
                    <a:pt x="168300" y="85396"/>
                  </a:cubicBezTo>
                  <a:cubicBezTo>
                    <a:pt x="168300" y="80272"/>
                    <a:pt x="163500" y="80272"/>
                    <a:pt x="159963" y="80272"/>
                  </a:cubicBezTo>
                  <a:lnTo>
                    <a:pt x="89474" y="80272"/>
                  </a:lnTo>
                  <a:lnTo>
                    <a:pt x="89474" y="8532"/>
                  </a:lnTo>
                  <a:cubicBezTo>
                    <a:pt x="89474" y="4945"/>
                    <a:pt x="89474" y="77"/>
                    <a:pt x="84421" y="77"/>
                  </a:cubicBezTo>
                  <a:cubicBezTo>
                    <a:pt x="79368" y="77"/>
                    <a:pt x="79368" y="4945"/>
                    <a:pt x="79368" y="8532"/>
                  </a:cubicBezTo>
                  <a:lnTo>
                    <a:pt x="79368" y="80272"/>
                  </a:lnTo>
                  <a:lnTo>
                    <a:pt x="8627" y="80272"/>
                  </a:lnTo>
                  <a:cubicBezTo>
                    <a:pt x="5090" y="80272"/>
                    <a:pt x="289" y="80272"/>
                    <a:pt x="289" y="85396"/>
                  </a:cubicBezTo>
                  <a:cubicBezTo>
                    <a:pt x="289" y="90521"/>
                    <a:pt x="5090" y="90521"/>
                    <a:pt x="8627" y="90521"/>
                  </a:cubicBezTo>
                  <a:lnTo>
                    <a:pt x="79368" y="90521"/>
                  </a:lnTo>
                  <a:lnTo>
                    <a:pt x="79368" y="162261"/>
                  </a:lnTo>
                  <a:cubicBezTo>
                    <a:pt x="79368" y="165848"/>
                    <a:pt x="79368" y="170716"/>
                    <a:pt x="84421" y="170716"/>
                  </a:cubicBezTo>
                  <a:cubicBezTo>
                    <a:pt x="89474" y="170716"/>
                    <a:pt x="89474" y="165848"/>
                    <a:pt x="89474" y="162261"/>
                  </a:cubicBezTo>
                  <a:lnTo>
                    <a:pt x="89474" y="90521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8" name="任意多边形: 形状 1077">
              <a:extLst>
                <a:ext uri="{FF2B5EF4-FFF2-40B4-BE49-F238E27FC236}">
                  <a16:creationId xmlns:a16="http://schemas.microsoft.com/office/drawing/2014/main" id="{35389D0C-D7C7-B6E5-9315-BFBE5AFD1802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9161485" y="5358180"/>
              <a:ext cx="132387" cy="230336"/>
            </a:xfrm>
            <a:custGeom>
              <a:avLst/>
              <a:gdLst>
                <a:gd name="csX0" fmla="*/ 98327 w 132387"/>
                <a:gd name="csY0" fmla="*/ 6226 h 230336"/>
                <a:gd name="csX1" fmla="*/ 99085 w 132387"/>
                <a:gd name="csY1" fmla="*/ 2639 h 230336"/>
                <a:gd name="csX2" fmla="*/ 96053 w 132387"/>
                <a:gd name="csY2" fmla="*/ 77 h 230336"/>
                <a:gd name="csX3" fmla="*/ 92263 w 132387"/>
                <a:gd name="csY3" fmla="*/ 5201 h 230336"/>
                <a:gd name="csX4" fmla="*/ 77610 w 132387"/>
                <a:gd name="csY4" fmla="*/ 64387 h 230336"/>
                <a:gd name="csX5" fmla="*/ 299 w 132387"/>
                <a:gd name="csY5" fmla="*/ 134589 h 230336"/>
                <a:gd name="csX6" fmla="*/ 48808 w 132387"/>
                <a:gd name="csY6" fmla="*/ 180964 h 230336"/>
                <a:gd name="csX7" fmla="*/ 42997 w 132387"/>
                <a:gd name="csY7" fmla="*/ 205048 h 230336"/>
                <a:gd name="csX8" fmla="*/ 37439 w 132387"/>
                <a:gd name="csY8" fmla="*/ 227595 h 230336"/>
                <a:gd name="csX9" fmla="*/ 40470 w 132387"/>
                <a:gd name="csY9" fmla="*/ 230413 h 230336"/>
                <a:gd name="csX10" fmla="*/ 42997 w 132387"/>
                <a:gd name="csY10" fmla="*/ 229389 h 230336"/>
                <a:gd name="csX11" fmla="*/ 45776 w 132387"/>
                <a:gd name="csY11" fmla="*/ 219140 h 230336"/>
                <a:gd name="csX12" fmla="*/ 55377 w 132387"/>
                <a:gd name="csY12" fmla="*/ 180964 h 230336"/>
                <a:gd name="csX13" fmla="*/ 132687 w 132387"/>
                <a:gd name="csY13" fmla="*/ 110761 h 230336"/>
                <a:gd name="csX14" fmla="*/ 84179 w 132387"/>
                <a:gd name="csY14" fmla="*/ 64387 h 230336"/>
                <a:gd name="csX15" fmla="*/ 98327 w 132387"/>
                <a:gd name="csY15" fmla="*/ 6226 h 230336"/>
                <a:gd name="csX16" fmla="*/ 50071 w 132387"/>
                <a:gd name="csY16" fmla="*/ 175327 h 230336"/>
                <a:gd name="csX17" fmla="*/ 16722 w 132387"/>
                <a:gd name="csY17" fmla="*/ 139970 h 230336"/>
                <a:gd name="csX18" fmla="*/ 76094 w 132387"/>
                <a:gd name="csY18" fmla="*/ 70023 h 230336"/>
                <a:gd name="csX19" fmla="*/ 50071 w 132387"/>
                <a:gd name="csY19" fmla="*/ 175327 h 230336"/>
                <a:gd name="csX20" fmla="*/ 82663 w 132387"/>
                <a:gd name="csY20" fmla="*/ 70023 h 230336"/>
                <a:gd name="csX21" fmla="*/ 116265 w 132387"/>
                <a:gd name="csY21" fmla="*/ 105381 h 230336"/>
                <a:gd name="csX22" fmla="*/ 56640 w 132387"/>
                <a:gd name="csY22" fmla="*/ 175327 h 230336"/>
                <a:gd name="csX23" fmla="*/ 82663 w 132387"/>
                <a:gd name="csY23" fmla="*/ 70023 h 230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387" h="230336">
                  <a:moveTo>
                    <a:pt x="98327" y="6226"/>
                  </a:moveTo>
                  <a:cubicBezTo>
                    <a:pt x="98327" y="5714"/>
                    <a:pt x="99085" y="2895"/>
                    <a:pt x="99085" y="2639"/>
                  </a:cubicBezTo>
                  <a:cubicBezTo>
                    <a:pt x="99085" y="2383"/>
                    <a:pt x="99085" y="77"/>
                    <a:pt x="96053" y="77"/>
                  </a:cubicBezTo>
                  <a:cubicBezTo>
                    <a:pt x="93527" y="77"/>
                    <a:pt x="93274" y="846"/>
                    <a:pt x="92263" y="5201"/>
                  </a:cubicBezTo>
                  <a:lnTo>
                    <a:pt x="77610" y="64387"/>
                  </a:lnTo>
                  <a:cubicBezTo>
                    <a:pt x="37439" y="65668"/>
                    <a:pt x="299" y="99744"/>
                    <a:pt x="299" y="134589"/>
                  </a:cubicBezTo>
                  <a:cubicBezTo>
                    <a:pt x="299" y="158930"/>
                    <a:pt x="17985" y="179171"/>
                    <a:pt x="48808" y="180964"/>
                  </a:cubicBezTo>
                  <a:cubicBezTo>
                    <a:pt x="46787" y="188907"/>
                    <a:pt x="45018" y="197106"/>
                    <a:pt x="42997" y="205048"/>
                  </a:cubicBezTo>
                  <a:cubicBezTo>
                    <a:pt x="39965" y="217090"/>
                    <a:pt x="37439" y="226826"/>
                    <a:pt x="37439" y="227595"/>
                  </a:cubicBezTo>
                  <a:cubicBezTo>
                    <a:pt x="37439" y="230157"/>
                    <a:pt x="39207" y="230413"/>
                    <a:pt x="40470" y="230413"/>
                  </a:cubicBezTo>
                  <a:cubicBezTo>
                    <a:pt x="41734" y="230413"/>
                    <a:pt x="42239" y="230157"/>
                    <a:pt x="42997" y="229389"/>
                  </a:cubicBezTo>
                  <a:cubicBezTo>
                    <a:pt x="43502" y="228876"/>
                    <a:pt x="45018" y="222727"/>
                    <a:pt x="45776" y="219140"/>
                  </a:cubicBezTo>
                  <a:lnTo>
                    <a:pt x="55377" y="180964"/>
                  </a:lnTo>
                  <a:cubicBezTo>
                    <a:pt x="96053" y="179683"/>
                    <a:pt x="132687" y="145094"/>
                    <a:pt x="132687" y="110761"/>
                  </a:cubicBezTo>
                  <a:cubicBezTo>
                    <a:pt x="132687" y="90521"/>
                    <a:pt x="119297" y="66949"/>
                    <a:pt x="84179" y="64387"/>
                  </a:cubicBezTo>
                  <a:lnTo>
                    <a:pt x="98327" y="6226"/>
                  </a:lnTo>
                  <a:close/>
                  <a:moveTo>
                    <a:pt x="50071" y="175327"/>
                  </a:moveTo>
                  <a:cubicBezTo>
                    <a:pt x="34912" y="174559"/>
                    <a:pt x="16722" y="165591"/>
                    <a:pt x="16722" y="139970"/>
                  </a:cubicBezTo>
                  <a:cubicBezTo>
                    <a:pt x="16722" y="109224"/>
                    <a:pt x="38449" y="73354"/>
                    <a:pt x="76094" y="70023"/>
                  </a:cubicBezTo>
                  <a:lnTo>
                    <a:pt x="50071" y="175327"/>
                  </a:lnTo>
                  <a:close/>
                  <a:moveTo>
                    <a:pt x="82663" y="70023"/>
                  </a:moveTo>
                  <a:cubicBezTo>
                    <a:pt x="101864" y="71048"/>
                    <a:pt x="116265" y="82834"/>
                    <a:pt x="116265" y="105381"/>
                  </a:cubicBezTo>
                  <a:cubicBezTo>
                    <a:pt x="116265" y="135614"/>
                    <a:pt x="94537" y="172253"/>
                    <a:pt x="56640" y="175327"/>
                  </a:cubicBezTo>
                  <a:lnTo>
                    <a:pt x="82663" y="70023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79" name="任意多边形: 形状 1078">
              <a:extLst>
                <a:ext uri="{FF2B5EF4-FFF2-40B4-BE49-F238E27FC236}">
                  <a16:creationId xmlns:a16="http://schemas.microsoft.com/office/drawing/2014/main" id="{FB1213E4-9F18-F0CC-3EB3-60727A4AEFE7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9314042" y="5343832"/>
              <a:ext cx="58614" cy="256214"/>
            </a:xfrm>
            <a:custGeom>
              <a:avLst/>
              <a:gdLst>
                <a:gd name="csX0" fmla="*/ 58920 w 58614"/>
                <a:gd name="csY0" fmla="*/ 128184 h 256214"/>
                <a:gd name="csX1" fmla="*/ 42245 w 58614"/>
                <a:gd name="csY1" fmla="*/ 48245 h 256214"/>
                <a:gd name="csX2" fmla="*/ 2832 w 58614"/>
                <a:gd name="csY2" fmla="*/ 77 h 256214"/>
                <a:gd name="csX3" fmla="*/ 305 w 58614"/>
                <a:gd name="csY3" fmla="*/ 2639 h 256214"/>
                <a:gd name="csX4" fmla="*/ 5106 w 58614"/>
                <a:gd name="csY4" fmla="*/ 8532 h 256214"/>
                <a:gd name="csX5" fmla="*/ 44266 w 58614"/>
                <a:gd name="csY5" fmla="*/ 128184 h 256214"/>
                <a:gd name="csX6" fmla="*/ 3590 w 58614"/>
                <a:gd name="csY6" fmla="*/ 249373 h 256214"/>
                <a:gd name="csX7" fmla="*/ 305 w 58614"/>
                <a:gd name="csY7" fmla="*/ 253729 h 256214"/>
                <a:gd name="csX8" fmla="*/ 2832 w 58614"/>
                <a:gd name="csY8" fmla="*/ 256291 h 256214"/>
                <a:gd name="csX9" fmla="*/ 43003 w 58614"/>
                <a:gd name="csY9" fmla="*/ 206329 h 256214"/>
                <a:gd name="csX10" fmla="*/ 58920 w 58614"/>
                <a:gd name="csY10" fmla="*/ 128184 h 256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14" h="256214">
                  <a:moveTo>
                    <a:pt x="58920" y="128184"/>
                  </a:moveTo>
                  <a:cubicBezTo>
                    <a:pt x="58920" y="108199"/>
                    <a:pt x="56141" y="77197"/>
                    <a:pt x="42245" y="48245"/>
                  </a:cubicBezTo>
                  <a:cubicBezTo>
                    <a:pt x="27086" y="16731"/>
                    <a:pt x="5358" y="77"/>
                    <a:pt x="2832" y="77"/>
                  </a:cubicBezTo>
                  <a:cubicBezTo>
                    <a:pt x="1316" y="77"/>
                    <a:pt x="305" y="1102"/>
                    <a:pt x="305" y="2639"/>
                  </a:cubicBezTo>
                  <a:cubicBezTo>
                    <a:pt x="305" y="3408"/>
                    <a:pt x="305" y="3920"/>
                    <a:pt x="5106" y="8532"/>
                  </a:cubicBezTo>
                  <a:cubicBezTo>
                    <a:pt x="29865" y="33897"/>
                    <a:pt x="44266" y="74635"/>
                    <a:pt x="44266" y="128184"/>
                  </a:cubicBezTo>
                  <a:cubicBezTo>
                    <a:pt x="44266" y="171997"/>
                    <a:pt x="34918" y="217090"/>
                    <a:pt x="3590" y="249373"/>
                  </a:cubicBezTo>
                  <a:cubicBezTo>
                    <a:pt x="305" y="252448"/>
                    <a:pt x="305" y="252960"/>
                    <a:pt x="305" y="253729"/>
                  </a:cubicBezTo>
                  <a:cubicBezTo>
                    <a:pt x="305" y="255266"/>
                    <a:pt x="1316" y="256291"/>
                    <a:pt x="2832" y="256291"/>
                  </a:cubicBezTo>
                  <a:cubicBezTo>
                    <a:pt x="5358" y="256291"/>
                    <a:pt x="28097" y="238869"/>
                    <a:pt x="43003" y="206329"/>
                  </a:cubicBezTo>
                  <a:cubicBezTo>
                    <a:pt x="55888" y="178146"/>
                    <a:pt x="58920" y="149706"/>
                    <a:pt x="58920" y="128184"/>
                  </a:cubicBez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  <p:sp>
          <p:nvSpPr>
            <p:cNvPr id="1080" name="任意多边形: 形状 1079">
              <a:extLst>
                <a:ext uri="{FF2B5EF4-FFF2-40B4-BE49-F238E27FC236}">
                  <a16:creationId xmlns:a16="http://schemas.microsoft.com/office/drawing/2014/main" id="{43178182-E70F-B8A9-79A6-40942CB2C740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9403452" y="5343832"/>
              <a:ext cx="34612" cy="256214"/>
            </a:xfrm>
            <a:custGeom>
              <a:avLst/>
              <a:gdLst>
                <a:gd name="csX0" fmla="*/ 34922 w 34612"/>
                <a:gd name="csY0" fmla="*/ 77 h 256214"/>
                <a:gd name="csX1" fmla="*/ 309 w 34612"/>
                <a:gd name="csY1" fmla="*/ 77 h 256214"/>
                <a:gd name="csX2" fmla="*/ 309 w 34612"/>
                <a:gd name="csY2" fmla="*/ 10326 h 256214"/>
                <a:gd name="csX3" fmla="*/ 24816 w 34612"/>
                <a:gd name="csY3" fmla="*/ 10326 h 256214"/>
                <a:gd name="csX4" fmla="*/ 24816 w 34612"/>
                <a:gd name="csY4" fmla="*/ 246043 h 256214"/>
                <a:gd name="csX5" fmla="*/ 309 w 34612"/>
                <a:gd name="csY5" fmla="*/ 246043 h 256214"/>
                <a:gd name="csX6" fmla="*/ 309 w 34612"/>
                <a:gd name="csY6" fmla="*/ 256291 h 256214"/>
                <a:gd name="csX7" fmla="*/ 34922 w 34612"/>
                <a:gd name="csY7" fmla="*/ 256291 h 256214"/>
                <a:gd name="csX8" fmla="*/ 34922 w 34612"/>
                <a:gd name="csY8" fmla="*/ 77 h 256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612" h="256214">
                  <a:moveTo>
                    <a:pt x="34922" y="77"/>
                  </a:moveTo>
                  <a:lnTo>
                    <a:pt x="309" y="77"/>
                  </a:lnTo>
                  <a:lnTo>
                    <a:pt x="309" y="10326"/>
                  </a:lnTo>
                  <a:lnTo>
                    <a:pt x="24816" y="10326"/>
                  </a:lnTo>
                  <a:lnTo>
                    <a:pt x="24816" y="246043"/>
                  </a:lnTo>
                  <a:lnTo>
                    <a:pt x="309" y="246043"/>
                  </a:lnTo>
                  <a:lnTo>
                    <a:pt x="309" y="256291"/>
                  </a:lnTo>
                  <a:lnTo>
                    <a:pt x="34922" y="256291"/>
                  </a:lnTo>
                  <a:lnTo>
                    <a:pt x="34922" y="77"/>
                  </a:lnTo>
                  <a:close/>
                </a:path>
              </a:pathLst>
            </a:custGeom>
            <a:solidFill>
              <a:srgbClr val="000000"/>
            </a:solidFill>
            <a:ln w="25360" cap="flat">
              <a:noFill/>
              <a:prstDash val="solid"/>
              <a:miter/>
            </a:ln>
          </p:spPr>
        </p:sp>
      </p:grpSp>
      <p:sp>
        <p:nvSpPr>
          <p:cNvPr id="1083" name="文本框 1082">
            <a:extLst>
              <a:ext uri="{FF2B5EF4-FFF2-40B4-BE49-F238E27FC236}">
                <a16:creationId xmlns:a16="http://schemas.microsoft.com/office/drawing/2014/main" id="{35C6D690-2DEC-155B-1F3C-F726BD534CF5}"/>
              </a:ext>
            </a:extLst>
          </p:cNvPr>
          <p:cNvSpPr txBox="1"/>
          <p:nvPr/>
        </p:nvSpPr>
        <p:spPr>
          <a:xfrm>
            <a:off x="1174750" y="3388064"/>
            <a:ext cx="527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由于混频过程会产生高频分量</a:t>
            </a:r>
            <a:r>
              <a:rPr lang="en-US" altLang="zh-CN" sz="1800" dirty="0"/>
              <a:t>:</a:t>
            </a:r>
            <a:endParaRPr lang="zh-CN" altLang="en-US" sz="1800" dirty="0"/>
          </a:p>
        </p:txBody>
      </p:sp>
      <p:sp>
        <p:nvSpPr>
          <p:cNvPr id="1827" name="文本框 1826">
            <a:extLst>
              <a:ext uri="{FF2B5EF4-FFF2-40B4-BE49-F238E27FC236}">
                <a16:creationId xmlns:a16="http://schemas.microsoft.com/office/drawing/2014/main" id="{96F1CE5C-E864-0DA2-48B8-36E3DCA53CDB}"/>
              </a:ext>
            </a:extLst>
          </p:cNvPr>
          <p:cNvSpPr txBox="1"/>
          <p:nvPr/>
        </p:nvSpPr>
        <p:spPr>
          <a:xfrm>
            <a:off x="866776" y="4400498"/>
            <a:ext cx="527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于是我们采用积分滤波器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8" name="文本框 1827">
                <a:extLst>
                  <a:ext uri="{FF2B5EF4-FFF2-40B4-BE49-F238E27FC236}">
                    <a16:creationId xmlns:a16="http://schemas.microsoft.com/office/drawing/2014/main" id="{948BF79D-81CE-491C-D04A-1F6A432A95A8}"/>
                  </a:ext>
                </a:extLst>
              </p:cNvPr>
              <p:cNvSpPr txBox="1"/>
              <p:nvPr/>
            </p:nvSpPr>
            <p:spPr>
              <a:xfrm>
                <a:off x="680357" y="5494502"/>
                <a:ext cx="5034643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当积分周期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 设为信号周期的整数倍时：</a:t>
                </a:r>
                <a:endParaRPr lang="en-US" altLang="zh-CN" dirty="0"/>
              </a:p>
              <a:p>
                <a:endParaRPr lang="en-US" altLang="zh-CN" sz="1800" dirty="0"/>
              </a:p>
              <a:p>
                <a:br>
                  <a:rPr lang="zh-CN" altLang="en-US" sz="1800" dirty="0"/>
                </a:br>
                <a:r>
                  <a:rPr lang="en-US" altLang="zh-CN" dirty="0"/>
                  <a:t>1. </a:t>
                </a:r>
                <a:r>
                  <a:rPr lang="zh-CN" altLang="en-US" b="1" dirty="0"/>
                  <a:t>直流分量</a:t>
                </a:r>
                <a:r>
                  <a:rPr lang="zh-CN" altLang="en-US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dirty="0"/>
                  <a:t> 随积分线性增长。</a:t>
                </a:r>
                <a:br>
                  <a:rPr lang="zh-CN" altLang="en-US" sz="1800" dirty="0"/>
                </a:br>
                <a:r>
                  <a:rPr lang="en-US" altLang="zh-CN" dirty="0"/>
                  <a:t>2. </a:t>
                </a:r>
                <a:r>
                  <a:rPr lang="zh-CN" altLang="en-US" b="1" dirty="0"/>
                  <a:t>高次谐波</a:t>
                </a:r>
                <a:r>
                  <a:rPr lang="zh-CN" altLang="en-US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dirty="0"/>
                  <a:t> 在一个完整周期内积分结果为 </a:t>
                </a:r>
                <a:r>
                  <a:rPr lang="en-US" altLang="zh-CN" b="1" dirty="0"/>
                  <a:t>0</a:t>
                </a:r>
                <a:r>
                  <a:rPr lang="zh-CN" altLang="en-US" dirty="0"/>
                  <a:t>。</a:t>
                </a:r>
                <a:endParaRPr lang="zh-CN" altLang="en-US" sz="1800" dirty="0"/>
              </a:p>
            </p:txBody>
          </p:sp>
        </mc:Choice>
        <mc:Fallback>
          <p:sp>
            <p:nvSpPr>
              <p:cNvPr id="1828" name="文本框 1827">
                <a:extLst>
                  <a:ext uri="{FF2B5EF4-FFF2-40B4-BE49-F238E27FC236}">
                    <a16:creationId xmlns:a16="http://schemas.microsoft.com/office/drawing/2014/main" id="{948BF79D-81CE-491C-D04A-1F6A432A9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57" y="5494502"/>
                <a:ext cx="5034643" cy="1292662"/>
              </a:xfrm>
              <a:prstGeom prst="rect">
                <a:avLst/>
              </a:prstGeom>
              <a:blipFill>
                <a:blip r:embed="rId110"/>
                <a:stretch>
                  <a:fillRect l="-363" t="-472" b="-4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 descr="\documentclass{article}&#10;\usepackage{amsmath}&#10;\pagestyle{empty}&#10;\begin{document}&#10;$$I_{out} = \frac{1}{T} \int_{0}^{T} I_{mult}(t) dt = \frac{1}{T} \int_{0}^{T} \frac{A}{2} \left[ \cos(\phi) + \cos(2\omega t + \phi) \right] dt$$&#10;&#10;&#10;&#10;\end{document}" title="IguanaTex Shape Display">
            <a:extLst>
              <a:ext uri="{FF2B5EF4-FFF2-40B4-BE49-F238E27FC236}">
                <a16:creationId xmlns:a16="http://schemas.microsoft.com/office/drawing/2014/main" id="{C2905E48-BD0B-3C64-BA52-49D803492ACE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92506" y="4976548"/>
            <a:ext cx="4448038" cy="557023"/>
            <a:chOff x="3462766" y="6402517"/>
            <a:chExt cx="6703251" cy="629364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B146932F-1983-2254-E873-ECD8E3C7D4C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3462766" y="6629013"/>
              <a:ext cx="117052" cy="171105"/>
            </a:xfrm>
            <a:custGeom>
              <a:avLst/>
              <a:gdLst>
                <a:gd name="csX0" fmla="*/ 86057 w 117052"/>
                <a:gd name="csY0" fmla="*/ 19370 h 171105"/>
                <a:gd name="csX1" fmla="*/ 109063 w 117052"/>
                <a:gd name="csY1" fmla="*/ 7846 h 171105"/>
                <a:gd name="csX2" fmla="*/ 117153 w 117052"/>
                <a:gd name="csY2" fmla="*/ 3086 h 171105"/>
                <a:gd name="csX3" fmla="*/ 113361 w 117052"/>
                <a:gd name="csY3" fmla="*/ 80 h 171105"/>
                <a:gd name="csX4" fmla="*/ 79990 w 117052"/>
                <a:gd name="csY4" fmla="*/ 831 h 171105"/>
                <a:gd name="csX5" fmla="*/ 46366 w 117052"/>
                <a:gd name="csY5" fmla="*/ 80 h 171105"/>
                <a:gd name="csX6" fmla="*/ 41310 w 117052"/>
                <a:gd name="csY6" fmla="*/ 5090 h 171105"/>
                <a:gd name="csX7" fmla="*/ 48388 w 117052"/>
                <a:gd name="csY7" fmla="*/ 7846 h 171105"/>
                <a:gd name="csX8" fmla="*/ 65832 w 117052"/>
                <a:gd name="csY8" fmla="*/ 12606 h 171105"/>
                <a:gd name="csX9" fmla="*/ 65327 w 117052"/>
                <a:gd name="csY9" fmla="*/ 16614 h 171105"/>
                <a:gd name="csX10" fmla="*/ 31197 w 117052"/>
                <a:gd name="csY10" fmla="*/ 151645 h 171105"/>
                <a:gd name="csX11" fmla="*/ 8191 w 117052"/>
                <a:gd name="csY11" fmla="*/ 163419 h 171105"/>
                <a:gd name="csX12" fmla="*/ 101 w 117052"/>
                <a:gd name="csY12" fmla="*/ 168429 h 171105"/>
                <a:gd name="csX13" fmla="*/ 3893 w 117052"/>
                <a:gd name="csY13" fmla="*/ 171185 h 171105"/>
                <a:gd name="csX14" fmla="*/ 37012 w 117052"/>
                <a:gd name="csY14" fmla="*/ 170434 h 171105"/>
                <a:gd name="csX15" fmla="*/ 70889 w 117052"/>
                <a:gd name="csY15" fmla="*/ 171185 h 171105"/>
                <a:gd name="csX16" fmla="*/ 75945 w 117052"/>
                <a:gd name="csY16" fmla="*/ 166425 h 171105"/>
                <a:gd name="csX17" fmla="*/ 68361 w 117052"/>
                <a:gd name="csY17" fmla="*/ 163419 h 171105"/>
                <a:gd name="csX18" fmla="*/ 57490 w 117052"/>
                <a:gd name="csY18" fmla="*/ 162918 h 171105"/>
                <a:gd name="csX19" fmla="*/ 51169 w 117052"/>
                <a:gd name="csY19" fmla="*/ 158659 h 171105"/>
                <a:gd name="csX20" fmla="*/ 52181 w 117052"/>
                <a:gd name="csY20" fmla="*/ 152897 h 171105"/>
                <a:gd name="csX21" fmla="*/ 86057 w 117052"/>
                <a:gd name="csY21" fmla="*/ 19370 h 1711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17052" h="171105">
                  <a:moveTo>
                    <a:pt x="86057" y="19370"/>
                  </a:moveTo>
                  <a:cubicBezTo>
                    <a:pt x="88333" y="10351"/>
                    <a:pt x="89091" y="7846"/>
                    <a:pt x="109063" y="7846"/>
                  </a:cubicBezTo>
                  <a:cubicBezTo>
                    <a:pt x="115131" y="7846"/>
                    <a:pt x="117153" y="7846"/>
                    <a:pt x="117153" y="3086"/>
                  </a:cubicBezTo>
                  <a:cubicBezTo>
                    <a:pt x="117153" y="80"/>
                    <a:pt x="114372" y="80"/>
                    <a:pt x="113361" y="80"/>
                  </a:cubicBezTo>
                  <a:cubicBezTo>
                    <a:pt x="106030" y="80"/>
                    <a:pt x="87321" y="831"/>
                    <a:pt x="79990" y="831"/>
                  </a:cubicBezTo>
                  <a:cubicBezTo>
                    <a:pt x="72406" y="831"/>
                    <a:pt x="53950" y="80"/>
                    <a:pt x="46366" y="80"/>
                  </a:cubicBezTo>
                  <a:cubicBezTo>
                    <a:pt x="44596" y="80"/>
                    <a:pt x="41310" y="80"/>
                    <a:pt x="41310" y="5090"/>
                  </a:cubicBezTo>
                  <a:cubicBezTo>
                    <a:pt x="41310" y="7846"/>
                    <a:pt x="43585" y="7846"/>
                    <a:pt x="48388" y="7846"/>
                  </a:cubicBezTo>
                  <a:cubicBezTo>
                    <a:pt x="59006" y="7846"/>
                    <a:pt x="65832" y="7846"/>
                    <a:pt x="65832" y="12606"/>
                  </a:cubicBezTo>
                  <a:cubicBezTo>
                    <a:pt x="65832" y="13858"/>
                    <a:pt x="65832" y="14359"/>
                    <a:pt x="65327" y="16614"/>
                  </a:cubicBezTo>
                  <a:lnTo>
                    <a:pt x="31197" y="151645"/>
                  </a:lnTo>
                  <a:cubicBezTo>
                    <a:pt x="28922" y="160914"/>
                    <a:pt x="28163" y="163419"/>
                    <a:pt x="8191" y="163419"/>
                  </a:cubicBezTo>
                  <a:cubicBezTo>
                    <a:pt x="2377" y="163419"/>
                    <a:pt x="101" y="163419"/>
                    <a:pt x="101" y="168429"/>
                  </a:cubicBezTo>
                  <a:cubicBezTo>
                    <a:pt x="101" y="171185"/>
                    <a:pt x="3135" y="171185"/>
                    <a:pt x="3893" y="171185"/>
                  </a:cubicBezTo>
                  <a:cubicBezTo>
                    <a:pt x="11225" y="171185"/>
                    <a:pt x="29680" y="170434"/>
                    <a:pt x="37012" y="170434"/>
                  </a:cubicBezTo>
                  <a:cubicBezTo>
                    <a:pt x="44596" y="170434"/>
                    <a:pt x="63304" y="171185"/>
                    <a:pt x="70889" y="171185"/>
                  </a:cubicBezTo>
                  <a:cubicBezTo>
                    <a:pt x="72911" y="171185"/>
                    <a:pt x="75945" y="171185"/>
                    <a:pt x="75945" y="166425"/>
                  </a:cubicBezTo>
                  <a:cubicBezTo>
                    <a:pt x="75945" y="163419"/>
                    <a:pt x="73922" y="163419"/>
                    <a:pt x="68361" y="163419"/>
                  </a:cubicBezTo>
                  <a:cubicBezTo>
                    <a:pt x="63810" y="163419"/>
                    <a:pt x="62546" y="163419"/>
                    <a:pt x="57490" y="162918"/>
                  </a:cubicBezTo>
                  <a:cubicBezTo>
                    <a:pt x="52181" y="162417"/>
                    <a:pt x="51169" y="161415"/>
                    <a:pt x="51169" y="158659"/>
                  </a:cubicBezTo>
                  <a:cubicBezTo>
                    <a:pt x="51169" y="156655"/>
                    <a:pt x="51675" y="154651"/>
                    <a:pt x="52181" y="152897"/>
                  </a:cubicBezTo>
                  <a:lnTo>
                    <a:pt x="86057" y="19370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515D066-6501-AA56-3B0C-EA2DA33A0AD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3576275" y="6760361"/>
              <a:ext cx="82998" cy="79089"/>
            </a:xfrm>
            <a:custGeom>
              <a:avLst/>
              <a:gdLst>
                <a:gd name="csX0" fmla="*/ 83104 w 82998"/>
                <a:gd name="csY0" fmla="*/ 30770 h 79089"/>
                <a:gd name="csX1" fmla="*/ 51073 w 82998"/>
                <a:gd name="csY1" fmla="*/ 81 h 79089"/>
                <a:gd name="csX2" fmla="*/ 106 w 82998"/>
                <a:gd name="csY2" fmla="*/ 48482 h 79089"/>
                <a:gd name="csX3" fmla="*/ 32314 w 82998"/>
                <a:gd name="csY3" fmla="*/ 79170 h 79089"/>
                <a:gd name="csX4" fmla="*/ 83104 w 82998"/>
                <a:gd name="csY4" fmla="*/ 30770 h 79089"/>
                <a:gd name="csX5" fmla="*/ 32491 w 82998"/>
                <a:gd name="csY5" fmla="*/ 74260 h 79089"/>
                <a:gd name="csX6" fmla="*/ 14794 w 82998"/>
                <a:gd name="csY6" fmla="*/ 54795 h 79089"/>
                <a:gd name="csX7" fmla="*/ 25058 w 82998"/>
                <a:gd name="csY7" fmla="*/ 20423 h 79089"/>
                <a:gd name="csX8" fmla="*/ 50896 w 82998"/>
                <a:gd name="csY8" fmla="*/ 4991 h 79089"/>
                <a:gd name="csX9" fmla="*/ 68592 w 82998"/>
                <a:gd name="csY9" fmla="*/ 24457 h 79089"/>
                <a:gd name="csX10" fmla="*/ 58682 w 82998"/>
                <a:gd name="csY10" fmla="*/ 58302 h 79089"/>
                <a:gd name="csX11" fmla="*/ 32491 w 82998"/>
                <a:gd name="csY11" fmla="*/ 74260 h 79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2998" h="79089">
                  <a:moveTo>
                    <a:pt x="83104" y="30770"/>
                  </a:moveTo>
                  <a:cubicBezTo>
                    <a:pt x="83104" y="11304"/>
                    <a:pt x="68415" y="81"/>
                    <a:pt x="51073" y="81"/>
                  </a:cubicBezTo>
                  <a:cubicBezTo>
                    <a:pt x="24881" y="81"/>
                    <a:pt x="106" y="24457"/>
                    <a:pt x="106" y="48482"/>
                  </a:cubicBezTo>
                  <a:cubicBezTo>
                    <a:pt x="106" y="66018"/>
                    <a:pt x="13024" y="79170"/>
                    <a:pt x="32314" y="79170"/>
                  </a:cubicBezTo>
                  <a:cubicBezTo>
                    <a:pt x="57620" y="79170"/>
                    <a:pt x="83104" y="56022"/>
                    <a:pt x="83104" y="30770"/>
                  </a:cubicBezTo>
                  <a:close/>
                  <a:moveTo>
                    <a:pt x="32491" y="74260"/>
                  </a:moveTo>
                  <a:cubicBezTo>
                    <a:pt x="23642" y="74260"/>
                    <a:pt x="14794" y="68649"/>
                    <a:pt x="14794" y="54795"/>
                  </a:cubicBezTo>
                  <a:cubicBezTo>
                    <a:pt x="14794" y="47605"/>
                    <a:pt x="18156" y="30419"/>
                    <a:pt x="25058" y="20423"/>
                  </a:cubicBezTo>
                  <a:cubicBezTo>
                    <a:pt x="32668" y="9551"/>
                    <a:pt x="42932" y="4991"/>
                    <a:pt x="50896" y="4991"/>
                  </a:cubicBezTo>
                  <a:cubicBezTo>
                    <a:pt x="60452" y="4991"/>
                    <a:pt x="68592" y="11480"/>
                    <a:pt x="68592" y="24457"/>
                  </a:cubicBezTo>
                  <a:cubicBezTo>
                    <a:pt x="68592" y="28666"/>
                    <a:pt x="66469" y="46027"/>
                    <a:pt x="58682" y="58302"/>
                  </a:cubicBezTo>
                  <a:cubicBezTo>
                    <a:pt x="51957" y="68649"/>
                    <a:pt x="41339" y="74260"/>
                    <a:pt x="32491" y="74260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A6B806A-0B90-7965-A5D8-4DD1FFBFDB9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673411" y="6760361"/>
              <a:ext cx="102818" cy="79089"/>
            </a:xfrm>
            <a:custGeom>
              <a:avLst/>
              <a:gdLst>
                <a:gd name="csX0" fmla="*/ 66650 w 102818"/>
                <a:gd name="csY0" fmla="*/ 49008 h 79089"/>
                <a:gd name="csX1" fmla="*/ 63818 w 102818"/>
                <a:gd name="csY1" fmla="*/ 59354 h 79089"/>
                <a:gd name="csX2" fmla="*/ 42405 w 102818"/>
                <a:gd name="csY2" fmla="*/ 74260 h 79089"/>
                <a:gd name="csX3" fmla="*/ 30194 w 102818"/>
                <a:gd name="csY3" fmla="*/ 59705 h 79089"/>
                <a:gd name="csX4" fmla="*/ 40104 w 102818"/>
                <a:gd name="csY4" fmla="*/ 24106 h 79089"/>
                <a:gd name="csX5" fmla="*/ 42582 w 102818"/>
                <a:gd name="csY5" fmla="*/ 15162 h 79089"/>
                <a:gd name="csX6" fmla="*/ 25770 w 102818"/>
                <a:gd name="csY6" fmla="*/ 81 h 79089"/>
                <a:gd name="csX7" fmla="*/ 110 w 102818"/>
                <a:gd name="csY7" fmla="*/ 26912 h 79089"/>
                <a:gd name="csX8" fmla="*/ 3118 w 102818"/>
                <a:gd name="csY8" fmla="*/ 29192 h 79089"/>
                <a:gd name="csX9" fmla="*/ 6303 w 102818"/>
                <a:gd name="csY9" fmla="*/ 26386 h 79089"/>
                <a:gd name="csX10" fmla="*/ 25239 w 102818"/>
                <a:gd name="csY10" fmla="*/ 4991 h 79089"/>
                <a:gd name="csX11" fmla="*/ 29663 w 102818"/>
                <a:gd name="csY11" fmla="*/ 11129 h 79089"/>
                <a:gd name="csX12" fmla="*/ 26478 w 102818"/>
                <a:gd name="csY12" fmla="*/ 22878 h 79089"/>
                <a:gd name="csX13" fmla="*/ 16922 w 102818"/>
                <a:gd name="csY13" fmla="*/ 56899 h 79089"/>
                <a:gd name="csX14" fmla="*/ 23469 w 102818"/>
                <a:gd name="csY14" fmla="*/ 73559 h 79089"/>
                <a:gd name="csX15" fmla="*/ 41697 w 102818"/>
                <a:gd name="csY15" fmla="*/ 79170 h 79089"/>
                <a:gd name="csX16" fmla="*/ 64703 w 102818"/>
                <a:gd name="csY16" fmla="*/ 67596 h 79089"/>
                <a:gd name="csX17" fmla="*/ 82577 w 102818"/>
                <a:gd name="csY17" fmla="*/ 79170 h 79089"/>
                <a:gd name="csX18" fmla="*/ 96557 w 102818"/>
                <a:gd name="csY18" fmla="*/ 69876 h 79089"/>
                <a:gd name="csX19" fmla="*/ 102928 w 102818"/>
                <a:gd name="csY19" fmla="*/ 52340 h 79089"/>
                <a:gd name="csX20" fmla="*/ 99920 w 102818"/>
                <a:gd name="csY20" fmla="*/ 50060 h 79089"/>
                <a:gd name="csX21" fmla="*/ 96027 w 102818"/>
                <a:gd name="csY21" fmla="*/ 55496 h 79089"/>
                <a:gd name="csX22" fmla="*/ 83108 w 102818"/>
                <a:gd name="csY22" fmla="*/ 74260 h 79089"/>
                <a:gd name="csX23" fmla="*/ 77268 w 102818"/>
                <a:gd name="csY23" fmla="*/ 65667 h 79089"/>
                <a:gd name="csX24" fmla="*/ 79922 w 102818"/>
                <a:gd name="csY24" fmla="*/ 51814 h 79089"/>
                <a:gd name="csX25" fmla="*/ 83816 w 102818"/>
                <a:gd name="csY25" fmla="*/ 36031 h 79089"/>
                <a:gd name="csX26" fmla="*/ 87886 w 102818"/>
                <a:gd name="csY26" fmla="*/ 20423 h 79089"/>
                <a:gd name="csX27" fmla="*/ 90894 w 102818"/>
                <a:gd name="csY27" fmla="*/ 7446 h 79089"/>
                <a:gd name="csX28" fmla="*/ 85054 w 102818"/>
                <a:gd name="csY28" fmla="*/ 1835 h 79089"/>
                <a:gd name="csX29" fmla="*/ 75852 w 102818"/>
                <a:gd name="csY29" fmla="*/ 12532 h 79089"/>
                <a:gd name="csX30" fmla="*/ 66650 w 102818"/>
                <a:gd name="csY30" fmla="*/ 49008 h 79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2818" h="79089">
                  <a:moveTo>
                    <a:pt x="66650" y="49008"/>
                  </a:moveTo>
                  <a:cubicBezTo>
                    <a:pt x="65765" y="52515"/>
                    <a:pt x="64172" y="59179"/>
                    <a:pt x="63818" y="59354"/>
                  </a:cubicBezTo>
                  <a:cubicBezTo>
                    <a:pt x="60456" y="64791"/>
                    <a:pt x="53377" y="74260"/>
                    <a:pt x="42405" y="74260"/>
                  </a:cubicBezTo>
                  <a:cubicBezTo>
                    <a:pt x="30194" y="74260"/>
                    <a:pt x="30194" y="62862"/>
                    <a:pt x="30194" y="59705"/>
                  </a:cubicBezTo>
                  <a:cubicBezTo>
                    <a:pt x="30194" y="49359"/>
                    <a:pt x="35149" y="36908"/>
                    <a:pt x="40104" y="24106"/>
                  </a:cubicBezTo>
                  <a:cubicBezTo>
                    <a:pt x="41520" y="20599"/>
                    <a:pt x="42582" y="17968"/>
                    <a:pt x="42582" y="15162"/>
                  </a:cubicBezTo>
                  <a:cubicBezTo>
                    <a:pt x="42582" y="6044"/>
                    <a:pt x="34795" y="81"/>
                    <a:pt x="25770" y="81"/>
                  </a:cubicBezTo>
                  <a:cubicBezTo>
                    <a:pt x="8073" y="81"/>
                    <a:pt x="110" y="24106"/>
                    <a:pt x="110" y="26912"/>
                  </a:cubicBezTo>
                  <a:cubicBezTo>
                    <a:pt x="110" y="29192"/>
                    <a:pt x="2587" y="29192"/>
                    <a:pt x="3118" y="29192"/>
                  </a:cubicBezTo>
                  <a:cubicBezTo>
                    <a:pt x="5596" y="29192"/>
                    <a:pt x="5773" y="28315"/>
                    <a:pt x="6303" y="26386"/>
                  </a:cubicBezTo>
                  <a:cubicBezTo>
                    <a:pt x="10551" y="12006"/>
                    <a:pt x="18337" y="4991"/>
                    <a:pt x="25239" y="4991"/>
                  </a:cubicBezTo>
                  <a:cubicBezTo>
                    <a:pt x="28248" y="4991"/>
                    <a:pt x="29663" y="6920"/>
                    <a:pt x="29663" y="11129"/>
                  </a:cubicBezTo>
                  <a:cubicBezTo>
                    <a:pt x="29663" y="15162"/>
                    <a:pt x="28248" y="18845"/>
                    <a:pt x="26478" y="22878"/>
                  </a:cubicBezTo>
                  <a:cubicBezTo>
                    <a:pt x="16922" y="47079"/>
                    <a:pt x="16922" y="52164"/>
                    <a:pt x="16922" y="56899"/>
                  </a:cubicBezTo>
                  <a:cubicBezTo>
                    <a:pt x="16922" y="59880"/>
                    <a:pt x="16922" y="67947"/>
                    <a:pt x="23469" y="73559"/>
                  </a:cubicBezTo>
                  <a:cubicBezTo>
                    <a:pt x="28601" y="77768"/>
                    <a:pt x="35503" y="79170"/>
                    <a:pt x="41697" y="79170"/>
                  </a:cubicBezTo>
                  <a:cubicBezTo>
                    <a:pt x="52846" y="79170"/>
                    <a:pt x="58863" y="73208"/>
                    <a:pt x="64703" y="67596"/>
                  </a:cubicBezTo>
                  <a:cubicBezTo>
                    <a:pt x="68596" y="78820"/>
                    <a:pt x="80453" y="79170"/>
                    <a:pt x="82577" y="79170"/>
                  </a:cubicBezTo>
                  <a:cubicBezTo>
                    <a:pt x="88594" y="79170"/>
                    <a:pt x="93195" y="75663"/>
                    <a:pt x="96557" y="69876"/>
                  </a:cubicBezTo>
                  <a:cubicBezTo>
                    <a:pt x="100451" y="63037"/>
                    <a:pt x="102928" y="52866"/>
                    <a:pt x="102928" y="52340"/>
                  </a:cubicBezTo>
                  <a:cubicBezTo>
                    <a:pt x="102928" y="50060"/>
                    <a:pt x="100451" y="50060"/>
                    <a:pt x="99920" y="50060"/>
                  </a:cubicBezTo>
                  <a:cubicBezTo>
                    <a:pt x="97442" y="50060"/>
                    <a:pt x="97265" y="50761"/>
                    <a:pt x="96027" y="55496"/>
                  </a:cubicBezTo>
                  <a:cubicBezTo>
                    <a:pt x="93903" y="63738"/>
                    <a:pt x="90540" y="74260"/>
                    <a:pt x="83108" y="74260"/>
                  </a:cubicBezTo>
                  <a:cubicBezTo>
                    <a:pt x="78507" y="74260"/>
                    <a:pt x="77268" y="70227"/>
                    <a:pt x="77268" y="65667"/>
                  </a:cubicBezTo>
                  <a:cubicBezTo>
                    <a:pt x="77268" y="62686"/>
                    <a:pt x="78684" y="56373"/>
                    <a:pt x="79922" y="51814"/>
                  </a:cubicBezTo>
                  <a:cubicBezTo>
                    <a:pt x="81161" y="47079"/>
                    <a:pt x="82931" y="39889"/>
                    <a:pt x="83816" y="36031"/>
                  </a:cubicBezTo>
                  <a:lnTo>
                    <a:pt x="87886" y="20423"/>
                  </a:lnTo>
                  <a:cubicBezTo>
                    <a:pt x="88948" y="16039"/>
                    <a:pt x="90894" y="8323"/>
                    <a:pt x="90894" y="7446"/>
                  </a:cubicBezTo>
                  <a:cubicBezTo>
                    <a:pt x="90894" y="3939"/>
                    <a:pt x="88063" y="1835"/>
                    <a:pt x="85054" y="1835"/>
                  </a:cubicBezTo>
                  <a:cubicBezTo>
                    <a:pt x="78507" y="1835"/>
                    <a:pt x="77268" y="6920"/>
                    <a:pt x="75852" y="12532"/>
                  </a:cubicBezTo>
                  <a:lnTo>
                    <a:pt x="66650" y="49008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EB7D72C3-0683-7538-D7F9-7DD0672B8C9C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3792058" y="6728094"/>
              <a:ext cx="59815" cy="111356"/>
            </a:xfrm>
            <a:custGeom>
              <a:avLst/>
              <a:gdLst>
                <a:gd name="csX0" fmla="*/ 36216 w 59815"/>
                <a:gd name="csY0" fmla="*/ 40415 h 111356"/>
                <a:gd name="csX1" fmla="*/ 54267 w 59815"/>
                <a:gd name="csY1" fmla="*/ 40415 h 111356"/>
                <a:gd name="csX2" fmla="*/ 59930 w 59815"/>
                <a:gd name="csY2" fmla="*/ 36557 h 111356"/>
                <a:gd name="csX3" fmla="*/ 54621 w 59815"/>
                <a:gd name="csY3" fmla="*/ 34102 h 111356"/>
                <a:gd name="csX4" fmla="*/ 37809 w 59815"/>
                <a:gd name="csY4" fmla="*/ 34102 h 111356"/>
                <a:gd name="csX5" fmla="*/ 44356 w 59815"/>
                <a:gd name="csY5" fmla="*/ 8148 h 111356"/>
                <a:gd name="csX6" fmla="*/ 44887 w 59815"/>
                <a:gd name="csY6" fmla="*/ 5693 h 111356"/>
                <a:gd name="csX7" fmla="*/ 38870 w 59815"/>
                <a:gd name="csY7" fmla="*/ 81 h 111356"/>
                <a:gd name="csX8" fmla="*/ 30553 w 59815"/>
                <a:gd name="csY8" fmla="*/ 7622 h 111356"/>
                <a:gd name="csX9" fmla="*/ 23828 w 59815"/>
                <a:gd name="csY9" fmla="*/ 34102 h 111356"/>
                <a:gd name="csX10" fmla="*/ 5777 w 59815"/>
                <a:gd name="csY10" fmla="*/ 34102 h 111356"/>
                <a:gd name="csX11" fmla="*/ 114 w 59815"/>
                <a:gd name="csY11" fmla="*/ 37960 h 111356"/>
                <a:gd name="csX12" fmla="*/ 5423 w 59815"/>
                <a:gd name="csY12" fmla="*/ 40415 h 111356"/>
                <a:gd name="csX13" fmla="*/ 22235 w 59815"/>
                <a:gd name="csY13" fmla="*/ 40415 h 111356"/>
                <a:gd name="csX14" fmla="*/ 11794 w 59815"/>
                <a:gd name="csY14" fmla="*/ 81801 h 111356"/>
                <a:gd name="csX15" fmla="*/ 9140 w 59815"/>
                <a:gd name="csY15" fmla="*/ 94778 h 111356"/>
                <a:gd name="csX16" fmla="*/ 28075 w 59815"/>
                <a:gd name="csY16" fmla="*/ 111437 h 111356"/>
                <a:gd name="csX17" fmla="*/ 58868 w 59815"/>
                <a:gd name="csY17" fmla="*/ 84607 h 111356"/>
                <a:gd name="csX18" fmla="*/ 56036 w 59815"/>
                <a:gd name="csY18" fmla="*/ 82327 h 111356"/>
                <a:gd name="csX19" fmla="*/ 52320 w 59815"/>
                <a:gd name="csY19" fmla="*/ 85659 h 111356"/>
                <a:gd name="csX20" fmla="*/ 28606 w 59815"/>
                <a:gd name="csY20" fmla="*/ 106527 h 111356"/>
                <a:gd name="csX21" fmla="*/ 22412 w 59815"/>
                <a:gd name="csY21" fmla="*/ 97934 h 111356"/>
                <a:gd name="csX22" fmla="*/ 23474 w 59815"/>
                <a:gd name="csY22" fmla="*/ 90744 h 111356"/>
                <a:gd name="csX23" fmla="*/ 36216 w 59815"/>
                <a:gd name="csY23" fmla="*/ 40415 h 111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59815" h="111356">
                  <a:moveTo>
                    <a:pt x="36216" y="40415"/>
                  </a:moveTo>
                  <a:lnTo>
                    <a:pt x="54267" y="40415"/>
                  </a:lnTo>
                  <a:cubicBezTo>
                    <a:pt x="57629" y="40415"/>
                    <a:pt x="59930" y="40415"/>
                    <a:pt x="59930" y="36557"/>
                  </a:cubicBezTo>
                  <a:cubicBezTo>
                    <a:pt x="59930" y="34102"/>
                    <a:pt x="57629" y="34102"/>
                    <a:pt x="54621" y="34102"/>
                  </a:cubicBezTo>
                  <a:lnTo>
                    <a:pt x="37809" y="34102"/>
                  </a:lnTo>
                  <a:lnTo>
                    <a:pt x="44356" y="8148"/>
                  </a:lnTo>
                  <a:cubicBezTo>
                    <a:pt x="44533" y="7271"/>
                    <a:pt x="44887" y="6394"/>
                    <a:pt x="44887" y="5693"/>
                  </a:cubicBezTo>
                  <a:cubicBezTo>
                    <a:pt x="44887" y="2536"/>
                    <a:pt x="42410" y="81"/>
                    <a:pt x="38870" y="81"/>
                  </a:cubicBezTo>
                  <a:cubicBezTo>
                    <a:pt x="34446" y="81"/>
                    <a:pt x="31792" y="3062"/>
                    <a:pt x="30553" y="7622"/>
                  </a:cubicBezTo>
                  <a:cubicBezTo>
                    <a:pt x="29314" y="12006"/>
                    <a:pt x="31615" y="3588"/>
                    <a:pt x="23828" y="34102"/>
                  </a:cubicBezTo>
                  <a:lnTo>
                    <a:pt x="5777" y="34102"/>
                  </a:lnTo>
                  <a:cubicBezTo>
                    <a:pt x="2415" y="34102"/>
                    <a:pt x="114" y="34102"/>
                    <a:pt x="114" y="37960"/>
                  </a:cubicBezTo>
                  <a:cubicBezTo>
                    <a:pt x="114" y="40415"/>
                    <a:pt x="2238" y="40415"/>
                    <a:pt x="5423" y="40415"/>
                  </a:cubicBezTo>
                  <a:lnTo>
                    <a:pt x="22235" y="40415"/>
                  </a:lnTo>
                  <a:lnTo>
                    <a:pt x="11794" y="81801"/>
                  </a:lnTo>
                  <a:cubicBezTo>
                    <a:pt x="10732" y="86185"/>
                    <a:pt x="9140" y="92498"/>
                    <a:pt x="9140" y="94778"/>
                  </a:cubicBezTo>
                  <a:cubicBezTo>
                    <a:pt x="9140" y="105124"/>
                    <a:pt x="17988" y="111437"/>
                    <a:pt x="28075" y="111437"/>
                  </a:cubicBezTo>
                  <a:cubicBezTo>
                    <a:pt x="47719" y="111437"/>
                    <a:pt x="58868" y="86886"/>
                    <a:pt x="58868" y="84607"/>
                  </a:cubicBezTo>
                  <a:cubicBezTo>
                    <a:pt x="58868" y="82327"/>
                    <a:pt x="56567" y="82327"/>
                    <a:pt x="56036" y="82327"/>
                  </a:cubicBezTo>
                  <a:cubicBezTo>
                    <a:pt x="53913" y="82327"/>
                    <a:pt x="53736" y="82678"/>
                    <a:pt x="52320" y="85659"/>
                  </a:cubicBezTo>
                  <a:cubicBezTo>
                    <a:pt x="47365" y="96707"/>
                    <a:pt x="38339" y="106527"/>
                    <a:pt x="28606" y="106527"/>
                  </a:cubicBezTo>
                  <a:cubicBezTo>
                    <a:pt x="24890" y="106527"/>
                    <a:pt x="22412" y="104248"/>
                    <a:pt x="22412" y="97934"/>
                  </a:cubicBezTo>
                  <a:cubicBezTo>
                    <a:pt x="22412" y="96181"/>
                    <a:pt x="23120" y="92498"/>
                    <a:pt x="23474" y="90744"/>
                  </a:cubicBezTo>
                  <a:lnTo>
                    <a:pt x="36216" y="40415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D2553E76-4234-7BE7-8D89-F7396B6CD48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3958017" y="6708178"/>
              <a:ext cx="168120" cy="58621"/>
            </a:xfrm>
            <a:custGeom>
              <a:avLst/>
              <a:gdLst>
                <a:gd name="csX0" fmla="*/ 159645 w 168120"/>
                <a:gd name="csY0" fmla="*/ 10100 h 58621"/>
                <a:gd name="csX1" fmla="*/ 168241 w 168120"/>
                <a:gd name="csY1" fmla="*/ 5090 h 58621"/>
                <a:gd name="csX2" fmla="*/ 159898 w 168120"/>
                <a:gd name="csY2" fmla="*/ 80 h 58621"/>
                <a:gd name="csX3" fmla="*/ 8463 w 168120"/>
                <a:gd name="csY3" fmla="*/ 80 h 58621"/>
                <a:gd name="csX4" fmla="*/ 121 w 168120"/>
                <a:gd name="csY4" fmla="*/ 5090 h 58621"/>
                <a:gd name="csX5" fmla="*/ 8716 w 168120"/>
                <a:gd name="csY5" fmla="*/ 10100 h 58621"/>
                <a:gd name="csX6" fmla="*/ 159645 w 168120"/>
                <a:gd name="csY6" fmla="*/ 10100 h 58621"/>
                <a:gd name="csX7" fmla="*/ 159898 w 168120"/>
                <a:gd name="csY7" fmla="*/ 58701 h 58621"/>
                <a:gd name="csX8" fmla="*/ 168241 w 168120"/>
                <a:gd name="csY8" fmla="*/ 53691 h 58621"/>
                <a:gd name="csX9" fmla="*/ 159645 w 168120"/>
                <a:gd name="csY9" fmla="*/ 48681 h 58621"/>
                <a:gd name="csX10" fmla="*/ 8716 w 168120"/>
                <a:gd name="csY10" fmla="*/ 48681 h 58621"/>
                <a:gd name="csX11" fmla="*/ 121 w 168120"/>
                <a:gd name="csY11" fmla="*/ 53691 h 58621"/>
                <a:gd name="csX12" fmla="*/ 8463 w 168120"/>
                <a:gd name="csY12" fmla="*/ 58701 h 58621"/>
                <a:gd name="csX13" fmla="*/ 159898 w 168120"/>
                <a:gd name="csY13" fmla="*/ 58701 h 58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8120" h="58621">
                  <a:moveTo>
                    <a:pt x="159645" y="10100"/>
                  </a:moveTo>
                  <a:cubicBezTo>
                    <a:pt x="163437" y="10100"/>
                    <a:pt x="168241" y="10100"/>
                    <a:pt x="168241" y="5090"/>
                  </a:cubicBezTo>
                  <a:cubicBezTo>
                    <a:pt x="168241" y="80"/>
                    <a:pt x="163437" y="80"/>
                    <a:pt x="159898" y="80"/>
                  </a:cubicBezTo>
                  <a:lnTo>
                    <a:pt x="8463" y="80"/>
                  </a:lnTo>
                  <a:cubicBezTo>
                    <a:pt x="4924" y="80"/>
                    <a:pt x="121" y="80"/>
                    <a:pt x="121" y="5090"/>
                  </a:cubicBezTo>
                  <a:cubicBezTo>
                    <a:pt x="121" y="10100"/>
                    <a:pt x="4924" y="10100"/>
                    <a:pt x="8716" y="10100"/>
                  </a:cubicBezTo>
                  <a:lnTo>
                    <a:pt x="159645" y="10100"/>
                  </a:lnTo>
                  <a:close/>
                  <a:moveTo>
                    <a:pt x="159898" y="58701"/>
                  </a:moveTo>
                  <a:cubicBezTo>
                    <a:pt x="163437" y="58701"/>
                    <a:pt x="168241" y="58701"/>
                    <a:pt x="168241" y="53691"/>
                  </a:cubicBezTo>
                  <a:cubicBezTo>
                    <a:pt x="168241" y="48681"/>
                    <a:pt x="163437" y="48681"/>
                    <a:pt x="159645" y="48681"/>
                  </a:cubicBezTo>
                  <a:lnTo>
                    <a:pt x="8716" y="48681"/>
                  </a:lnTo>
                  <a:cubicBezTo>
                    <a:pt x="4924" y="48681"/>
                    <a:pt x="121" y="48681"/>
                    <a:pt x="121" y="53691"/>
                  </a:cubicBezTo>
                  <a:cubicBezTo>
                    <a:pt x="121" y="58701"/>
                    <a:pt x="4924" y="58701"/>
                    <a:pt x="8463" y="58701"/>
                  </a:cubicBezTo>
                  <a:lnTo>
                    <a:pt x="159898" y="58701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BCBA0DE-C1F7-C809-1206-799FAA98A30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291776" y="6463793"/>
              <a:ext cx="83428" cy="166846"/>
            </a:xfrm>
            <a:custGeom>
              <a:avLst/>
              <a:gdLst>
                <a:gd name="csX0" fmla="*/ 51960 w 83428"/>
                <a:gd name="csY0" fmla="*/ 6586 h 166846"/>
                <a:gd name="csX1" fmla="*/ 46145 w 83428"/>
                <a:gd name="csY1" fmla="*/ 73 h 166846"/>
                <a:gd name="csX2" fmla="*/ 133 w 83428"/>
                <a:gd name="csY2" fmla="*/ 16106 h 166846"/>
                <a:gd name="csX3" fmla="*/ 133 w 83428"/>
                <a:gd name="csY3" fmla="*/ 23872 h 166846"/>
                <a:gd name="csX4" fmla="*/ 33252 w 83428"/>
                <a:gd name="csY4" fmla="*/ 17359 h 166846"/>
                <a:gd name="csX5" fmla="*/ 33252 w 83428"/>
                <a:gd name="csY5" fmla="*/ 147128 h 166846"/>
                <a:gd name="csX6" fmla="*/ 9740 w 83428"/>
                <a:gd name="csY6" fmla="*/ 159153 h 166846"/>
                <a:gd name="csX7" fmla="*/ 1650 w 83428"/>
                <a:gd name="csY7" fmla="*/ 159153 h 166846"/>
                <a:gd name="csX8" fmla="*/ 1650 w 83428"/>
                <a:gd name="csY8" fmla="*/ 166920 h 166846"/>
                <a:gd name="csX9" fmla="*/ 42606 w 83428"/>
                <a:gd name="csY9" fmla="*/ 166168 h 166846"/>
                <a:gd name="csX10" fmla="*/ 83561 w 83428"/>
                <a:gd name="csY10" fmla="*/ 166920 h 166846"/>
                <a:gd name="csX11" fmla="*/ 83561 w 83428"/>
                <a:gd name="csY11" fmla="*/ 159153 h 166846"/>
                <a:gd name="csX12" fmla="*/ 75471 w 83428"/>
                <a:gd name="csY12" fmla="*/ 159153 h 166846"/>
                <a:gd name="csX13" fmla="*/ 51960 w 83428"/>
                <a:gd name="csY13" fmla="*/ 147128 h 166846"/>
                <a:gd name="csX14" fmla="*/ 51960 w 83428"/>
                <a:gd name="csY14" fmla="*/ 6586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428" h="166846">
                  <a:moveTo>
                    <a:pt x="51960" y="6586"/>
                  </a:moveTo>
                  <a:cubicBezTo>
                    <a:pt x="51960" y="574"/>
                    <a:pt x="51960" y="73"/>
                    <a:pt x="46145" y="73"/>
                  </a:cubicBezTo>
                  <a:cubicBezTo>
                    <a:pt x="30471" y="16106"/>
                    <a:pt x="8223" y="16106"/>
                    <a:pt x="133" y="16106"/>
                  </a:cubicBezTo>
                  <a:lnTo>
                    <a:pt x="133" y="23872"/>
                  </a:lnTo>
                  <a:cubicBezTo>
                    <a:pt x="5190" y="23872"/>
                    <a:pt x="20106" y="23872"/>
                    <a:pt x="33252" y="17359"/>
                  </a:cubicBezTo>
                  <a:lnTo>
                    <a:pt x="33252" y="147128"/>
                  </a:lnTo>
                  <a:cubicBezTo>
                    <a:pt x="33252" y="156147"/>
                    <a:pt x="32493" y="159153"/>
                    <a:pt x="9740" y="159153"/>
                  </a:cubicBezTo>
                  <a:lnTo>
                    <a:pt x="1650" y="159153"/>
                  </a:lnTo>
                  <a:lnTo>
                    <a:pt x="1650" y="166920"/>
                  </a:lnTo>
                  <a:cubicBezTo>
                    <a:pt x="10499" y="166168"/>
                    <a:pt x="32493" y="166168"/>
                    <a:pt x="42606" y="166168"/>
                  </a:cubicBezTo>
                  <a:cubicBezTo>
                    <a:pt x="52718" y="166168"/>
                    <a:pt x="74713" y="166168"/>
                    <a:pt x="83561" y="166920"/>
                  </a:cubicBezTo>
                  <a:lnTo>
                    <a:pt x="83561" y="159153"/>
                  </a:lnTo>
                  <a:lnTo>
                    <a:pt x="75471" y="159153"/>
                  </a:lnTo>
                  <a:cubicBezTo>
                    <a:pt x="52718" y="159153"/>
                    <a:pt x="51960" y="156398"/>
                    <a:pt x="51960" y="147128"/>
                  </a:cubicBezTo>
                  <a:lnTo>
                    <a:pt x="51960" y="6586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888300F-F08F-6080-EFB9-51D19AC7A4D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241054" y="6732478"/>
              <a:ext cx="182850" cy="10020"/>
            </a:xfrm>
            <a:prstGeom prst="rect">
              <a:avLst/>
            </a:pr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6167ECCE-8F67-AAEB-48C6-772F153D992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247121" y="6802361"/>
              <a:ext cx="171912" cy="169602"/>
            </a:xfrm>
            <a:custGeom>
              <a:avLst/>
              <a:gdLst>
                <a:gd name="csX0" fmla="*/ 102016 w 171912"/>
                <a:gd name="csY0" fmla="*/ 17623 h 169602"/>
                <a:gd name="csX1" fmla="*/ 107830 w 171912"/>
                <a:gd name="csY1" fmla="*/ 8354 h 169602"/>
                <a:gd name="csX2" fmla="*/ 123757 w 171912"/>
                <a:gd name="csY2" fmla="*/ 7853 h 169602"/>
                <a:gd name="csX3" fmla="*/ 160668 w 171912"/>
                <a:gd name="csY3" fmla="*/ 28395 h 169602"/>
                <a:gd name="csX4" fmla="*/ 158646 w 171912"/>
                <a:gd name="csY4" fmla="*/ 48437 h 169602"/>
                <a:gd name="csX5" fmla="*/ 157887 w 171912"/>
                <a:gd name="csY5" fmla="*/ 53197 h 169602"/>
                <a:gd name="csX6" fmla="*/ 160921 w 171912"/>
                <a:gd name="csY6" fmla="*/ 56454 h 169602"/>
                <a:gd name="csX7" fmla="*/ 164713 w 171912"/>
                <a:gd name="csY7" fmla="*/ 50692 h 169602"/>
                <a:gd name="csX8" fmla="*/ 171539 w 171912"/>
                <a:gd name="csY8" fmla="*/ 7101 h 169602"/>
                <a:gd name="csX9" fmla="*/ 172045 w 171912"/>
                <a:gd name="csY9" fmla="*/ 2842 h 169602"/>
                <a:gd name="csX10" fmla="*/ 165219 w 171912"/>
                <a:gd name="csY10" fmla="*/ 86 h 169602"/>
                <a:gd name="csX11" fmla="*/ 24908 w 171912"/>
                <a:gd name="csY11" fmla="*/ 86 h 169602"/>
                <a:gd name="csX12" fmla="*/ 16818 w 171912"/>
                <a:gd name="csY12" fmla="*/ 5097 h 169602"/>
                <a:gd name="csX13" fmla="*/ 1649 w 171912"/>
                <a:gd name="csY13" fmla="*/ 49188 h 169602"/>
                <a:gd name="csX14" fmla="*/ 132 w 171912"/>
                <a:gd name="csY14" fmla="*/ 53698 h 169602"/>
                <a:gd name="csX15" fmla="*/ 3166 w 171912"/>
                <a:gd name="csY15" fmla="*/ 56454 h 169602"/>
                <a:gd name="csX16" fmla="*/ 7464 w 171912"/>
                <a:gd name="csY16" fmla="*/ 51193 h 169602"/>
                <a:gd name="csX17" fmla="*/ 65105 w 171912"/>
                <a:gd name="csY17" fmla="*/ 7853 h 169602"/>
                <a:gd name="csX18" fmla="*/ 74965 w 171912"/>
                <a:gd name="csY18" fmla="*/ 7853 h 169602"/>
                <a:gd name="csX19" fmla="*/ 82043 w 171912"/>
                <a:gd name="csY19" fmla="*/ 10859 h 169602"/>
                <a:gd name="csX20" fmla="*/ 81032 w 171912"/>
                <a:gd name="csY20" fmla="*/ 16120 h 169602"/>
                <a:gd name="csX21" fmla="*/ 47155 w 171912"/>
                <a:gd name="csY21" fmla="*/ 149898 h 169602"/>
                <a:gd name="csX22" fmla="*/ 17071 w 171912"/>
                <a:gd name="csY22" fmla="*/ 161923 h 169602"/>
                <a:gd name="csX23" fmla="*/ 6453 w 171912"/>
                <a:gd name="csY23" fmla="*/ 166683 h 169602"/>
                <a:gd name="csX24" fmla="*/ 10750 w 171912"/>
                <a:gd name="csY24" fmla="*/ 169689 h 169602"/>
                <a:gd name="csX25" fmla="*/ 31481 w 171912"/>
                <a:gd name="csY25" fmla="*/ 169188 h 169602"/>
                <a:gd name="csX26" fmla="*/ 52970 w 171912"/>
                <a:gd name="csY26" fmla="*/ 168937 h 169602"/>
                <a:gd name="csX27" fmla="*/ 73953 w 171912"/>
                <a:gd name="csY27" fmla="*/ 169188 h 169602"/>
                <a:gd name="csX28" fmla="*/ 95948 w 171912"/>
                <a:gd name="csY28" fmla="*/ 169689 h 169602"/>
                <a:gd name="csX29" fmla="*/ 101510 w 171912"/>
                <a:gd name="csY29" fmla="*/ 164678 h 169602"/>
                <a:gd name="csX30" fmla="*/ 92914 w 171912"/>
                <a:gd name="csY30" fmla="*/ 161923 h 169602"/>
                <a:gd name="csX31" fmla="*/ 76734 w 171912"/>
                <a:gd name="csY31" fmla="*/ 161422 h 169602"/>
                <a:gd name="csX32" fmla="*/ 67380 w 171912"/>
                <a:gd name="csY32" fmla="*/ 155910 h 169602"/>
                <a:gd name="csX33" fmla="*/ 68392 w 171912"/>
                <a:gd name="csY33" fmla="*/ 150649 h 169602"/>
                <a:gd name="csX34" fmla="*/ 102016 w 171912"/>
                <a:gd name="csY34" fmla="*/ 17623 h 169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912" h="169602">
                  <a:moveTo>
                    <a:pt x="102016" y="17623"/>
                  </a:moveTo>
                  <a:cubicBezTo>
                    <a:pt x="103785" y="10608"/>
                    <a:pt x="104797" y="9105"/>
                    <a:pt x="107830" y="8354"/>
                  </a:cubicBezTo>
                  <a:cubicBezTo>
                    <a:pt x="110106" y="7853"/>
                    <a:pt x="118448" y="7853"/>
                    <a:pt x="123757" y="7853"/>
                  </a:cubicBezTo>
                  <a:cubicBezTo>
                    <a:pt x="149292" y="7853"/>
                    <a:pt x="160668" y="8855"/>
                    <a:pt x="160668" y="28395"/>
                  </a:cubicBezTo>
                  <a:cubicBezTo>
                    <a:pt x="160668" y="32153"/>
                    <a:pt x="159657" y="41923"/>
                    <a:pt x="158646" y="48437"/>
                  </a:cubicBezTo>
                  <a:cubicBezTo>
                    <a:pt x="158393" y="49439"/>
                    <a:pt x="157887" y="52445"/>
                    <a:pt x="157887" y="53197"/>
                  </a:cubicBezTo>
                  <a:cubicBezTo>
                    <a:pt x="157887" y="54700"/>
                    <a:pt x="158646" y="56454"/>
                    <a:pt x="160921" y="56454"/>
                  </a:cubicBezTo>
                  <a:cubicBezTo>
                    <a:pt x="163702" y="56454"/>
                    <a:pt x="164207" y="54449"/>
                    <a:pt x="164713" y="50692"/>
                  </a:cubicBezTo>
                  <a:lnTo>
                    <a:pt x="171539" y="7101"/>
                  </a:lnTo>
                  <a:cubicBezTo>
                    <a:pt x="171792" y="6099"/>
                    <a:pt x="172045" y="3594"/>
                    <a:pt x="172045" y="2842"/>
                  </a:cubicBezTo>
                  <a:cubicBezTo>
                    <a:pt x="172045" y="86"/>
                    <a:pt x="169517" y="86"/>
                    <a:pt x="165219" y="86"/>
                  </a:cubicBezTo>
                  <a:lnTo>
                    <a:pt x="24908" y="86"/>
                  </a:lnTo>
                  <a:cubicBezTo>
                    <a:pt x="18840" y="86"/>
                    <a:pt x="18588" y="337"/>
                    <a:pt x="16818" y="5097"/>
                  </a:cubicBezTo>
                  <a:lnTo>
                    <a:pt x="1649" y="49188"/>
                  </a:lnTo>
                  <a:cubicBezTo>
                    <a:pt x="1396" y="49690"/>
                    <a:pt x="132" y="53197"/>
                    <a:pt x="132" y="53698"/>
                  </a:cubicBezTo>
                  <a:cubicBezTo>
                    <a:pt x="132" y="55201"/>
                    <a:pt x="1396" y="56454"/>
                    <a:pt x="3166" y="56454"/>
                  </a:cubicBezTo>
                  <a:cubicBezTo>
                    <a:pt x="5694" y="56454"/>
                    <a:pt x="5947" y="55201"/>
                    <a:pt x="7464" y="51193"/>
                  </a:cubicBezTo>
                  <a:cubicBezTo>
                    <a:pt x="21116" y="12362"/>
                    <a:pt x="27689" y="7853"/>
                    <a:pt x="65105" y="7853"/>
                  </a:cubicBezTo>
                  <a:lnTo>
                    <a:pt x="74965" y="7853"/>
                  </a:lnTo>
                  <a:cubicBezTo>
                    <a:pt x="82043" y="7853"/>
                    <a:pt x="82043" y="8855"/>
                    <a:pt x="82043" y="10859"/>
                  </a:cubicBezTo>
                  <a:cubicBezTo>
                    <a:pt x="82043" y="12362"/>
                    <a:pt x="81285" y="15368"/>
                    <a:pt x="81032" y="16120"/>
                  </a:cubicBezTo>
                  <a:lnTo>
                    <a:pt x="47155" y="149898"/>
                  </a:lnTo>
                  <a:cubicBezTo>
                    <a:pt x="44880" y="159167"/>
                    <a:pt x="44122" y="161923"/>
                    <a:pt x="17071" y="161923"/>
                  </a:cubicBezTo>
                  <a:cubicBezTo>
                    <a:pt x="7969" y="161923"/>
                    <a:pt x="6453" y="161923"/>
                    <a:pt x="6453" y="166683"/>
                  </a:cubicBezTo>
                  <a:cubicBezTo>
                    <a:pt x="6453" y="169689"/>
                    <a:pt x="9233" y="169689"/>
                    <a:pt x="10750" y="169689"/>
                  </a:cubicBezTo>
                  <a:cubicBezTo>
                    <a:pt x="17576" y="169689"/>
                    <a:pt x="24655" y="169188"/>
                    <a:pt x="31481" y="169188"/>
                  </a:cubicBezTo>
                  <a:cubicBezTo>
                    <a:pt x="38560" y="169188"/>
                    <a:pt x="45891" y="168937"/>
                    <a:pt x="52970" y="168937"/>
                  </a:cubicBezTo>
                  <a:cubicBezTo>
                    <a:pt x="60049" y="168937"/>
                    <a:pt x="67128" y="169188"/>
                    <a:pt x="73953" y="169188"/>
                  </a:cubicBezTo>
                  <a:cubicBezTo>
                    <a:pt x="81285" y="169188"/>
                    <a:pt x="88869" y="169689"/>
                    <a:pt x="95948" y="169689"/>
                  </a:cubicBezTo>
                  <a:cubicBezTo>
                    <a:pt x="98476" y="169689"/>
                    <a:pt x="101510" y="169689"/>
                    <a:pt x="101510" y="164678"/>
                  </a:cubicBezTo>
                  <a:cubicBezTo>
                    <a:pt x="101510" y="161923"/>
                    <a:pt x="99487" y="161923"/>
                    <a:pt x="92914" y="161923"/>
                  </a:cubicBezTo>
                  <a:cubicBezTo>
                    <a:pt x="86594" y="161923"/>
                    <a:pt x="83308" y="161923"/>
                    <a:pt x="76734" y="161422"/>
                  </a:cubicBezTo>
                  <a:cubicBezTo>
                    <a:pt x="69403" y="160670"/>
                    <a:pt x="67380" y="159919"/>
                    <a:pt x="67380" y="155910"/>
                  </a:cubicBezTo>
                  <a:cubicBezTo>
                    <a:pt x="67380" y="155660"/>
                    <a:pt x="67380" y="154407"/>
                    <a:pt x="68392" y="150649"/>
                  </a:cubicBezTo>
                  <a:lnTo>
                    <a:pt x="102016" y="17623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DEB72DE6-B351-11F4-41CB-FE272B0050B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510533" y="6459130"/>
              <a:ext cx="224244" cy="556656"/>
            </a:xfrm>
            <a:custGeom>
              <a:avLst/>
              <a:gdLst>
                <a:gd name="csX0" fmla="*/ 12277 w 224244"/>
                <a:gd name="csY0" fmla="*/ 545449 h 556656"/>
                <a:gd name="csX1" fmla="*/ 24665 w 224244"/>
                <a:gd name="csY1" fmla="*/ 533174 h 556656"/>
                <a:gd name="csX2" fmla="*/ 12530 w 224244"/>
                <a:gd name="csY2" fmla="*/ 520898 h 556656"/>
                <a:gd name="csX3" fmla="*/ 142 w 224244"/>
                <a:gd name="csY3" fmla="*/ 533424 h 556656"/>
                <a:gd name="csX4" fmla="*/ 28204 w 224244"/>
                <a:gd name="csY4" fmla="*/ 556723 h 556656"/>
                <a:gd name="csX5" fmla="*/ 98992 w 224244"/>
                <a:gd name="csY5" fmla="*/ 425450 h 556656"/>
                <a:gd name="csX6" fmla="*/ 148543 w 224244"/>
                <a:gd name="csY6" fmla="*/ 185952 h 556656"/>
                <a:gd name="csX7" fmla="*/ 175847 w 224244"/>
                <a:gd name="csY7" fmla="*/ 50170 h 556656"/>
                <a:gd name="csX8" fmla="*/ 197336 w 224244"/>
                <a:gd name="csY8" fmla="*/ 5578 h 556656"/>
                <a:gd name="csX9" fmla="*/ 212505 w 224244"/>
                <a:gd name="csY9" fmla="*/ 11339 h 556656"/>
                <a:gd name="csX10" fmla="*/ 199864 w 224244"/>
                <a:gd name="csY10" fmla="*/ 23615 h 556656"/>
                <a:gd name="csX11" fmla="*/ 211999 w 224244"/>
                <a:gd name="csY11" fmla="*/ 35891 h 556656"/>
                <a:gd name="csX12" fmla="*/ 224387 w 224244"/>
                <a:gd name="csY12" fmla="*/ 23364 h 556656"/>
                <a:gd name="csX13" fmla="*/ 196830 w 224244"/>
                <a:gd name="csY13" fmla="*/ 66 h 556656"/>
                <a:gd name="csX14" fmla="*/ 149554 w 224244"/>
                <a:gd name="csY14" fmla="*/ 78479 h 556656"/>
                <a:gd name="csX15" fmla="*/ 86604 w 224244"/>
                <a:gd name="csY15" fmla="*/ 370836 h 556656"/>
                <a:gd name="csX16" fmla="*/ 64357 w 224244"/>
                <a:gd name="csY16" fmla="*/ 485825 h 556656"/>
                <a:gd name="csX17" fmla="*/ 27699 w 224244"/>
                <a:gd name="csY17" fmla="*/ 551211 h 556656"/>
                <a:gd name="csX18" fmla="*/ 12277 w 224244"/>
                <a:gd name="csY18" fmla="*/ 545449 h 55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24244" h="556656">
                  <a:moveTo>
                    <a:pt x="12277" y="545449"/>
                  </a:moveTo>
                  <a:cubicBezTo>
                    <a:pt x="20367" y="544948"/>
                    <a:pt x="24665" y="539437"/>
                    <a:pt x="24665" y="533174"/>
                  </a:cubicBezTo>
                  <a:cubicBezTo>
                    <a:pt x="24665" y="524907"/>
                    <a:pt x="18345" y="520898"/>
                    <a:pt x="12530" y="520898"/>
                  </a:cubicBezTo>
                  <a:cubicBezTo>
                    <a:pt x="6463" y="520898"/>
                    <a:pt x="142" y="524656"/>
                    <a:pt x="142" y="533424"/>
                  </a:cubicBezTo>
                  <a:cubicBezTo>
                    <a:pt x="142" y="546201"/>
                    <a:pt x="12783" y="556723"/>
                    <a:pt x="28204" y="556723"/>
                  </a:cubicBezTo>
                  <a:cubicBezTo>
                    <a:pt x="66632" y="556723"/>
                    <a:pt x="81042" y="498101"/>
                    <a:pt x="98992" y="425450"/>
                  </a:cubicBezTo>
                  <a:cubicBezTo>
                    <a:pt x="118458" y="346285"/>
                    <a:pt x="134891" y="266369"/>
                    <a:pt x="148543" y="185952"/>
                  </a:cubicBezTo>
                  <a:cubicBezTo>
                    <a:pt x="157897" y="132591"/>
                    <a:pt x="167251" y="82487"/>
                    <a:pt x="175847" y="50170"/>
                  </a:cubicBezTo>
                  <a:cubicBezTo>
                    <a:pt x="178881" y="37895"/>
                    <a:pt x="187476" y="5578"/>
                    <a:pt x="197336" y="5578"/>
                  </a:cubicBezTo>
                  <a:cubicBezTo>
                    <a:pt x="205173" y="5578"/>
                    <a:pt x="211493" y="10337"/>
                    <a:pt x="212505" y="11339"/>
                  </a:cubicBezTo>
                  <a:cubicBezTo>
                    <a:pt x="204162" y="11841"/>
                    <a:pt x="199864" y="17352"/>
                    <a:pt x="199864" y="23615"/>
                  </a:cubicBezTo>
                  <a:cubicBezTo>
                    <a:pt x="199864" y="31882"/>
                    <a:pt x="206184" y="35891"/>
                    <a:pt x="211999" y="35891"/>
                  </a:cubicBezTo>
                  <a:cubicBezTo>
                    <a:pt x="218067" y="35891"/>
                    <a:pt x="224387" y="32133"/>
                    <a:pt x="224387" y="23364"/>
                  </a:cubicBezTo>
                  <a:cubicBezTo>
                    <a:pt x="224387" y="9836"/>
                    <a:pt x="210735" y="66"/>
                    <a:pt x="196830" y="66"/>
                  </a:cubicBezTo>
                  <a:cubicBezTo>
                    <a:pt x="177617" y="66"/>
                    <a:pt x="163459" y="27373"/>
                    <a:pt x="149554" y="78479"/>
                  </a:cubicBezTo>
                  <a:cubicBezTo>
                    <a:pt x="148796" y="81235"/>
                    <a:pt x="114413" y="206996"/>
                    <a:pt x="86604" y="370836"/>
                  </a:cubicBezTo>
                  <a:cubicBezTo>
                    <a:pt x="80031" y="409166"/>
                    <a:pt x="72699" y="451003"/>
                    <a:pt x="64357" y="485825"/>
                  </a:cubicBezTo>
                  <a:cubicBezTo>
                    <a:pt x="59806" y="504113"/>
                    <a:pt x="48177" y="551211"/>
                    <a:pt x="27699" y="551211"/>
                  </a:cubicBezTo>
                  <a:cubicBezTo>
                    <a:pt x="18598" y="551211"/>
                    <a:pt x="12530" y="545449"/>
                    <a:pt x="12277" y="545449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28F937F2-075B-85EF-0A45-F82B00AAC4C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756798" y="6402517"/>
              <a:ext cx="132195" cy="118546"/>
            </a:xfrm>
            <a:custGeom>
              <a:avLst/>
              <a:gdLst>
                <a:gd name="csX0" fmla="*/ 78549 w 132195"/>
                <a:gd name="csY0" fmla="*/ 12519 h 118546"/>
                <a:gd name="csX1" fmla="*/ 84035 w 132195"/>
                <a:gd name="csY1" fmla="*/ 6557 h 118546"/>
                <a:gd name="csX2" fmla="*/ 94654 w 132195"/>
                <a:gd name="csY2" fmla="*/ 6382 h 118546"/>
                <a:gd name="csX3" fmla="*/ 114474 w 132195"/>
                <a:gd name="csY3" fmla="*/ 7785 h 118546"/>
                <a:gd name="csX4" fmla="*/ 122792 w 132195"/>
                <a:gd name="csY4" fmla="*/ 21638 h 118546"/>
                <a:gd name="csX5" fmla="*/ 121553 w 132195"/>
                <a:gd name="csY5" fmla="*/ 35843 h 118546"/>
                <a:gd name="csX6" fmla="*/ 121199 w 132195"/>
                <a:gd name="csY6" fmla="*/ 37772 h 118546"/>
                <a:gd name="csX7" fmla="*/ 124207 w 132195"/>
                <a:gd name="csY7" fmla="*/ 40402 h 118546"/>
                <a:gd name="csX8" fmla="*/ 127570 w 132195"/>
                <a:gd name="csY8" fmla="*/ 36018 h 118546"/>
                <a:gd name="csX9" fmla="*/ 132348 w 132195"/>
                <a:gd name="csY9" fmla="*/ 2524 h 118546"/>
                <a:gd name="csX10" fmla="*/ 127039 w 132195"/>
                <a:gd name="csY10" fmla="*/ 69 h 118546"/>
                <a:gd name="csX11" fmla="*/ 18203 w 132195"/>
                <a:gd name="csY11" fmla="*/ 69 h 118546"/>
                <a:gd name="csX12" fmla="*/ 12186 w 132195"/>
                <a:gd name="csY12" fmla="*/ 3751 h 118546"/>
                <a:gd name="csX13" fmla="*/ 1037 w 132195"/>
                <a:gd name="csY13" fmla="*/ 34791 h 118546"/>
                <a:gd name="csX14" fmla="*/ 152 w 132195"/>
                <a:gd name="csY14" fmla="*/ 37947 h 118546"/>
                <a:gd name="csX15" fmla="*/ 3161 w 132195"/>
                <a:gd name="csY15" fmla="*/ 40402 h 118546"/>
                <a:gd name="csX16" fmla="*/ 6877 w 132195"/>
                <a:gd name="csY16" fmla="*/ 36194 h 118546"/>
                <a:gd name="csX17" fmla="*/ 49880 w 132195"/>
                <a:gd name="csY17" fmla="*/ 6382 h 118546"/>
                <a:gd name="csX18" fmla="*/ 57313 w 132195"/>
                <a:gd name="csY18" fmla="*/ 6382 h 118546"/>
                <a:gd name="csX19" fmla="*/ 62799 w 132195"/>
                <a:gd name="csY19" fmla="*/ 8135 h 118546"/>
                <a:gd name="csX20" fmla="*/ 62091 w 132195"/>
                <a:gd name="csY20" fmla="*/ 11818 h 118546"/>
                <a:gd name="csX21" fmla="*/ 38731 w 132195"/>
                <a:gd name="csY21" fmla="*/ 104060 h 118546"/>
                <a:gd name="csX22" fmla="*/ 18026 w 132195"/>
                <a:gd name="csY22" fmla="*/ 112302 h 118546"/>
                <a:gd name="csX23" fmla="*/ 10063 w 132195"/>
                <a:gd name="csY23" fmla="*/ 116160 h 118546"/>
                <a:gd name="csX24" fmla="*/ 13071 w 132195"/>
                <a:gd name="csY24" fmla="*/ 118615 h 118546"/>
                <a:gd name="csX25" fmla="*/ 28290 w 132195"/>
                <a:gd name="csY25" fmla="*/ 118089 h 118546"/>
                <a:gd name="csX26" fmla="*/ 43510 w 132195"/>
                <a:gd name="csY26" fmla="*/ 117913 h 118546"/>
                <a:gd name="csX27" fmla="*/ 59437 w 132195"/>
                <a:gd name="csY27" fmla="*/ 118089 h 118546"/>
                <a:gd name="csX28" fmla="*/ 74302 w 132195"/>
                <a:gd name="csY28" fmla="*/ 118615 h 118546"/>
                <a:gd name="csX29" fmla="*/ 78372 w 132195"/>
                <a:gd name="csY29" fmla="*/ 114757 h 118546"/>
                <a:gd name="csX30" fmla="*/ 71117 w 132195"/>
                <a:gd name="csY30" fmla="*/ 112302 h 118546"/>
                <a:gd name="csX31" fmla="*/ 60853 w 132195"/>
                <a:gd name="csY31" fmla="*/ 111951 h 118546"/>
                <a:gd name="csX32" fmla="*/ 54482 w 132195"/>
                <a:gd name="csY32" fmla="*/ 108619 h 118546"/>
                <a:gd name="csX33" fmla="*/ 55190 w 132195"/>
                <a:gd name="csY33" fmla="*/ 104586 h 118546"/>
                <a:gd name="csX34" fmla="*/ 78549 w 132195"/>
                <a:gd name="csY34" fmla="*/ 12519 h 118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32195" h="118546">
                  <a:moveTo>
                    <a:pt x="78549" y="12519"/>
                  </a:moveTo>
                  <a:cubicBezTo>
                    <a:pt x="79788" y="7434"/>
                    <a:pt x="80142" y="6908"/>
                    <a:pt x="84035" y="6557"/>
                  </a:cubicBezTo>
                  <a:cubicBezTo>
                    <a:pt x="84920" y="6382"/>
                    <a:pt x="91114" y="6382"/>
                    <a:pt x="94654" y="6382"/>
                  </a:cubicBezTo>
                  <a:cubicBezTo>
                    <a:pt x="105449" y="6382"/>
                    <a:pt x="110050" y="6382"/>
                    <a:pt x="114474" y="7785"/>
                  </a:cubicBezTo>
                  <a:cubicBezTo>
                    <a:pt x="122438" y="10240"/>
                    <a:pt x="122792" y="15325"/>
                    <a:pt x="122792" y="21638"/>
                  </a:cubicBezTo>
                  <a:cubicBezTo>
                    <a:pt x="122792" y="24444"/>
                    <a:pt x="122792" y="26724"/>
                    <a:pt x="121553" y="35843"/>
                  </a:cubicBezTo>
                  <a:lnTo>
                    <a:pt x="121199" y="37772"/>
                  </a:lnTo>
                  <a:cubicBezTo>
                    <a:pt x="121199" y="39526"/>
                    <a:pt x="122438" y="40402"/>
                    <a:pt x="124207" y="40402"/>
                  </a:cubicBezTo>
                  <a:cubicBezTo>
                    <a:pt x="126862" y="40402"/>
                    <a:pt x="127216" y="38824"/>
                    <a:pt x="127570" y="36018"/>
                  </a:cubicBezTo>
                  <a:lnTo>
                    <a:pt x="132348" y="2524"/>
                  </a:lnTo>
                  <a:cubicBezTo>
                    <a:pt x="132348" y="69"/>
                    <a:pt x="130224" y="69"/>
                    <a:pt x="127039" y="69"/>
                  </a:cubicBezTo>
                  <a:lnTo>
                    <a:pt x="18203" y="69"/>
                  </a:lnTo>
                  <a:cubicBezTo>
                    <a:pt x="13779" y="69"/>
                    <a:pt x="13425" y="69"/>
                    <a:pt x="12186" y="3751"/>
                  </a:cubicBezTo>
                  <a:lnTo>
                    <a:pt x="1037" y="34791"/>
                  </a:lnTo>
                  <a:cubicBezTo>
                    <a:pt x="860" y="35492"/>
                    <a:pt x="152" y="37070"/>
                    <a:pt x="152" y="37947"/>
                  </a:cubicBezTo>
                  <a:cubicBezTo>
                    <a:pt x="152" y="38649"/>
                    <a:pt x="506" y="40402"/>
                    <a:pt x="3161" y="40402"/>
                  </a:cubicBezTo>
                  <a:cubicBezTo>
                    <a:pt x="5461" y="40402"/>
                    <a:pt x="5815" y="39526"/>
                    <a:pt x="6877" y="36194"/>
                  </a:cubicBezTo>
                  <a:cubicBezTo>
                    <a:pt x="17141" y="8135"/>
                    <a:pt x="22981" y="6382"/>
                    <a:pt x="49880" y="6382"/>
                  </a:cubicBezTo>
                  <a:lnTo>
                    <a:pt x="57313" y="6382"/>
                  </a:lnTo>
                  <a:cubicBezTo>
                    <a:pt x="62622" y="6382"/>
                    <a:pt x="62799" y="6557"/>
                    <a:pt x="62799" y="8135"/>
                  </a:cubicBezTo>
                  <a:cubicBezTo>
                    <a:pt x="62799" y="8311"/>
                    <a:pt x="62799" y="9187"/>
                    <a:pt x="62091" y="11818"/>
                  </a:cubicBezTo>
                  <a:lnTo>
                    <a:pt x="38731" y="104060"/>
                  </a:lnTo>
                  <a:cubicBezTo>
                    <a:pt x="37139" y="110548"/>
                    <a:pt x="36608" y="112302"/>
                    <a:pt x="18026" y="112302"/>
                  </a:cubicBezTo>
                  <a:cubicBezTo>
                    <a:pt x="11655" y="112302"/>
                    <a:pt x="10063" y="112302"/>
                    <a:pt x="10063" y="116160"/>
                  </a:cubicBezTo>
                  <a:cubicBezTo>
                    <a:pt x="10063" y="116686"/>
                    <a:pt x="10416" y="118615"/>
                    <a:pt x="13071" y="118615"/>
                  </a:cubicBezTo>
                  <a:cubicBezTo>
                    <a:pt x="18026" y="118615"/>
                    <a:pt x="23335" y="118089"/>
                    <a:pt x="28290" y="118089"/>
                  </a:cubicBezTo>
                  <a:cubicBezTo>
                    <a:pt x="33245" y="118089"/>
                    <a:pt x="38554" y="117913"/>
                    <a:pt x="43510" y="117913"/>
                  </a:cubicBezTo>
                  <a:cubicBezTo>
                    <a:pt x="48465" y="117913"/>
                    <a:pt x="54482" y="117913"/>
                    <a:pt x="59437" y="118089"/>
                  </a:cubicBezTo>
                  <a:cubicBezTo>
                    <a:pt x="64215" y="118264"/>
                    <a:pt x="69524" y="118615"/>
                    <a:pt x="74302" y="118615"/>
                  </a:cubicBezTo>
                  <a:cubicBezTo>
                    <a:pt x="75718" y="118615"/>
                    <a:pt x="78372" y="118615"/>
                    <a:pt x="78372" y="114757"/>
                  </a:cubicBezTo>
                  <a:cubicBezTo>
                    <a:pt x="78372" y="112302"/>
                    <a:pt x="76603" y="112302"/>
                    <a:pt x="71117" y="112302"/>
                  </a:cubicBezTo>
                  <a:cubicBezTo>
                    <a:pt x="67754" y="112302"/>
                    <a:pt x="64215" y="112126"/>
                    <a:pt x="60853" y="111951"/>
                  </a:cubicBezTo>
                  <a:cubicBezTo>
                    <a:pt x="54836" y="111425"/>
                    <a:pt x="54482" y="110723"/>
                    <a:pt x="54482" y="108619"/>
                  </a:cubicBezTo>
                  <a:cubicBezTo>
                    <a:pt x="54482" y="107392"/>
                    <a:pt x="54482" y="107041"/>
                    <a:pt x="55190" y="104586"/>
                  </a:cubicBezTo>
                  <a:lnTo>
                    <a:pt x="78549" y="12519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D579F1D5-6B17-BA12-57D6-ED01CDE4E8F1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646030" y="6911932"/>
              <a:ext cx="82113" cy="119949"/>
            </a:xfrm>
            <a:custGeom>
              <a:avLst/>
              <a:gdLst>
                <a:gd name="csX0" fmla="*/ 82261 w 82113"/>
                <a:gd name="csY0" fmla="*/ 60589 h 119949"/>
                <a:gd name="csX1" fmla="*/ 71820 w 82113"/>
                <a:gd name="csY1" fmla="*/ 15170 h 119949"/>
                <a:gd name="csX2" fmla="*/ 41205 w 82113"/>
                <a:gd name="csY2" fmla="*/ 89 h 119949"/>
                <a:gd name="csX3" fmla="*/ 148 w 82113"/>
                <a:gd name="csY3" fmla="*/ 60589 h 119949"/>
                <a:gd name="csX4" fmla="*/ 41205 w 82113"/>
                <a:gd name="csY4" fmla="*/ 120038 h 119949"/>
                <a:gd name="csX5" fmla="*/ 82261 w 82113"/>
                <a:gd name="csY5" fmla="*/ 60589 h 119949"/>
                <a:gd name="csX6" fmla="*/ 41205 w 82113"/>
                <a:gd name="csY6" fmla="*/ 115128 h 119949"/>
                <a:gd name="csX7" fmla="*/ 18730 w 82113"/>
                <a:gd name="csY7" fmla="*/ 96013 h 119949"/>
                <a:gd name="csX8" fmla="*/ 16252 w 82113"/>
                <a:gd name="csY8" fmla="*/ 58310 h 119949"/>
                <a:gd name="csX9" fmla="*/ 18907 w 82113"/>
                <a:gd name="csY9" fmla="*/ 22535 h 119949"/>
                <a:gd name="csX10" fmla="*/ 41205 w 82113"/>
                <a:gd name="csY10" fmla="*/ 4999 h 119949"/>
                <a:gd name="csX11" fmla="*/ 63149 w 82113"/>
                <a:gd name="csY11" fmla="*/ 20957 h 119949"/>
                <a:gd name="csX12" fmla="*/ 66157 w 82113"/>
                <a:gd name="csY12" fmla="*/ 58310 h 119949"/>
                <a:gd name="csX13" fmla="*/ 63857 w 82113"/>
                <a:gd name="csY13" fmla="*/ 95312 h 119949"/>
                <a:gd name="csX14" fmla="*/ 41205 w 82113"/>
                <a:gd name="csY14" fmla="*/ 115128 h 119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2113" h="119949">
                  <a:moveTo>
                    <a:pt x="82261" y="60589"/>
                  </a:moveTo>
                  <a:cubicBezTo>
                    <a:pt x="82261" y="41299"/>
                    <a:pt x="79961" y="27446"/>
                    <a:pt x="71820" y="15170"/>
                  </a:cubicBezTo>
                  <a:cubicBezTo>
                    <a:pt x="66334" y="7103"/>
                    <a:pt x="55362" y="89"/>
                    <a:pt x="41205" y="89"/>
                  </a:cubicBezTo>
                  <a:cubicBezTo>
                    <a:pt x="148" y="89"/>
                    <a:pt x="148" y="47963"/>
                    <a:pt x="148" y="60589"/>
                  </a:cubicBezTo>
                  <a:cubicBezTo>
                    <a:pt x="148" y="73216"/>
                    <a:pt x="148" y="120038"/>
                    <a:pt x="41205" y="120038"/>
                  </a:cubicBezTo>
                  <a:cubicBezTo>
                    <a:pt x="82261" y="120038"/>
                    <a:pt x="82261" y="73216"/>
                    <a:pt x="82261" y="60589"/>
                  </a:cubicBezTo>
                  <a:close/>
                  <a:moveTo>
                    <a:pt x="41205" y="115128"/>
                  </a:moveTo>
                  <a:cubicBezTo>
                    <a:pt x="33064" y="115128"/>
                    <a:pt x="22269" y="110393"/>
                    <a:pt x="18730" y="96013"/>
                  </a:cubicBezTo>
                  <a:cubicBezTo>
                    <a:pt x="16252" y="85667"/>
                    <a:pt x="16252" y="71287"/>
                    <a:pt x="16252" y="58310"/>
                  </a:cubicBezTo>
                  <a:cubicBezTo>
                    <a:pt x="16252" y="45508"/>
                    <a:pt x="16252" y="32180"/>
                    <a:pt x="18907" y="22535"/>
                  </a:cubicBezTo>
                  <a:cubicBezTo>
                    <a:pt x="22623" y="8682"/>
                    <a:pt x="33949" y="4999"/>
                    <a:pt x="41205" y="4999"/>
                  </a:cubicBezTo>
                  <a:cubicBezTo>
                    <a:pt x="50761" y="4999"/>
                    <a:pt x="59963" y="10786"/>
                    <a:pt x="63149" y="20957"/>
                  </a:cubicBezTo>
                  <a:cubicBezTo>
                    <a:pt x="65980" y="30427"/>
                    <a:pt x="66157" y="43053"/>
                    <a:pt x="66157" y="58310"/>
                  </a:cubicBezTo>
                  <a:cubicBezTo>
                    <a:pt x="66157" y="71287"/>
                    <a:pt x="66157" y="84264"/>
                    <a:pt x="63857" y="95312"/>
                  </a:cubicBezTo>
                  <a:cubicBezTo>
                    <a:pt x="60317" y="111270"/>
                    <a:pt x="48283" y="115128"/>
                    <a:pt x="41205" y="115128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C80A9E08-245A-86D0-9EF0-5A9736784A0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959181" y="6629013"/>
              <a:ext cx="117052" cy="171105"/>
            </a:xfrm>
            <a:custGeom>
              <a:avLst/>
              <a:gdLst>
                <a:gd name="csX0" fmla="*/ 86116 w 117052"/>
                <a:gd name="csY0" fmla="*/ 19370 h 171105"/>
                <a:gd name="csX1" fmla="*/ 109122 w 117052"/>
                <a:gd name="csY1" fmla="*/ 7846 h 171105"/>
                <a:gd name="csX2" fmla="*/ 117212 w 117052"/>
                <a:gd name="csY2" fmla="*/ 3086 h 171105"/>
                <a:gd name="csX3" fmla="*/ 113420 w 117052"/>
                <a:gd name="csY3" fmla="*/ 80 h 171105"/>
                <a:gd name="csX4" fmla="*/ 80049 w 117052"/>
                <a:gd name="csY4" fmla="*/ 831 h 171105"/>
                <a:gd name="csX5" fmla="*/ 46425 w 117052"/>
                <a:gd name="csY5" fmla="*/ 80 h 171105"/>
                <a:gd name="csX6" fmla="*/ 41369 w 117052"/>
                <a:gd name="csY6" fmla="*/ 5090 h 171105"/>
                <a:gd name="csX7" fmla="*/ 48447 w 117052"/>
                <a:gd name="csY7" fmla="*/ 7846 h 171105"/>
                <a:gd name="csX8" fmla="*/ 65891 w 117052"/>
                <a:gd name="csY8" fmla="*/ 12606 h 171105"/>
                <a:gd name="csX9" fmla="*/ 65386 w 117052"/>
                <a:gd name="csY9" fmla="*/ 16614 h 171105"/>
                <a:gd name="csX10" fmla="*/ 31256 w 117052"/>
                <a:gd name="csY10" fmla="*/ 151645 h 171105"/>
                <a:gd name="csX11" fmla="*/ 8250 w 117052"/>
                <a:gd name="csY11" fmla="*/ 163419 h 171105"/>
                <a:gd name="csX12" fmla="*/ 160 w 117052"/>
                <a:gd name="csY12" fmla="*/ 168429 h 171105"/>
                <a:gd name="csX13" fmla="*/ 3952 w 117052"/>
                <a:gd name="csY13" fmla="*/ 171185 h 171105"/>
                <a:gd name="csX14" fmla="*/ 37071 w 117052"/>
                <a:gd name="csY14" fmla="*/ 170434 h 171105"/>
                <a:gd name="csX15" fmla="*/ 70948 w 117052"/>
                <a:gd name="csY15" fmla="*/ 171185 h 171105"/>
                <a:gd name="csX16" fmla="*/ 76004 w 117052"/>
                <a:gd name="csY16" fmla="*/ 166425 h 171105"/>
                <a:gd name="csX17" fmla="*/ 68420 w 117052"/>
                <a:gd name="csY17" fmla="*/ 163419 h 171105"/>
                <a:gd name="csX18" fmla="*/ 57549 w 117052"/>
                <a:gd name="csY18" fmla="*/ 162918 h 171105"/>
                <a:gd name="csX19" fmla="*/ 51228 w 117052"/>
                <a:gd name="csY19" fmla="*/ 158659 h 171105"/>
                <a:gd name="csX20" fmla="*/ 52240 w 117052"/>
                <a:gd name="csY20" fmla="*/ 152897 h 171105"/>
                <a:gd name="csX21" fmla="*/ 86116 w 117052"/>
                <a:gd name="csY21" fmla="*/ 19370 h 1711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17052" h="171105">
                  <a:moveTo>
                    <a:pt x="86116" y="19370"/>
                  </a:moveTo>
                  <a:cubicBezTo>
                    <a:pt x="88392" y="10351"/>
                    <a:pt x="89150" y="7846"/>
                    <a:pt x="109122" y="7846"/>
                  </a:cubicBezTo>
                  <a:cubicBezTo>
                    <a:pt x="115190" y="7846"/>
                    <a:pt x="117212" y="7846"/>
                    <a:pt x="117212" y="3086"/>
                  </a:cubicBezTo>
                  <a:cubicBezTo>
                    <a:pt x="117212" y="80"/>
                    <a:pt x="114431" y="80"/>
                    <a:pt x="113420" y="80"/>
                  </a:cubicBezTo>
                  <a:cubicBezTo>
                    <a:pt x="106089" y="80"/>
                    <a:pt x="87380" y="831"/>
                    <a:pt x="80049" y="831"/>
                  </a:cubicBezTo>
                  <a:cubicBezTo>
                    <a:pt x="72465" y="831"/>
                    <a:pt x="54009" y="80"/>
                    <a:pt x="46425" y="80"/>
                  </a:cubicBezTo>
                  <a:cubicBezTo>
                    <a:pt x="44655" y="80"/>
                    <a:pt x="41369" y="80"/>
                    <a:pt x="41369" y="5090"/>
                  </a:cubicBezTo>
                  <a:cubicBezTo>
                    <a:pt x="41369" y="7846"/>
                    <a:pt x="43644" y="7846"/>
                    <a:pt x="48447" y="7846"/>
                  </a:cubicBezTo>
                  <a:cubicBezTo>
                    <a:pt x="59065" y="7846"/>
                    <a:pt x="65891" y="7846"/>
                    <a:pt x="65891" y="12606"/>
                  </a:cubicBezTo>
                  <a:cubicBezTo>
                    <a:pt x="65891" y="13858"/>
                    <a:pt x="65891" y="14359"/>
                    <a:pt x="65386" y="16614"/>
                  </a:cubicBezTo>
                  <a:lnTo>
                    <a:pt x="31256" y="151645"/>
                  </a:lnTo>
                  <a:cubicBezTo>
                    <a:pt x="28981" y="160914"/>
                    <a:pt x="28222" y="163419"/>
                    <a:pt x="8250" y="163419"/>
                  </a:cubicBezTo>
                  <a:cubicBezTo>
                    <a:pt x="2436" y="163419"/>
                    <a:pt x="160" y="163419"/>
                    <a:pt x="160" y="168429"/>
                  </a:cubicBezTo>
                  <a:cubicBezTo>
                    <a:pt x="160" y="171185"/>
                    <a:pt x="3194" y="171185"/>
                    <a:pt x="3952" y="171185"/>
                  </a:cubicBezTo>
                  <a:cubicBezTo>
                    <a:pt x="11284" y="171185"/>
                    <a:pt x="29739" y="170434"/>
                    <a:pt x="37071" y="170434"/>
                  </a:cubicBezTo>
                  <a:cubicBezTo>
                    <a:pt x="44655" y="170434"/>
                    <a:pt x="63363" y="171185"/>
                    <a:pt x="70948" y="171185"/>
                  </a:cubicBezTo>
                  <a:cubicBezTo>
                    <a:pt x="72970" y="171185"/>
                    <a:pt x="76004" y="171185"/>
                    <a:pt x="76004" y="166425"/>
                  </a:cubicBezTo>
                  <a:cubicBezTo>
                    <a:pt x="76004" y="163419"/>
                    <a:pt x="73981" y="163419"/>
                    <a:pt x="68420" y="163419"/>
                  </a:cubicBezTo>
                  <a:cubicBezTo>
                    <a:pt x="63869" y="163419"/>
                    <a:pt x="62605" y="163419"/>
                    <a:pt x="57549" y="162918"/>
                  </a:cubicBezTo>
                  <a:cubicBezTo>
                    <a:pt x="52240" y="162417"/>
                    <a:pt x="51228" y="161415"/>
                    <a:pt x="51228" y="158659"/>
                  </a:cubicBezTo>
                  <a:cubicBezTo>
                    <a:pt x="51228" y="156655"/>
                    <a:pt x="51734" y="154651"/>
                    <a:pt x="52240" y="152897"/>
                  </a:cubicBezTo>
                  <a:lnTo>
                    <a:pt x="86116" y="19370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1F97D755-8560-AA30-6678-A528EBC1FF5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070036" y="6760361"/>
              <a:ext cx="162457" cy="79089"/>
            </a:xfrm>
            <a:custGeom>
              <a:avLst/>
              <a:gdLst>
                <a:gd name="csX0" fmla="*/ 68651 w 162457"/>
                <a:gd name="csY0" fmla="*/ 63212 h 79089"/>
                <a:gd name="csX1" fmla="*/ 66174 w 162457"/>
                <a:gd name="csY1" fmla="*/ 73559 h 79089"/>
                <a:gd name="csX2" fmla="*/ 72191 w 162457"/>
                <a:gd name="csY2" fmla="*/ 79170 h 79089"/>
                <a:gd name="csX3" fmla="*/ 79093 w 162457"/>
                <a:gd name="csY3" fmla="*/ 75312 h 79089"/>
                <a:gd name="csX4" fmla="*/ 82278 w 162457"/>
                <a:gd name="csY4" fmla="*/ 64440 h 79089"/>
                <a:gd name="csX5" fmla="*/ 86171 w 162457"/>
                <a:gd name="csY5" fmla="*/ 48657 h 79089"/>
                <a:gd name="csX6" fmla="*/ 89180 w 162457"/>
                <a:gd name="csY6" fmla="*/ 36908 h 79089"/>
                <a:gd name="csX7" fmla="*/ 94666 w 162457"/>
                <a:gd name="csY7" fmla="*/ 23580 h 79089"/>
                <a:gd name="csX8" fmla="*/ 122981 w 162457"/>
                <a:gd name="csY8" fmla="*/ 4991 h 79089"/>
                <a:gd name="csX9" fmla="*/ 133422 w 162457"/>
                <a:gd name="csY9" fmla="*/ 17267 h 79089"/>
                <a:gd name="csX10" fmla="*/ 122981 w 162457"/>
                <a:gd name="csY10" fmla="*/ 54619 h 79089"/>
                <a:gd name="csX11" fmla="*/ 120326 w 162457"/>
                <a:gd name="csY11" fmla="*/ 64089 h 79089"/>
                <a:gd name="csX12" fmla="*/ 137138 w 162457"/>
                <a:gd name="csY12" fmla="*/ 79170 h 79089"/>
                <a:gd name="csX13" fmla="*/ 162622 w 162457"/>
                <a:gd name="csY13" fmla="*/ 52340 h 79089"/>
                <a:gd name="csX14" fmla="*/ 159790 w 162457"/>
                <a:gd name="csY14" fmla="*/ 50060 h 79089"/>
                <a:gd name="csX15" fmla="*/ 156428 w 162457"/>
                <a:gd name="csY15" fmla="*/ 53041 h 79089"/>
                <a:gd name="csX16" fmla="*/ 137669 w 162457"/>
                <a:gd name="csY16" fmla="*/ 74260 h 79089"/>
                <a:gd name="csX17" fmla="*/ 133245 w 162457"/>
                <a:gd name="csY17" fmla="*/ 68123 h 79089"/>
                <a:gd name="csX18" fmla="*/ 137315 w 162457"/>
                <a:gd name="csY18" fmla="*/ 53918 h 79089"/>
                <a:gd name="csX19" fmla="*/ 146695 w 162457"/>
                <a:gd name="csY19" fmla="*/ 20073 h 79089"/>
                <a:gd name="csX20" fmla="*/ 140147 w 162457"/>
                <a:gd name="csY20" fmla="*/ 4816 h 79089"/>
                <a:gd name="csX21" fmla="*/ 123689 w 162457"/>
                <a:gd name="csY21" fmla="*/ 81 h 79089"/>
                <a:gd name="csX22" fmla="*/ 92365 w 162457"/>
                <a:gd name="csY22" fmla="*/ 17793 h 79089"/>
                <a:gd name="csX23" fmla="*/ 69359 w 162457"/>
                <a:gd name="csY23" fmla="*/ 81 h 79089"/>
                <a:gd name="csX24" fmla="*/ 39452 w 162457"/>
                <a:gd name="csY24" fmla="*/ 16039 h 79089"/>
                <a:gd name="csX25" fmla="*/ 20516 w 162457"/>
                <a:gd name="csY25" fmla="*/ 81 h 79089"/>
                <a:gd name="csX26" fmla="*/ 6535 w 162457"/>
                <a:gd name="csY26" fmla="*/ 9551 h 79089"/>
                <a:gd name="csX27" fmla="*/ 165 w 162457"/>
                <a:gd name="csY27" fmla="*/ 26912 h 79089"/>
                <a:gd name="csX28" fmla="*/ 3173 w 162457"/>
                <a:gd name="csY28" fmla="*/ 29192 h 79089"/>
                <a:gd name="csX29" fmla="*/ 7066 w 162457"/>
                <a:gd name="csY29" fmla="*/ 23931 h 79089"/>
                <a:gd name="csX30" fmla="*/ 19985 w 162457"/>
                <a:gd name="csY30" fmla="*/ 4991 h 79089"/>
                <a:gd name="csX31" fmla="*/ 25825 w 162457"/>
                <a:gd name="csY31" fmla="*/ 13584 h 79089"/>
                <a:gd name="csX32" fmla="*/ 22994 w 162457"/>
                <a:gd name="csY32" fmla="*/ 28139 h 79089"/>
                <a:gd name="csX33" fmla="*/ 19100 w 162457"/>
                <a:gd name="csY33" fmla="*/ 43922 h 79089"/>
                <a:gd name="csX34" fmla="*/ 13437 w 162457"/>
                <a:gd name="csY34" fmla="*/ 66369 h 79089"/>
                <a:gd name="csX35" fmla="*/ 11668 w 162457"/>
                <a:gd name="csY35" fmla="*/ 73559 h 79089"/>
                <a:gd name="csX36" fmla="*/ 17684 w 162457"/>
                <a:gd name="csY36" fmla="*/ 79170 h 79089"/>
                <a:gd name="csX37" fmla="*/ 24586 w 162457"/>
                <a:gd name="csY37" fmla="*/ 75312 h 79089"/>
                <a:gd name="csX38" fmla="*/ 27772 w 162457"/>
                <a:gd name="csY38" fmla="*/ 64440 h 79089"/>
                <a:gd name="csX39" fmla="*/ 31665 w 162457"/>
                <a:gd name="csY39" fmla="*/ 48657 h 79089"/>
                <a:gd name="csX40" fmla="*/ 34673 w 162457"/>
                <a:gd name="csY40" fmla="*/ 36908 h 79089"/>
                <a:gd name="csX41" fmla="*/ 42106 w 162457"/>
                <a:gd name="csY41" fmla="*/ 21125 h 79089"/>
                <a:gd name="csX42" fmla="*/ 68651 w 162457"/>
                <a:gd name="csY42" fmla="*/ 4991 h 79089"/>
                <a:gd name="csX43" fmla="*/ 79093 w 162457"/>
                <a:gd name="csY43" fmla="*/ 17267 h 79089"/>
                <a:gd name="csX44" fmla="*/ 76084 w 162457"/>
                <a:gd name="csY44" fmla="*/ 33751 h 79089"/>
                <a:gd name="csX45" fmla="*/ 68651 w 162457"/>
                <a:gd name="csY45" fmla="*/ 63212 h 79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62457" h="79089">
                  <a:moveTo>
                    <a:pt x="68651" y="63212"/>
                  </a:moveTo>
                  <a:cubicBezTo>
                    <a:pt x="67767" y="66720"/>
                    <a:pt x="66174" y="72682"/>
                    <a:pt x="66174" y="73559"/>
                  </a:cubicBezTo>
                  <a:cubicBezTo>
                    <a:pt x="66174" y="77417"/>
                    <a:pt x="69359" y="79170"/>
                    <a:pt x="72191" y="79170"/>
                  </a:cubicBezTo>
                  <a:cubicBezTo>
                    <a:pt x="75376" y="79170"/>
                    <a:pt x="78208" y="76891"/>
                    <a:pt x="79093" y="75312"/>
                  </a:cubicBezTo>
                  <a:cubicBezTo>
                    <a:pt x="79977" y="73734"/>
                    <a:pt x="81393" y="68123"/>
                    <a:pt x="82278" y="64440"/>
                  </a:cubicBezTo>
                  <a:cubicBezTo>
                    <a:pt x="83163" y="61108"/>
                    <a:pt x="85110" y="53041"/>
                    <a:pt x="86171" y="48657"/>
                  </a:cubicBezTo>
                  <a:cubicBezTo>
                    <a:pt x="87233" y="44799"/>
                    <a:pt x="88295" y="40941"/>
                    <a:pt x="89180" y="36908"/>
                  </a:cubicBezTo>
                  <a:cubicBezTo>
                    <a:pt x="91126" y="29367"/>
                    <a:pt x="91126" y="29016"/>
                    <a:pt x="94666" y="23580"/>
                  </a:cubicBezTo>
                  <a:cubicBezTo>
                    <a:pt x="100329" y="14987"/>
                    <a:pt x="109177" y="4991"/>
                    <a:pt x="122981" y="4991"/>
                  </a:cubicBezTo>
                  <a:cubicBezTo>
                    <a:pt x="132891" y="4991"/>
                    <a:pt x="133422" y="13058"/>
                    <a:pt x="133422" y="17267"/>
                  </a:cubicBezTo>
                  <a:cubicBezTo>
                    <a:pt x="133422" y="27789"/>
                    <a:pt x="125812" y="47254"/>
                    <a:pt x="122981" y="54619"/>
                  </a:cubicBezTo>
                  <a:cubicBezTo>
                    <a:pt x="121034" y="59530"/>
                    <a:pt x="120326" y="61108"/>
                    <a:pt x="120326" y="64089"/>
                  </a:cubicBezTo>
                  <a:cubicBezTo>
                    <a:pt x="120326" y="73383"/>
                    <a:pt x="128113" y="79170"/>
                    <a:pt x="137138" y="79170"/>
                  </a:cubicBezTo>
                  <a:cubicBezTo>
                    <a:pt x="154835" y="79170"/>
                    <a:pt x="162622" y="54970"/>
                    <a:pt x="162622" y="52340"/>
                  </a:cubicBezTo>
                  <a:cubicBezTo>
                    <a:pt x="162622" y="50060"/>
                    <a:pt x="160321" y="50060"/>
                    <a:pt x="159790" y="50060"/>
                  </a:cubicBezTo>
                  <a:cubicBezTo>
                    <a:pt x="157313" y="50060"/>
                    <a:pt x="157136" y="51112"/>
                    <a:pt x="156428" y="53041"/>
                  </a:cubicBezTo>
                  <a:cubicBezTo>
                    <a:pt x="152358" y="67070"/>
                    <a:pt x="144748" y="74260"/>
                    <a:pt x="137669" y="74260"/>
                  </a:cubicBezTo>
                  <a:cubicBezTo>
                    <a:pt x="133953" y="74260"/>
                    <a:pt x="133245" y="71805"/>
                    <a:pt x="133245" y="68123"/>
                  </a:cubicBezTo>
                  <a:cubicBezTo>
                    <a:pt x="133245" y="64089"/>
                    <a:pt x="134130" y="61809"/>
                    <a:pt x="137315" y="53918"/>
                  </a:cubicBezTo>
                  <a:cubicBezTo>
                    <a:pt x="139439" y="48482"/>
                    <a:pt x="146695" y="29893"/>
                    <a:pt x="146695" y="20073"/>
                  </a:cubicBezTo>
                  <a:cubicBezTo>
                    <a:pt x="146695" y="17267"/>
                    <a:pt x="146695" y="9902"/>
                    <a:pt x="140147" y="4816"/>
                  </a:cubicBezTo>
                  <a:cubicBezTo>
                    <a:pt x="137138" y="2536"/>
                    <a:pt x="132006" y="81"/>
                    <a:pt x="123689" y="81"/>
                  </a:cubicBezTo>
                  <a:cubicBezTo>
                    <a:pt x="107761" y="81"/>
                    <a:pt x="98028" y="10428"/>
                    <a:pt x="92365" y="17793"/>
                  </a:cubicBezTo>
                  <a:cubicBezTo>
                    <a:pt x="90949" y="2887"/>
                    <a:pt x="78385" y="81"/>
                    <a:pt x="69359" y="81"/>
                  </a:cubicBezTo>
                  <a:cubicBezTo>
                    <a:pt x="54671" y="81"/>
                    <a:pt x="44761" y="9025"/>
                    <a:pt x="39452" y="16039"/>
                  </a:cubicBezTo>
                  <a:cubicBezTo>
                    <a:pt x="38213" y="3939"/>
                    <a:pt x="27772" y="81"/>
                    <a:pt x="20516" y="81"/>
                  </a:cubicBezTo>
                  <a:cubicBezTo>
                    <a:pt x="12906" y="81"/>
                    <a:pt x="8836" y="5517"/>
                    <a:pt x="6535" y="9551"/>
                  </a:cubicBezTo>
                  <a:cubicBezTo>
                    <a:pt x="2642" y="16039"/>
                    <a:pt x="165" y="26035"/>
                    <a:pt x="165" y="26912"/>
                  </a:cubicBezTo>
                  <a:cubicBezTo>
                    <a:pt x="165" y="29192"/>
                    <a:pt x="2642" y="29192"/>
                    <a:pt x="3173" y="29192"/>
                  </a:cubicBezTo>
                  <a:cubicBezTo>
                    <a:pt x="5651" y="29192"/>
                    <a:pt x="5828" y="28666"/>
                    <a:pt x="7066" y="23931"/>
                  </a:cubicBezTo>
                  <a:cubicBezTo>
                    <a:pt x="9721" y="13584"/>
                    <a:pt x="13083" y="4991"/>
                    <a:pt x="19985" y="4991"/>
                  </a:cubicBezTo>
                  <a:cubicBezTo>
                    <a:pt x="24586" y="4991"/>
                    <a:pt x="25825" y="8849"/>
                    <a:pt x="25825" y="13584"/>
                  </a:cubicBezTo>
                  <a:cubicBezTo>
                    <a:pt x="25825" y="16916"/>
                    <a:pt x="24232" y="23405"/>
                    <a:pt x="22994" y="28139"/>
                  </a:cubicBezTo>
                  <a:cubicBezTo>
                    <a:pt x="21755" y="32874"/>
                    <a:pt x="19985" y="40064"/>
                    <a:pt x="19100" y="43922"/>
                  </a:cubicBezTo>
                  <a:lnTo>
                    <a:pt x="13437" y="66369"/>
                  </a:lnTo>
                  <a:cubicBezTo>
                    <a:pt x="12729" y="68649"/>
                    <a:pt x="11668" y="73033"/>
                    <a:pt x="11668" y="73559"/>
                  </a:cubicBezTo>
                  <a:cubicBezTo>
                    <a:pt x="11668" y="77417"/>
                    <a:pt x="14853" y="79170"/>
                    <a:pt x="17684" y="79170"/>
                  </a:cubicBezTo>
                  <a:cubicBezTo>
                    <a:pt x="20870" y="79170"/>
                    <a:pt x="23701" y="76891"/>
                    <a:pt x="24586" y="75312"/>
                  </a:cubicBezTo>
                  <a:cubicBezTo>
                    <a:pt x="25471" y="73734"/>
                    <a:pt x="26887" y="68123"/>
                    <a:pt x="27772" y="64440"/>
                  </a:cubicBezTo>
                  <a:cubicBezTo>
                    <a:pt x="28657" y="61108"/>
                    <a:pt x="30603" y="53041"/>
                    <a:pt x="31665" y="48657"/>
                  </a:cubicBezTo>
                  <a:cubicBezTo>
                    <a:pt x="32727" y="44799"/>
                    <a:pt x="33789" y="40941"/>
                    <a:pt x="34673" y="36908"/>
                  </a:cubicBezTo>
                  <a:cubicBezTo>
                    <a:pt x="36620" y="29718"/>
                    <a:pt x="36974" y="28315"/>
                    <a:pt x="42106" y="21125"/>
                  </a:cubicBezTo>
                  <a:cubicBezTo>
                    <a:pt x="47061" y="14110"/>
                    <a:pt x="55379" y="4991"/>
                    <a:pt x="68651" y="4991"/>
                  </a:cubicBezTo>
                  <a:cubicBezTo>
                    <a:pt x="78916" y="4991"/>
                    <a:pt x="79093" y="13935"/>
                    <a:pt x="79093" y="17267"/>
                  </a:cubicBezTo>
                  <a:cubicBezTo>
                    <a:pt x="79093" y="21651"/>
                    <a:pt x="78562" y="23931"/>
                    <a:pt x="76084" y="33751"/>
                  </a:cubicBezTo>
                  <a:lnTo>
                    <a:pt x="68651" y="63212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C4A2CE01-5211-97A9-FCC1-65F0053E08CB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249434" y="6760361"/>
              <a:ext cx="102818" cy="79089"/>
            </a:xfrm>
            <a:custGeom>
              <a:avLst/>
              <a:gdLst>
                <a:gd name="csX0" fmla="*/ 66712 w 102818"/>
                <a:gd name="csY0" fmla="*/ 49008 h 79089"/>
                <a:gd name="csX1" fmla="*/ 63880 w 102818"/>
                <a:gd name="csY1" fmla="*/ 59354 h 79089"/>
                <a:gd name="csX2" fmla="*/ 42467 w 102818"/>
                <a:gd name="csY2" fmla="*/ 74260 h 79089"/>
                <a:gd name="csX3" fmla="*/ 30256 w 102818"/>
                <a:gd name="csY3" fmla="*/ 59705 h 79089"/>
                <a:gd name="csX4" fmla="*/ 40167 w 102818"/>
                <a:gd name="csY4" fmla="*/ 24106 h 79089"/>
                <a:gd name="csX5" fmla="*/ 42644 w 102818"/>
                <a:gd name="csY5" fmla="*/ 15162 h 79089"/>
                <a:gd name="csX6" fmla="*/ 25832 w 102818"/>
                <a:gd name="csY6" fmla="*/ 81 h 79089"/>
                <a:gd name="csX7" fmla="*/ 172 w 102818"/>
                <a:gd name="csY7" fmla="*/ 26912 h 79089"/>
                <a:gd name="csX8" fmla="*/ 3180 w 102818"/>
                <a:gd name="csY8" fmla="*/ 29192 h 79089"/>
                <a:gd name="csX9" fmla="*/ 6366 w 102818"/>
                <a:gd name="csY9" fmla="*/ 26386 h 79089"/>
                <a:gd name="csX10" fmla="*/ 25301 w 102818"/>
                <a:gd name="csY10" fmla="*/ 4991 h 79089"/>
                <a:gd name="csX11" fmla="*/ 29725 w 102818"/>
                <a:gd name="csY11" fmla="*/ 11129 h 79089"/>
                <a:gd name="csX12" fmla="*/ 26540 w 102818"/>
                <a:gd name="csY12" fmla="*/ 22878 h 79089"/>
                <a:gd name="csX13" fmla="*/ 16984 w 102818"/>
                <a:gd name="csY13" fmla="*/ 56899 h 79089"/>
                <a:gd name="csX14" fmla="*/ 23532 w 102818"/>
                <a:gd name="csY14" fmla="*/ 73559 h 79089"/>
                <a:gd name="csX15" fmla="*/ 41759 w 102818"/>
                <a:gd name="csY15" fmla="*/ 79170 h 79089"/>
                <a:gd name="csX16" fmla="*/ 64765 w 102818"/>
                <a:gd name="csY16" fmla="*/ 67596 h 79089"/>
                <a:gd name="csX17" fmla="*/ 82639 w 102818"/>
                <a:gd name="csY17" fmla="*/ 79170 h 79089"/>
                <a:gd name="csX18" fmla="*/ 96620 w 102818"/>
                <a:gd name="csY18" fmla="*/ 69876 h 79089"/>
                <a:gd name="csX19" fmla="*/ 102990 w 102818"/>
                <a:gd name="csY19" fmla="*/ 52340 h 79089"/>
                <a:gd name="csX20" fmla="*/ 99982 w 102818"/>
                <a:gd name="csY20" fmla="*/ 50060 h 79089"/>
                <a:gd name="csX21" fmla="*/ 96089 w 102818"/>
                <a:gd name="csY21" fmla="*/ 55496 h 79089"/>
                <a:gd name="csX22" fmla="*/ 83170 w 102818"/>
                <a:gd name="csY22" fmla="*/ 74260 h 79089"/>
                <a:gd name="csX23" fmla="*/ 77330 w 102818"/>
                <a:gd name="csY23" fmla="*/ 65667 h 79089"/>
                <a:gd name="csX24" fmla="*/ 79984 w 102818"/>
                <a:gd name="csY24" fmla="*/ 51814 h 79089"/>
                <a:gd name="csX25" fmla="*/ 83878 w 102818"/>
                <a:gd name="csY25" fmla="*/ 36031 h 79089"/>
                <a:gd name="csX26" fmla="*/ 87948 w 102818"/>
                <a:gd name="csY26" fmla="*/ 20423 h 79089"/>
                <a:gd name="csX27" fmla="*/ 90957 w 102818"/>
                <a:gd name="csY27" fmla="*/ 7446 h 79089"/>
                <a:gd name="csX28" fmla="*/ 85117 w 102818"/>
                <a:gd name="csY28" fmla="*/ 1835 h 79089"/>
                <a:gd name="csX29" fmla="*/ 75914 w 102818"/>
                <a:gd name="csY29" fmla="*/ 12532 h 79089"/>
                <a:gd name="csX30" fmla="*/ 66712 w 102818"/>
                <a:gd name="csY30" fmla="*/ 49008 h 79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2818" h="79089">
                  <a:moveTo>
                    <a:pt x="66712" y="49008"/>
                  </a:moveTo>
                  <a:cubicBezTo>
                    <a:pt x="65827" y="52515"/>
                    <a:pt x="64234" y="59179"/>
                    <a:pt x="63880" y="59354"/>
                  </a:cubicBezTo>
                  <a:cubicBezTo>
                    <a:pt x="60518" y="64791"/>
                    <a:pt x="53439" y="74260"/>
                    <a:pt x="42467" y="74260"/>
                  </a:cubicBezTo>
                  <a:cubicBezTo>
                    <a:pt x="30256" y="74260"/>
                    <a:pt x="30256" y="62862"/>
                    <a:pt x="30256" y="59705"/>
                  </a:cubicBezTo>
                  <a:cubicBezTo>
                    <a:pt x="30256" y="49359"/>
                    <a:pt x="35211" y="36908"/>
                    <a:pt x="40167" y="24106"/>
                  </a:cubicBezTo>
                  <a:cubicBezTo>
                    <a:pt x="41582" y="20599"/>
                    <a:pt x="42644" y="17968"/>
                    <a:pt x="42644" y="15162"/>
                  </a:cubicBezTo>
                  <a:cubicBezTo>
                    <a:pt x="42644" y="6044"/>
                    <a:pt x="34857" y="81"/>
                    <a:pt x="25832" y="81"/>
                  </a:cubicBezTo>
                  <a:cubicBezTo>
                    <a:pt x="8135" y="81"/>
                    <a:pt x="172" y="24106"/>
                    <a:pt x="172" y="26912"/>
                  </a:cubicBezTo>
                  <a:cubicBezTo>
                    <a:pt x="172" y="29192"/>
                    <a:pt x="2649" y="29192"/>
                    <a:pt x="3180" y="29192"/>
                  </a:cubicBezTo>
                  <a:cubicBezTo>
                    <a:pt x="5658" y="29192"/>
                    <a:pt x="5835" y="28315"/>
                    <a:pt x="6366" y="26386"/>
                  </a:cubicBezTo>
                  <a:cubicBezTo>
                    <a:pt x="10613" y="12006"/>
                    <a:pt x="18399" y="4991"/>
                    <a:pt x="25301" y="4991"/>
                  </a:cubicBezTo>
                  <a:cubicBezTo>
                    <a:pt x="28310" y="4991"/>
                    <a:pt x="29725" y="6920"/>
                    <a:pt x="29725" y="11129"/>
                  </a:cubicBezTo>
                  <a:cubicBezTo>
                    <a:pt x="29725" y="15162"/>
                    <a:pt x="28310" y="18845"/>
                    <a:pt x="26540" y="22878"/>
                  </a:cubicBezTo>
                  <a:cubicBezTo>
                    <a:pt x="16984" y="47079"/>
                    <a:pt x="16984" y="52164"/>
                    <a:pt x="16984" y="56899"/>
                  </a:cubicBezTo>
                  <a:cubicBezTo>
                    <a:pt x="16984" y="59880"/>
                    <a:pt x="16984" y="67947"/>
                    <a:pt x="23532" y="73559"/>
                  </a:cubicBezTo>
                  <a:cubicBezTo>
                    <a:pt x="28664" y="77768"/>
                    <a:pt x="35565" y="79170"/>
                    <a:pt x="41759" y="79170"/>
                  </a:cubicBezTo>
                  <a:cubicBezTo>
                    <a:pt x="52908" y="79170"/>
                    <a:pt x="58925" y="73208"/>
                    <a:pt x="64765" y="67596"/>
                  </a:cubicBezTo>
                  <a:cubicBezTo>
                    <a:pt x="68658" y="78820"/>
                    <a:pt x="80515" y="79170"/>
                    <a:pt x="82639" y="79170"/>
                  </a:cubicBezTo>
                  <a:cubicBezTo>
                    <a:pt x="88656" y="79170"/>
                    <a:pt x="93257" y="75663"/>
                    <a:pt x="96620" y="69876"/>
                  </a:cubicBezTo>
                  <a:cubicBezTo>
                    <a:pt x="100513" y="63037"/>
                    <a:pt x="102990" y="52866"/>
                    <a:pt x="102990" y="52340"/>
                  </a:cubicBezTo>
                  <a:cubicBezTo>
                    <a:pt x="102990" y="50060"/>
                    <a:pt x="100513" y="50060"/>
                    <a:pt x="99982" y="50060"/>
                  </a:cubicBezTo>
                  <a:cubicBezTo>
                    <a:pt x="97504" y="50060"/>
                    <a:pt x="97327" y="50761"/>
                    <a:pt x="96089" y="55496"/>
                  </a:cubicBezTo>
                  <a:cubicBezTo>
                    <a:pt x="93965" y="63738"/>
                    <a:pt x="90603" y="74260"/>
                    <a:pt x="83170" y="74260"/>
                  </a:cubicBezTo>
                  <a:cubicBezTo>
                    <a:pt x="78569" y="74260"/>
                    <a:pt x="77330" y="70227"/>
                    <a:pt x="77330" y="65667"/>
                  </a:cubicBezTo>
                  <a:cubicBezTo>
                    <a:pt x="77330" y="62686"/>
                    <a:pt x="78746" y="56373"/>
                    <a:pt x="79984" y="51814"/>
                  </a:cubicBezTo>
                  <a:cubicBezTo>
                    <a:pt x="81223" y="47079"/>
                    <a:pt x="82993" y="39889"/>
                    <a:pt x="83878" y="36031"/>
                  </a:cubicBezTo>
                  <a:lnTo>
                    <a:pt x="87948" y="20423"/>
                  </a:lnTo>
                  <a:cubicBezTo>
                    <a:pt x="89010" y="16039"/>
                    <a:pt x="90957" y="8323"/>
                    <a:pt x="90957" y="7446"/>
                  </a:cubicBezTo>
                  <a:cubicBezTo>
                    <a:pt x="90957" y="3939"/>
                    <a:pt x="88125" y="1835"/>
                    <a:pt x="85117" y="1835"/>
                  </a:cubicBezTo>
                  <a:cubicBezTo>
                    <a:pt x="78569" y="1835"/>
                    <a:pt x="77330" y="6920"/>
                    <a:pt x="75914" y="12532"/>
                  </a:cubicBezTo>
                  <a:lnTo>
                    <a:pt x="66712" y="49008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BE07965-519A-EC25-5DB8-D8B28F2F284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5371620" y="6715994"/>
              <a:ext cx="39640" cy="123456"/>
            </a:xfrm>
            <a:custGeom>
              <a:avLst/>
              <a:gdLst>
                <a:gd name="csX0" fmla="*/ 39109 w 39640"/>
                <a:gd name="csY0" fmla="*/ 5342 h 123456"/>
                <a:gd name="csX1" fmla="*/ 39817 w 39640"/>
                <a:gd name="csY1" fmla="*/ 2536 h 123456"/>
                <a:gd name="csX2" fmla="*/ 36986 w 39640"/>
                <a:gd name="csY2" fmla="*/ 81 h 123456"/>
                <a:gd name="csX3" fmla="*/ 14334 w 39640"/>
                <a:gd name="csY3" fmla="*/ 1835 h 123456"/>
                <a:gd name="csX4" fmla="*/ 10617 w 39640"/>
                <a:gd name="csY4" fmla="*/ 5868 h 123456"/>
                <a:gd name="csX5" fmla="*/ 15042 w 39640"/>
                <a:gd name="csY5" fmla="*/ 8323 h 123456"/>
                <a:gd name="csX6" fmla="*/ 23536 w 39640"/>
                <a:gd name="csY6" fmla="*/ 10954 h 123456"/>
                <a:gd name="csX7" fmla="*/ 22828 w 39640"/>
                <a:gd name="csY7" fmla="*/ 14812 h 123456"/>
                <a:gd name="csX8" fmla="*/ 884 w 39640"/>
                <a:gd name="csY8" fmla="*/ 101442 h 123456"/>
                <a:gd name="csX9" fmla="*/ 176 w 39640"/>
                <a:gd name="csY9" fmla="*/ 106878 h 123456"/>
                <a:gd name="csX10" fmla="*/ 18758 w 39640"/>
                <a:gd name="csY10" fmla="*/ 123538 h 123456"/>
                <a:gd name="csX11" fmla="*/ 32916 w 39640"/>
                <a:gd name="csY11" fmla="*/ 114243 h 123456"/>
                <a:gd name="csX12" fmla="*/ 39109 w 39640"/>
                <a:gd name="csY12" fmla="*/ 96707 h 123456"/>
                <a:gd name="csX13" fmla="*/ 36278 w 39640"/>
                <a:gd name="csY13" fmla="*/ 94427 h 123456"/>
                <a:gd name="csX14" fmla="*/ 32739 w 39640"/>
                <a:gd name="csY14" fmla="*/ 98636 h 123456"/>
                <a:gd name="csX15" fmla="*/ 19466 w 39640"/>
                <a:gd name="csY15" fmla="*/ 118627 h 123456"/>
                <a:gd name="csX16" fmla="*/ 13449 w 39640"/>
                <a:gd name="csY16" fmla="*/ 110035 h 123456"/>
                <a:gd name="csX17" fmla="*/ 14511 w 39640"/>
                <a:gd name="csY17" fmla="*/ 102845 h 123456"/>
                <a:gd name="csX18" fmla="*/ 39109 w 39640"/>
                <a:gd name="csY18" fmla="*/ 5342 h 123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9640" h="123456">
                  <a:moveTo>
                    <a:pt x="39109" y="5342"/>
                  </a:moveTo>
                  <a:cubicBezTo>
                    <a:pt x="39286" y="4991"/>
                    <a:pt x="39817" y="2712"/>
                    <a:pt x="39817" y="2536"/>
                  </a:cubicBezTo>
                  <a:cubicBezTo>
                    <a:pt x="39817" y="1659"/>
                    <a:pt x="39109" y="81"/>
                    <a:pt x="36986" y="81"/>
                  </a:cubicBezTo>
                  <a:cubicBezTo>
                    <a:pt x="33446" y="81"/>
                    <a:pt x="18758" y="1484"/>
                    <a:pt x="14334" y="1835"/>
                  </a:cubicBezTo>
                  <a:cubicBezTo>
                    <a:pt x="13095" y="2010"/>
                    <a:pt x="10617" y="2186"/>
                    <a:pt x="10617" y="5868"/>
                  </a:cubicBezTo>
                  <a:cubicBezTo>
                    <a:pt x="10617" y="8323"/>
                    <a:pt x="13095" y="8323"/>
                    <a:pt x="15042" y="8323"/>
                  </a:cubicBezTo>
                  <a:cubicBezTo>
                    <a:pt x="23536" y="8323"/>
                    <a:pt x="23536" y="9551"/>
                    <a:pt x="23536" y="10954"/>
                  </a:cubicBezTo>
                  <a:cubicBezTo>
                    <a:pt x="23536" y="12181"/>
                    <a:pt x="23182" y="13233"/>
                    <a:pt x="22828" y="14812"/>
                  </a:cubicBezTo>
                  <a:lnTo>
                    <a:pt x="884" y="101442"/>
                  </a:lnTo>
                  <a:cubicBezTo>
                    <a:pt x="353" y="103195"/>
                    <a:pt x="176" y="105124"/>
                    <a:pt x="176" y="106878"/>
                  </a:cubicBezTo>
                  <a:cubicBezTo>
                    <a:pt x="176" y="118101"/>
                    <a:pt x="10264" y="123538"/>
                    <a:pt x="18758" y="123538"/>
                  </a:cubicBezTo>
                  <a:cubicBezTo>
                    <a:pt x="23005" y="123538"/>
                    <a:pt x="28314" y="122135"/>
                    <a:pt x="32916" y="114243"/>
                  </a:cubicBezTo>
                  <a:cubicBezTo>
                    <a:pt x="36632" y="107755"/>
                    <a:pt x="39109" y="97408"/>
                    <a:pt x="39109" y="96707"/>
                  </a:cubicBezTo>
                  <a:cubicBezTo>
                    <a:pt x="39109" y="94427"/>
                    <a:pt x="36809" y="94427"/>
                    <a:pt x="36278" y="94427"/>
                  </a:cubicBezTo>
                  <a:cubicBezTo>
                    <a:pt x="33800" y="94427"/>
                    <a:pt x="33446" y="95479"/>
                    <a:pt x="32739" y="98636"/>
                  </a:cubicBezTo>
                  <a:cubicBezTo>
                    <a:pt x="30438" y="107404"/>
                    <a:pt x="27076" y="118627"/>
                    <a:pt x="19466" y="118627"/>
                  </a:cubicBezTo>
                  <a:cubicBezTo>
                    <a:pt x="14688" y="118627"/>
                    <a:pt x="13449" y="114243"/>
                    <a:pt x="13449" y="110035"/>
                  </a:cubicBezTo>
                  <a:cubicBezTo>
                    <a:pt x="13449" y="108106"/>
                    <a:pt x="13980" y="104774"/>
                    <a:pt x="14511" y="102845"/>
                  </a:cubicBezTo>
                  <a:lnTo>
                    <a:pt x="39109" y="5342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33C59826-5DB1-8CE1-85F9-6888630611A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433040" y="6728094"/>
              <a:ext cx="59815" cy="111356"/>
            </a:xfrm>
            <a:custGeom>
              <a:avLst/>
              <a:gdLst>
                <a:gd name="csX0" fmla="*/ 36281 w 59815"/>
                <a:gd name="csY0" fmla="*/ 40415 h 111356"/>
                <a:gd name="csX1" fmla="*/ 54331 w 59815"/>
                <a:gd name="csY1" fmla="*/ 40415 h 111356"/>
                <a:gd name="csX2" fmla="*/ 59994 w 59815"/>
                <a:gd name="csY2" fmla="*/ 36557 h 111356"/>
                <a:gd name="csX3" fmla="*/ 54685 w 59815"/>
                <a:gd name="csY3" fmla="*/ 34102 h 111356"/>
                <a:gd name="csX4" fmla="*/ 37873 w 59815"/>
                <a:gd name="csY4" fmla="*/ 34102 h 111356"/>
                <a:gd name="csX5" fmla="*/ 44421 w 59815"/>
                <a:gd name="csY5" fmla="*/ 8148 h 111356"/>
                <a:gd name="csX6" fmla="*/ 44952 w 59815"/>
                <a:gd name="csY6" fmla="*/ 5693 h 111356"/>
                <a:gd name="csX7" fmla="*/ 38935 w 59815"/>
                <a:gd name="csY7" fmla="*/ 81 h 111356"/>
                <a:gd name="csX8" fmla="*/ 30617 w 59815"/>
                <a:gd name="csY8" fmla="*/ 7622 h 111356"/>
                <a:gd name="csX9" fmla="*/ 23893 w 59815"/>
                <a:gd name="csY9" fmla="*/ 34102 h 111356"/>
                <a:gd name="csX10" fmla="*/ 5842 w 59815"/>
                <a:gd name="csY10" fmla="*/ 34102 h 111356"/>
                <a:gd name="csX11" fmla="*/ 179 w 59815"/>
                <a:gd name="csY11" fmla="*/ 37960 h 111356"/>
                <a:gd name="csX12" fmla="*/ 5488 w 59815"/>
                <a:gd name="csY12" fmla="*/ 40415 h 111356"/>
                <a:gd name="csX13" fmla="*/ 22300 w 59815"/>
                <a:gd name="csY13" fmla="*/ 40415 h 111356"/>
                <a:gd name="csX14" fmla="*/ 11859 w 59815"/>
                <a:gd name="csY14" fmla="*/ 81801 h 111356"/>
                <a:gd name="csX15" fmla="*/ 9204 w 59815"/>
                <a:gd name="csY15" fmla="*/ 94778 h 111356"/>
                <a:gd name="csX16" fmla="*/ 28140 w 59815"/>
                <a:gd name="csY16" fmla="*/ 111437 h 111356"/>
                <a:gd name="csX17" fmla="*/ 58932 w 59815"/>
                <a:gd name="csY17" fmla="*/ 84607 h 111356"/>
                <a:gd name="csX18" fmla="*/ 56101 w 59815"/>
                <a:gd name="csY18" fmla="*/ 82327 h 111356"/>
                <a:gd name="csX19" fmla="*/ 52385 w 59815"/>
                <a:gd name="csY19" fmla="*/ 85659 h 111356"/>
                <a:gd name="csX20" fmla="*/ 28671 w 59815"/>
                <a:gd name="csY20" fmla="*/ 106527 h 111356"/>
                <a:gd name="csX21" fmla="*/ 22477 w 59815"/>
                <a:gd name="csY21" fmla="*/ 97934 h 111356"/>
                <a:gd name="csX22" fmla="*/ 23539 w 59815"/>
                <a:gd name="csY22" fmla="*/ 90744 h 111356"/>
                <a:gd name="csX23" fmla="*/ 36281 w 59815"/>
                <a:gd name="csY23" fmla="*/ 40415 h 111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59815" h="111356">
                  <a:moveTo>
                    <a:pt x="36281" y="40415"/>
                  </a:moveTo>
                  <a:lnTo>
                    <a:pt x="54331" y="40415"/>
                  </a:lnTo>
                  <a:cubicBezTo>
                    <a:pt x="57694" y="40415"/>
                    <a:pt x="59994" y="40415"/>
                    <a:pt x="59994" y="36557"/>
                  </a:cubicBezTo>
                  <a:cubicBezTo>
                    <a:pt x="59994" y="34102"/>
                    <a:pt x="57694" y="34102"/>
                    <a:pt x="54685" y="34102"/>
                  </a:cubicBezTo>
                  <a:lnTo>
                    <a:pt x="37873" y="34102"/>
                  </a:lnTo>
                  <a:lnTo>
                    <a:pt x="44421" y="8148"/>
                  </a:lnTo>
                  <a:cubicBezTo>
                    <a:pt x="44598" y="7271"/>
                    <a:pt x="44952" y="6394"/>
                    <a:pt x="44952" y="5693"/>
                  </a:cubicBezTo>
                  <a:cubicBezTo>
                    <a:pt x="44952" y="2536"/>
                    <a:pt x="42474" y="81"/>
                    <a:pt x="38935" y="81"/>
                  </a:cubicBezTo>
                  <a:cubicBezTo>
                    <a:pt x="34511" y="81"/>
                    <a:pt x="31856" y="3062"/>
                    <a:pt x="30617" y="7622"/>
                  </a:cubicBezTo>
                  <a:cubicBezTo>
                    <a:pt x="29379" y="12006"/>
                    <a:pt x="31679" y="3588"/>
                    <a:pt x="23893" y="34102"/>
                  </a:cubicBezTo>
                  <a:lnTo>
                    <a:pt x="5842" y="34102"/>
                  </a:lnTo>
                  <a:cubicBezTo>
                    <a:pt x="2480" y="34102"/>
                    <a:pt x="179" y="34102"/>
                    <a:pt x="179" y="37960"/>
                  </a:cubicBezTo>
                  <a:cubicBezTo>
                    <a:pt x="179" y="40415"/>
                    <a:pt x="2303" y="40415"/>
                    <a:pt x="5488" y="40415"/>
                  </a:cubicBezTo>
                  <a:lnTo>
                    <a:pt x="22300" y="40415"/>
                  </a:lnTo>
                  <a:lnTo>
                    <a:pt x="11859" y="81801"/>
                  </a:lnTo>
                  <a:cubicBezTo>
                    <a:pt x="10797" y="86185"/>
                    <a:pt x="9204" y="92498"/>
                    <a:pt x="9204" y="94778"/>
                  </a:cubicBezTo>
                  <a:cubicBezTo>
                    <a:pt x="9204" y="105124"/>
                    <a:pt x="18053" y="111437"/>
                    <a:pt x="28140" y="111437"/>
                  </a:cubicBezTo>
                  <a:cubicBezTo>
                    <a:pt x="47783" y="111437"/>
                    <a:pt x="58932" y="86886"/>
                    <a:pt x="58932" y="84607"/>
                  </a:cubicBezTo>
                  <a:cubicBezTo>
                    <a:pt x="58932" y="82327"/>
                    <a:pt x="56632" y="82327"/>
                    <a:pt x="56101" y="82327"/>
                  </a:cubicBezTo>
                  <a:cubicBezTo>
                    <a:pt x="53977" y="82327"/>
                    <a:pt x="53800" y="82678"/>
                    <a:pt x="52385" y="85659"/>
                  </a:cubicBezTo>
                  <a:cubicBezTo>
                    <a:pt x="47430" y="96707"/>
                    <a:pt x="38404" y="106527"/>
                    <a:pt x="28671" y="106527"/>
                  </a:cubicBezTo>
                  <a:cubicBezTo>
                    <a:pt x="24955" y="106527"/>
                    <a:pt x="22477" y="104248"/>
                    <a:pt x="22477" y="97934"/>
                  </a:cubicBezTo>
                  <a:cubicBezTo>
                    <a:pt x="22477" y="96181"/>
                    <a:pt x="23185" y="92498"/>
                    <a:pt x="23539" y="90744"/>
                  </a:cubicBezTo>
                  <a:lnTo>
                    <a:pt x="36281" y="40415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A3E5B87-AA3F-986C-5E75-6C554D21CB86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539647" y="6612229"/>
              <a:ext cx="58652" cy="250520"/>
            </a:xfrm>
            <a:custGeom>
              <a:avLst/>
              <a:gdLst>
                <a:gd name="csX0" fmla="*/ 58835 w 58652"/>
                <a:gd name="csY0" fmla="*/ 248095 h 250520"/>
                <a:gd name="csX1" fmla="*/ 54537 w 58652"/>
                <a:gd name="csY1" fmla="*/ 242584 h 250520"/>
                <a:gd name="csX2" fmla="*/ 14846 w 58652"/>
                <a:gd name="csY2" fmla="*/ 125340 h 250520"/>
                <a:gd name="csX3" fmla="*/ 55548 w 58652"/>
                <a:gd name="csY3" fmla="*/ 6844 h 250520"/>
                <a:gd name="csX4" fmla="*/ 58835 w 58652"/>
                <a:gd name="csY4" fmla="*/ 2585 h 250520"/>
                <a:gd name="csX5" fmla="*/ 56307 w 58652"/>
                <a:gd name="csY5" fmla="*/ 80 h 250520"/>
                <a:gd name="csX6" fmla="*/ 16110 w 58652"/>
                <a:gd name="csY6" fmla="*/ 48931 h 250520"/>
                <a:gd name="csX7" fmla="*/ 182 w 58652"/>
                <a:gd name="csY7" fmla="*/ 125340 h 250520"/>
                <a:gd name="csX8" fmla="*/ 16868 w 58652"/>
                <a:gd name="csY8" fmla="*/ 203502 h 250520"/>
                <a:gd name="csX9" fmla="*/ 56307 w 58652"/>
                <a:gd name="csY9" fmla="*/ 250600 h 250520"/>
                <a:gd name="csX10" fmla="*/ 58835 w 58652"/>
                <a:gd name="csY10" fmla="*/ 248095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52" h="250520">
                  <a:moveTo>
                    <a:pt x="58835" y="248095"/>
                  </a:moveTo>
                  <a:cubicBezTo>
                    <a:pt x="58835" y="247343"/>
                    <a:pt x="58835" y="246842"/>
                    <a:pt x="54537" y="242584"/>
                  </a:cubicBezTo>
                  <a:cubicBezTo>
                    <a:pt x="22936" y="211018"/>
                    <a:pt x="14846" y="163670"/>
                    <a:pt x="14846" y="125340"/>
                  </a:cubicBezTo>
                  <a:cubicBezTo>
                    <a:pt x="14846" y="81749"/>
                    <a:pt x="24452" y="38159"/>
                    <a:pt x="55548" y="6844"/>
                  </a:cubicBezTo>
                  <a:cubicBezTo>
                    <a:pt x="58835" y="3837"/>
                    <a:pt x="58835" y="3336"/>
                    <a:pt x="58835" y="2585"/>
                  </a:cubicBezTo>
                  <a:cubicBezTo>
                    <a:pt x="58835" y="831"/>
                    <a:pt x="57824" y="80"/>
                    <a:pt x="56307" y="80"/>
                  </a:cubicBezTo>
                  <a:cubicBezTo>
                    <a:pt x="53779" y="80"/>
                    <a:pt x="31026" y="17115"/>
                    <a:pt x="16110" y="48931"/>
                  </a:cubicBezTo>
                  <a:cubicBezTo>
                    <a:pt x="3216" y="76488"/>
                    <a:pt x="182" y="104296"/>
                    <a:pt x="182" y="125340"/>
                  </a:cubicBezTo>
                  <a:cubicBezTo>
                    <a:pt x="182" y="144881"/>
                    <a:pt x="2963" y="175193"/>
                    <a:pt x="16868" y="203502"/>
                  </a:cubicBezTo>
                  <a:cubicBezTo>
                    <a:pt x="32037" y="234316"/>
                    <a:pt x="53779" y="250600"/>
                    <a:pt x="56307" y="250600"/>
                  </a:cubicBezTo>
                  <a:cubicBezTo>
                    <a:pt x="57824" y="250600"/>
                    <a:pt x="58835" y="249849"/>
                    <a:pt x="58835" y="248095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9046EA70-48EA-E428-F4EB-10767B29309B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5618749" y="6643293"/>
              <a:ext cx="77613" cy="159581"/>
            </a:xfrm>
            <a:custGeom>
              <a:avLst/>
              <a:gdLst>
                <a:gd name="csX0" fmla="*/ 46451 w 77613"/>
                <a:gd name="csY0" fmla="*/ 56697 h 159581"/>
                <a:gd name="csX1" fmla="*/ 70215 w 77613"/>
                <a:gd name="csY1" fmla="*/ 56697 h 159581"/>
                <a:gd name="csX2" fmla="*/ 77800 w 77613"/>
                <a:gd name="csY2" fmla="*/ 51687 h 159581"/>
                <a:gd name="csX3" fmla="*/ 70721 w 77613"/>
                <a:gd name="csY3" fmla="*/ 48931 h 159581"/>
                <a:gd name="csX4" fmla="*/ 48473 w 77613"/>
                <a:gd name="csY4" fmla="*/ 48931 h 159581"/>
                <a:gd name="csX5" fmla="*/ 58839 w 77613"/>
                <a:gd name="csY5" fmla="*/ 6844 h 159581"/>
                <a:gd name="csX6" fmla="*/ 51507 w 77613"/>
                <a:gd name="csY6" fmla="*/ 80 h 159581"/>
                <a:gd name="csX7" fmla="*/ 41395 w 77613"/>
                <a:gd name="csY7" fmla="*/ 9098 h 159581"/>
                <a:gd name="csX8" fmla="*/ 31535 w 77613"/>
                <a:gd name="csY8" fmla="*/ 48931 h 159581"/>
                <a:gd name="csX9" fmla="*/ 7771 w 77613"/>
                <a:gd name="csY9" fmla="*/ 48931 h 159581"/>
                <a:gd name="csX10" fmla="*/ 186 w 77613"/>
                <a:gd name="csY10" fmla="*/ 53691 h 159581"/>
                <a:gd name="csX11" fmla="*/ 7265 w 77613"/>
                <a:gd name="csY11" fmla="*/ 56697 h 159581"/>
                <a:gd name="csX12" fmla="*/ 29513 w 77613"/>
                <a:gd name="csY12" fmla="*/ 56697 h 159581"/>
                <a:gd name="csX13" fmla="*/ 10299 w 77613"/>
                <a:gd name="csY13" fmla="*/ 136613 h 159581"/>
                <a:gd name="csX14" fmla="*/ 33558 w 77613"/>
                <a:gd name="csY14" fmla="*/ 159661 h 159581"/>
                <a:gd name="csX15" fmla="*/ 73755 w 77613"/>
                <a:gd name="csY15" fmla="*/ 121081 h 159581"/>
                <a:gd name="csX16" fmla="*/ 70721 w 77613"/>
                <a:gd name="csY16" fmla="*/ 118576 h 159581"/>
                <a:gd name="csX17" fmla="*/ 66929 w 77613"/>
                <a:gd name="csY17" fmla="*/ 122083 h 159581"/>
                <a:gd name="csX18" fmla="*/ 34063 w 77613"/>
                <a:gd name="csY18" fmla="*/ 154150 h 159581"/>
                <a:gd name="csX19" fmla="*/ 26226 w 77613"/>
                <a:gd name="csY19" fmla="*/ 142626 h 159581"/>
                <a:gd name="csX20" fmla="*/ 27743 w 77613"/>
                <a:gd name="csY20" fmla="*/ 130601 h 159581"/>
                <a:gd name="csX21" fmla="*/ 46451 w 77613"/>
                <a:gd name="csY21" fmla="*/ 56697 h 159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613" h="159581">
                  <a:moveTo>
                    <a:pt x="46451" y="56697"/>
                  </a:moveTo>
                  <a:lnTo>
                    <a:pt x="70215" y="56697"/>
                  </a:lnTo>
                  <a:cubicBezTo>
                    <a:pt x="75272" y="56697"/>
                    <a:pt x="77800" y="56697"/>
                    <a:pt x="77800" y="51687"/>
                  </a:cubicBezTo>
                  <a:cubicBezTo>
                    <a:pt x="77800" y="48931"/>
                    <a:pt x="75272" y="48931"/>
                    <a:pt x="70721" y="48931"/>
                  </a:cubicBezTo>
                  <a:lnTo>
                    <a:pt x="48473" y="48931"/>
                  </a:lnTo>
                  <a:cubicBezTo>
                    <a:pt x="57575" y="13357"/>
                    <a:pt x="58839" y="8347"/>
                    <a:pt x="58839" y="6844"/>
                  </a:cubicBezTo>
                  <a:cubicBezTo>
                    <a:pt x="58839" y="2585"/>
                    <a:pt x="55805" y="80"/>
                    <a:pt x="51507" y="80"/>
                  </a:cubicBezTo>
                  <a:cubicBezTo>
                    <a:pt x="50749" y="80"/>
                    <a:pt x="43670" y="330"/>
                    <a:pt x="41395" y="9098"/>
                  </a:cubicBezTo>
                  <a:lnTo>
                    <a:pt x="31535" y="48931"/>
                  </a:lnTo>
                  <a:lnTo>
                    <a:pt x="7771" y="48931"/>
                  </a:lnTo>
                  <a:cubicBezTo>
                    <a:pt x="2714" y="48931"/>
                    <a:pt x="186" y="48931"/>
                    <a:pt x="186" y="53691"/>
                  </a:cubicBezTo>
                  <a:cubicBezTo>
                    <a:pt x="186" y="56697"/>
                    <a:pt x="2209" y="56697"/>
                    <a:pt x="7265" y="56697"/>
                  </a:cubicBezTo>
                  <a:lnTo>
                    <a:pt x="29513" y="56697"/>
                  </a:lnTo>
                  <a:cubicBezTo>
                    <a:pt x="11310" y="127845"/>
                    <a:pt x="10299" y="132104"/>
                    <a:pt x="10299" y="136613"/>
                  </a:cubicBezTo>
                  <a:cubicBezTo>
                    <a:pt x="10299" y="150141"/>
                    <a:pt x="19906" y="159661"/>
                    <a:pt x="33558" y="159661"/>
                  </a:cubicBezTo>
                  <a:cubicBezTo>
                    <a:pt x="59344" y="159661"/>
                    <a:pt x="73755" y="123085"/>
                    <a:pt x="73755" y="121081"/>
                  </a:cubicBezTo>
                  <a:cubicBezTo>
                    <a:pt x="73755" y="118576"/>
                    <a:pt x="71732" y="118576"/>
                    <a:pt x="70721" y="118576"/>
                  </a:cubicBezTo>
                  <a:cubicBezTo>
                    <a:pt x="68446" y="118576"/>
                    <a:pt x="68193" y="119327"/>
                    <a:pt x="66929" y="122083"/>
                  </a:cubicBezTo>
                  <a:cubicBezTo>
                    <a:pt x="56058" y="148137"/>
                    <a:pt x="42659" y="154150"/>
                    <a:pt x="34063" y="154150"/>
                  </a:cubicBezTo>
                  <a:cubicBezTo>
                    <a:pt x="28754" y="154150"/>
                    <a:pt x="26226" y="150893"/>
                    <a:pt x="26226" y="142626"/>
                  </a:cubicBezTo>
                  <a:cubicBezTo>
                    <a:pt x="26226" y="136613"/>
                    <a:pt x="26732" y="134860"/>
                    <a:pt x="27743" y="130601"/>
                  </a:cubicBezTo>
                  <a:lnTo>
                    <a:pt x="46451" y="56697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878CA189-0160-4A51-9920-6F31E76661D2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718638" y="6612229"/>
              <a:ext cx="58652" cy="250520"/>
            </a:xfrm>
            <a:custGeom>
              <a:avLst/>
              <a:gdLst>
                <a:gd name="csX0" fmla="*/ 58842 w 58652"/>
                <a:gd name="csY0" fmla="*/ 125340 h 250520"/>
                <a:gd name="csX1" fmla="*/ 42157 w 58652"/>
                <a:gd name="csY1" fmla="*/ 47177 h 250520"/>
                <a:gd name="csX2" fmla="*/ 2718 w 58652"/>
                <a:gd name="csY2" fmla="*/ 80 h 250520"/>
                <a:gd name="csX3" fmla="*/ 190 w 58652"/>
                <a:gd name="csY3" fmla="*/ 2585 h 250520"/>
                <a:gd name="csX4" fmla="*/ 4993 w 58652"/>
                <a:gd name="csY4" fmla="*/ 8347 h 250520"/>
                <a:gd name="csX5" fmla="*/ 44179 w 58652"/>
                <a:gd name="csY5" fmla="*/ 125340 h 250520"/>
                <a:gd name="csX6" fmla="*/ 3476 w 58652"/>
                <a:gd name="csY6" fmla="*/ 243836 h 250520"/>
                <a:gd name="csX7" fmla="*/ 190 w 58652"/>
                <a:gd name="csY7" fmla="*/ 248095 h 250520"/>
                <a:gd name="csX8" fmla="*/ 2718 w 58652"/>
                <a:gd name="csY8" fmla="*/ 250600 h 250520"/>
                <a:gd name="csX9" fmla="*/ 42915 w 58652"/>
                <a:gd name="csY9" fmla="*/ 201749 h 250520"/>
                <a:gd name="csX10" fmla="*/ 58842 w 58652"/>
                <a:gd name="csY10" fmla="*/ 12534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52" h="250520">
                  <a:moveTo>
                    <a:pt x="58842" y="125340"/>
                  </a:moveTo>
                  <a:cubicBezTo>
                    <a:pt x="58842" y="105799"/>
                    <a:pt x="56061" y="75486"/>
                    <a:pt x="42157" y="47177"/>
                  </a:cubicBezTo>
                  <a:cubicBezTo>
                    <a:pt x="26988" y="16363"/>
                    <a:pt x="5246" y="80"/>
                    <a:pt x="2718" y="80"/>
                  </a:cubicBezTo>
                  <a:cubicBezTo>
                    <a:pt x="1201" y="80"/>
                    <a:pt x="190" y="1082"/>
                    <a:pt x="190" y="2585"/>
                  </a:cubicBezTo>
                  <a:cubicBezTo>
                    <a:pt x="190" y="3336"/>
                    <a:pt x="190" y="3837"/>
                    <a:pt x="4993" y="8347"/>
                  </a:cubicBezTo>
                  <a:cubicBezTo>
                    <a:pt x="29769" y="33148"/>
                    <a:pt x="44179" y="72981"/>
                    <a:pt x="44179" y="125340"/>
                  </a:cubicBezTo>
                  <a:cubicBezTo>
                    <a:pt x="44179" y="168179"/>
                    <a:pt x="34825" y="212271"/>
                    <a:pt x="3476" y="243836"/>
                  </a:cubicBezTo>
                  <a:cubicBezTo>
                    <a:pt x="190" y="246842"/>
                    <a:pt x="190" y="247343"/>
                    <a:pt x="190" y="248095"/>
                  </a:cubicBezTo>
                  <a:cubicBezTo>
                    <a:pt x="190" y="249598"/>
                    <a:pt x="1201" y="250600"/>
                    <a:pt x="2718" y="250600"/>
                  </a:cubicBezTo>
                  <a:cubicBezTo>
                    <a:pt x="5246" y="250600"/>
                    <a:pt x="27999" y="233565"/>
                    <a:pt x="42915" y="201749"/>
                  </a:cubicBezTo>
                  <a:cubicBezTo>
                    <a:pt x="55809" y="174191"/>
                    <a:pt x="58842" y="146384"/>
                    <a:pt x="58842" y="125340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7A428EE5-3AD2-C5A6-A7FA-3D8924B5FA4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812657" y="6626258"/>
              <a:ext cx="120338" cy="176616"/>
            </a:xfrm>
            <a:custGeom>
              <a:avLst/>
              <a:gdLst>
                <a:gd name="csX0" fmla="*/ 120532 w 120338"/>
                <a:gd name="csY0" fmla="*/ 2835 h 176616"/>
                <a:gd name="csX1" fmla="*/ 117246 w 120338"/>
                <a:gd name="csY1" fmla="*/ 80 h 176616"/>
                <a:gd name="csX2" fmla="*/ 85139 w 120338"/>
                <a:gd name="csY2" fmla="*/ 2835 h 176616"/>
                <a:gd name="csX3" fmla="*/ 81599 w 120338"/>
                <a:gd name="csY3" fmla="*/ 7595 h 176616"/>
                <a:gd name="csX4" fmla="*/ 87667 w 120338"/>
                <a:gd name="csY4" fmla="*/ 10601 h 176616"/>
                <a:gd name="csX5" fmla="*/ 100307 w 120338"/>
                <a:gd name="csY5" fmla="*/ 14860 h 176616"/>
                <a:gd name="csX6" fmla="*/ 99549 w 120338"/>
                <a:gd name="csY6" fmla="*/ 19871 h 176616"/>
                <a:gd name="csX7" fmla="*/ 84380 w 120338"/>
                <a:gd name="csY7" fmla="*/ 79244 h 176616"/>
                <a:gd name="csX8" fmla="*/ 61122 w 120338"/>
                <a:gd name="csY8" fmla="*/ 63211 h 176616"/>
                <a:gd name="csX9" fmla="*/ 194 w 120338"/>
                <a:gd name="csY9" fmla="*/ 136613 h 176616"/>
                <a:gd name="csX10" fmla="*/ 33818 w 120338"/>
                <a:gd name="csY10" fmla="*/ 176697 h 176616"/>
                <a:gd name="csX11" fmla="*/ 66683 w 120338"/>
                <a:gd name="csY11" fmla="*/ 157908 h 176616"/>
                <a:gd name="csX12" fmla="*/ 89689 w 120338"/>
                <a:gd name="csY12" fmla="*/ 176697 h 176616"/>
                <a:gd name="csX13" fmla="*/ 108397 w 120338"/>
                <a:gd name="csY13" fmla="*/ 162918 h 176616"/>
                <a:gd name="csX14" fmla="*/ 115982 w 120338"/>
                <a:gd name="csY14" fmla="*/ 138116 h 176616"/>
                <a:gd name="csX15" fmla="*/ 112948 w 120338"/>
                <a:gd name="csY15" fmla="*/ 135611 h 176616"/>
                <a:gd name="csX16" fmla="*/ 109409 w 120338"/>
                <a:gd name="csY16" fmla="*/ 140121 h 176616"/>
                <a:gd name="csX17" fmla="*/ 90195 w 120338"/>
                <a:gd name="csY17" fmla="*/ 171185 h 176616"/>
                <a:gd name="csX18" fmla="*/ 82611 w 120338"/>
                <a:gd name="csY18" fmla="*/ 159661 h 176616"/>
                <a:gd name="csX19" fmla="*/ 84127 w 120338"/>
                <a:gd name="csY19" fmla="*/ 147636 h 176616"/>
                <a:gd name="csX20" fmla="*/ 120532 w 120338"/>
                <a:gd name="csY20" fmla="*/ 2835 h 176616"/>
                <a:gd name="csX21" fmla="*/ 67947 w 120338"/>
                <a:gd name="csY21" fmla="*/ 144129 h 176616"/>
                <a:gd name="csX22" fmla="*/ 62891 w 120338"/>
                <a:gd name="csY22" fmla="*/ 153398 h 176616"/>
                <a:gd name="csX23" fmla="*/ 34323 w 120338"/>
                <a:gd name="csY23" fmla="*/ 171185 h 176616"/>
                <a:gd name="csX24" fmla="*/ 18143 w 120338"/>
                <a:gd name="csY24" fmla="*/ 147636 h 176616"/>
                <a:gd name="csX25" fmla="*/ 32048 w 120338"/>
                <a:gd name="csY25" fmla="*/ 92772 h 176616"/>
                <a:gd name="csX26" fmla="*/ 61374 w 120338"/>
                <a:gd name="csY26" fmla="*/ 68722 h 176616"/>
                <a:gd name="csX27" fmla="*/ 81347 w 120338"/>
                <a:gd name="csY27" fmla="*/ 90768 h 176616"/>
                <a:gd name="csX28" fmla="*/ 80588 w 120338"/>
                <a:gd name="csY28" fmla="*/ 95027 h 176616"/>
                <a:gd name="csX29" fmla="*/ 67947 w 120338"/>
                <a:gd name="csY29" fmla="*/ 144129 h 176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20338" h="176616">
                  <a:moveTo>
                    <a:pt x="120532" y="2835"/>
                  </a:moveTo>
                  <a:cubicBezTo>
                    <a:pt x="120532" y="2585"/>
                    <a:pt x="120532" y="80"/>
                    <a:pt x="117246" y="80"/>
                  </a:cubicBezTo>
                  <a:cubicBezTo>
                    <a:pt x="113454" y="80"/>
                    <a:pt x="89437" y="2334"/>
                    <a:pt x="85139" y="2835"/>
                  </a:cubicBezTo>
                  <a:cubicBezTo>
                    <a:pt x="83116" y="3086"/>
                    <a:pt x="81599" y="4338"/>
                    <a:pt x="81599" y="7595"/>
                  </a:cubicBezTo>
                  <a:cubicBezTo>
                    <a:pt x="81599" y="10601"/>
                    <a:pt x="83875" y="10601"/>
                    <a:pt x="87667" y="10601"/>
                  </a:cubicBezTo>
                  <a:cubicBezTo>
                    <a:pt x="99802" y="10601"/>
                    <a:pt x="100307" y="12355"/>
                    <a:pt x="100307" y="14860"/>
                  </a:cubicBezTo>
                  <a:lnTo>
                    <a:pt x="99549" y="19871"/>
                  </a:lnTo>
                  <a:lnTo>
                    <a:pt x="84380" y="79244"/>
                  </a:lnTo>
                  <a:cubicBezTo>
                    <a:pt x="79830" y="69975"/>
                    <a:pt x="72498" y="63211"/>
                    <a:pt x="61122" y="63211"/>
                  </a:cubicBezTo>
                  <a:cubicBezTo>
                    <a:pt x="31542" y="63211"/>
                    <a:pt x="194" y="100037"/>
                    <a:pt x="194" y="136613"/>
                  </a:cubicBezTo>
                  <a:cubicBezTo>
                    <a:pt x="194" y="160162"/>
                    <a:pt x="14098" y="176697"/>
                    <a:pt x="33818" y="176697"/>
                  </a:cubicBezTo>
                  <a:cubicBezTo>
                    <a:pt x="38874" y="176697"/>
                    <a:pt x="51515" y="175695"/>
                    <a:pt x="66683" y="157908"/>
                  </a:cubicBezTo>
                  <a:cubicBezTo>
                    <a:pt x="68706" y="168429"/>
                    <a:pt x="77554" y="176697"/>
                    <a:pt x="89689" y="176697"/>
                  </a:cubicBezTo>
                  <a:cubicBezTo>
                    <a:pt x="98538" y="176697"/>
                    <a:pt x="104352" y="170935"/>
                    <a:pt x="108397" y="162918"/>
                  </a:cubicBezTo>
                  <a:cubicBezTo>
                    <a:pt x="112695" y="153899"/>
                    <a:pt x="115982" y="138617"/>
                    <a:pt x="115982" y="138116"/>
                  </a:cubicBezTo>
                  <a:cubicBezTo>
                    <a:pt x="115982" y="135611"/>
                    <a:pt x="113706" y="135611"/>
                    <a:pt x="112948" y="135611"/>
                  </a:cubicBezTo>
                  <a:cubicBezTo>
                    <a:pt x="110420" y="135611"/>
                    <a:pt x="110167" y="136613"/>
                    <a:pt x="109409" y="140121"/>
                  </a:cubicBezTo>
                  <a:cubicBezTo>
                    <a:pt x="105111" y="156404"/>
                    <a:pt x="100560" y="171185"/>
                    <a:pt x="90195" y="171185"/>
                  </a:cubicBezTo>
                  <a:cubicBezTo>
                    <a:pt x="83369" y="171185"/>
                    <a:pt x="82611" y="164672"/>
                    <a:pt x="82611" y="159661"/>
                  </a:cubicBezTo>
                  <a:cubicBezTo>
                    <a:pt x="82611" y="153649"/>
                    <a:pt x="83116" y="151895"/>
                    <a:pt x="84127" y="147636"/>
                  </a:cubicBezTo>
                  <a:lnTo>
                    <a:pt x="120532" y="2835"/>
                  </a:lnTo>
                  <a:close/>
                  <a:moveTo>
                    <a:pt x="67947" y="144129"/>
                  </a:moveTo>
                  <a:cubicBezTo>
                    <a:pt x="66683" y="148638"/>
                    <a:pt x="66683" y="149139"/>
                    <a:pt x="62891" y="153398"/>
                  </a:cubicBezTo>
                  <a:cubicBezTo>
                    <a:pt x="51767" y="167177"/>
                    <a:pt x="41402" y="171185"/>
                    <a:pt x="34323" y="171185"/>
                  </a:cubicBezTo>
                  <a:cubicBezTo>
                    <a:pt x="21683" y="171185"/>
                    <a:pt x="18143" y="157407"/>
                    <a:pt x="18143" y="147636"/>
                  </a:cubicBezTo>
                  <a:cubicBezTo>
                    <a:pt x="18143" y="135110"/>
                    <a:pt x="26233" y="104296"/>
                    <a:pt x="32048" y="92772"/>
                  </a:cubicBezTo>
                  <a:cubicBezTo>
                    <a:pt x="39885" y="77992"/>
                    <a:pt x="51262" y="68722"/>
                    <a:pt x="61374" y="68722"/>
                  </a:cubicBezTo>
                  <a:cubicBezTo>
                    <a:pt x="77807" y="68722"/>
                    <a:pt x="81347" y="89265"/>
                    <a:pt x="81347" y="90768"/>
                  </a:cubicBezTo>
                  <a:cubicBezTo>
                    <a:pt x="81347" y="92271"/>
                    <a:pt x="80841" y="93774"/>
                    <a:pt x="80588" y="95027"/>
                  </a:cubicBezTo>
                  <a:lnTo>
                    <a:pt x="67947" y="144129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FF8336CC-97FB-2D4D-DDAB-5757FD56052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5939945" y="6643293"/>
              <a:ext cx="77613" cy="159581"/>
            </a:xfrm>
            <a:custGeom>
              <a:avLst/>
              <a:gdLst>
                <a:gd name="csX0" fmla="*/ 46464 w 77613"/>
                <a:gd name="csY0" fmla="*/ 56697 h 159581"/>
                <a:gd name="csX1" fmla="*/ 70228 w 77613"/>
                <a:gd name="csY1" fmla="*/ 56697 h 159581"/>
                <a:gd name="csX2" fmla="*/ 77812 w 77613"/>
                <a:gd name="csY2" fmla="*/ 51687 h 159581"/>
                <a:gd name="csX3" fmla="*/ 70734 w 77613"/>
                <a:gd name="csY3" fmla="*/ 48931 h 159581"/>
                <a:gd name="csX4" fmla="*/ 48486 w 77613"/>
                <a:gd name="csY4" fmla="*/ 48931 h 159581"/>
                <a:gd name="csX5" fmla="*/ 58851 w 77613"/>
                <a:gd name="csY5" fmla="*/ 6844 h 159581"/>
                <a:gd name="csX6" fmla="*/ 51520 w 77613"/>
                <a:gd name="csY6" fmla="*/ 80 h 159581"/>
                <a:gd name="csX7" fmla="*/ 41407 w 77613"/>
                <a:gd name="csY7" fmla="*/ 9098 h 159581"/>
                <a:gd name="csX8" fmla="*/ 31548 w 77613"/>
                <a:gd name="csY8" fmla="*/ 48931 h 159581"/>
                <a:gd name="csX9" fmla="*/ 7783 w 77613"/>
                <a:gd name="csY9" fmla="*/ 48931 h 159581"/>
                <a:gd name="csX10" fmla="*/ 199 w 77613"/>
                <a:gd name="csY10" fmla="*/ 53691 h 159581"/>
                <a:gd name="csX11" fmla="*/ 7278 w 77613"/>
                <a:gd name="csY11" fmla="*/ 56697 h 159581"/>
                <a:gd name="csX12" fmla="*/ 29525 w 77613"/>
                <a:gd name="csY12" fmla="*/ 56697 h 159581"/>
                <a:gd name="csX13" fmla="*/ 10311 w 77613"/>
                <a:gd name="csY13" fmla="*/ 136613 h 159581"/>
                <a:gd name="csX14" fmla="*/ 33570 w 77613"/>
                <a:gd name="csY14" fmla="*/ 159661 h 159581"/>
                <a:gd name="csX15" fmla="*/ 73767 w 77613"/>
                <a:gd name="csY15" fmla="*/ 121081 h 159581"/>
                <a:gd name="csX16" fmla="*/ 70734 w 77613"/>
                <a:gd name="csY16" fmla="*/ 118576 h 159581"/>
                <a:gd name="csX17" fmla="*/ 66941 w 77613"/>
                <a:gd name="csY17" fmla="*/ 122083 h 159581"/>
                <a:gd name="csX18" fmla="*/ 34076 w 77613"/>
                <a:gd name="csY18" fmla="*/ 154150 h 159581"/>
                <a:gd name="csX19" fmla="*/ 26239 w 77613"/>
                <a:gd name="csY19" fmla="*/ 142626 h 159581"/>
                <a:gd name="csX20" fmla="*/ 27755 w 77613"/>
                <a:gd name="csY20" fmla="*/ 130601 h 159581"/>
                <a:gd name="csX21" fmla="*/ 46464 w 77613"/>
                <a:gd name="csY21" fmla="*/ 56697 h 159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613" h="159581">
                  <a:moveTo>
                    <a:pt x="46464" y="56697"/>
                  </a:moveTo>
                  <a:lnTo>
                    <a:pt x="70228" y="56697"/>
                  </a:lnTo>
                  <a:cubicBezTo>
                    <a:pt x="75284" y="56697"/>
                    <a:pt x="77812" y="56697"/>
                    <a:pt x="77812" y="51687"/>
                  </a:cubicBezTo>
                  <a:cubicBezTo>
                    <a:pt x="77812" y="48931"/>
                    <a:pt x="75284" y="48931"/>
                    <a:pt x="70734" y="48931"/>
                  </a:cubicBezTo>
                  <a:lnTo>
                    <a:pt x="48486" y="48931"/>
                  </a:lnTo>
                  <a:cubicBezTo>
                    <a:pt x="57587" y="13357"/>
                    <a:pt x="58851" y="8347"/>
                    <a:pt x="58851" y="6844"/>
                  </a:cubicBezTo>
                  <a:cubicBezTo>
                    <a:pt x="58851" y="2585"/>
                    <a:pt x="55818" y="80"/>
                    <a:pt x="51520" y="80"/>
                  </a:cubicBezTo>
                  <a:cubicBezTo>
                    <a:pt x="50761" y="80"/>
                    <a:pt x="43683" y="330"/>
                    <a:pt x="41407" y="9098"/>
                  </a:cubicBezTo>
                  <a:lnTo>
                    <a:pt x="31548" y="48931"/>
                  </a:lnTo>
                  <a:lnTo>
                    <a:pt x="7783" y="48931"/>
                  </a:lnTo>
                  <a:cubicBezTo>
                    <a:pt x="2727" y="48931"/>
                    <a:pt x="199" y="48931"/>
                    <a:pt x="199" y="53691"/>
                  </a:cubicBezTo>
                  <a:cubicBezTo>
                    <a:pt x="199" y="56697"/>
                    <a:pt x="2221" y="56697"/>
                    <a:pt x="7278" y="56697"/>
                  </a:cubicBezTo>
                  <a:lnTo>
                    <a:pt x="29525" y="56697"/>
                  </a:lnTo>
                  <a:cubicBezTo>
                    <a:pt x="11323" y="127845"/>
                    <a:pt x="10311" y="132104"/>
                    <a:pt x="10311" y="136613"/>
                  </a:cubicBezTo>
                  <a:cubicBezTo>
                    <a:pt x="10311" y="150141"/>
                    <a:pt x="19918" y="159661"/>
                    <a:pt x="33570" y="159661"/>
                  </a:cubicBezTo>
                  <a:cubicBezTo>
                    <a:pt x="59357" y="159661"/>
                    <a:pt x="73767" y="123085"/>
                    <a:pt x="73767" y="121081"/>
                  </a:cubicBezTo>
                  <a:cubicBezTo>
                    <a:pt x="73767" y="118576"/>
                    <a:pt x="71745" y="118576"/>
                    <a:pt x="70734" y="118576"/>
                  </a:cubicBezTo>
                  <a:cubicBezTo>
                    <a:pt x="68458" y="118576"/>
                    <a:pt x="68205" y="119327"/>
                    <a:pt x="66941" y="122083"/>
                  </a:cubicBezTo>
                  <a:cubicBezTo>
                    <a:pt x="56070" y="148137"/>
                    <a:pt x="42671" y="154150"/>
                    <a:pt x="34076" y="154150"/>
                  </a:cubicBezTo>
                  <a:cubicBezTo>
                    <a:pt x="28767" y="154150"/>
                    <a:pt x="26239" y="150893"/>
                    <a:pt x="26239" y="142626"/>
                  </a:cubicBezTo>
                  <a:cubicBezTo>
                    <a:pt x="26239" y="136613"/>
                    <a:pt x="26744" y="134860"/>
                    <a:pt x="27755" y="130601"/>
                  </a:cubicBezTo>
                  <a:lnTo>
                    <a:pt x="46464" y="56697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0DF3AADE-FA01-A68D-B620-C6D2C81480B6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109805" y="6708178"/>
              <a:ext cx="168120" cy="58621"/>
            </a:xfrm>
            <a:custGeom>
              <a:avLst/>
              <a:gdLst>
                <a:gd name="csX0" fmla="*/ 159730 w 168120"/>
                <a:gd name="csY0" fmla="*/ 10100 h 58621"/>
                <a:gd name="csX1" fmla="*/ 168326 w 168120"/>
                <a:gd name="csY1" fmla="*/ 5090 h 58621"/>
                <a:gd name="csX2" fmla="*/ 159983 w 168120"/>
                <a:gd name="csY2" fmla="*/ 80 h 58621"/>
                <a:gd name="csX3" fmla="*/ 8548 w 168120"/>
                <a:gd name="csY3" fmla="*/ 80 h 58621"/>
                <a:gd name="csX4" fmla="*/ 205 w 168120"/>
                <a:gd name="csY4" fmla="*/ 5090 h 58621"/>
                <a:gd name="csX5" fmla="*/ 8801 w 168120"/>
                <a:gd name="csY5" fmla="*/ 10100 h 58621"/>
                <a:gd name="csX6" fmla="*/ 159730 w 168120"/>
                <a:gd name="csY6" fmla="*/ 10100 h 58621"/>
                <a:gd name="csX7" fmla="*/ 159983 w 168120"/>
                <a:gd name="csY7" fmla="*/ 58701 h 58621"/>
                <a:gd name="csX8" fmla="*/ 168326 w 168120"/>
                <a:gd name="csY8" fmla="*/ 53691 h 58621"/>
                <a:gd name="csX9" fmla="*/ 159730 w 168120"/>
                <a:gd name="csY9" fmla="*/ 48681 h 58621"/>
                <a:gd name="csX10" fmla="*/ 8801 w 168120"/>
                <a:gd name="csY10" fmla="*/ 48681 h 58621"/>
                <a:gd name="csX11" fmla="*/ 205 w 168120"/>
                <a:gd name="csY11" fmla="*/ 53691 h 58621"/>
                <a:gd name="csX12" fmla="*/ 8548 w 168120"/>
                <a:gd name="csY12" fmla="*/ 58701 h 58621"/>
                <a:gd name="csX13" fmla="*/ 159983 w 168120"/>
                <a:gd name="csY13" fmla="*/ 58701 h 58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8120" h="58621">
                  <a:moveTo>
                    <a:pt x="159730" y="10100"/>
                  </a:moveTo>
                  <a:cubicBezTo>
                    <a:pt x="163522" y="10100"/>
                    <a:pt x="168326" y="10100"/>
                    <a:pt x="168326" y="5090"/>
                  </a:cubicBezTo>
                  <a:cubicBezTo>
                    <a:pt x="168326" y="80"/>
                    <a:pt x="163522" y="80"/>
                    <a:pt x="159983" y="80"/>
                  </a:cubicBezTo>
                  <a:lnTo>
                    <a:pt x="8548" y="80"/>
                  </a:lnTo>
                  <a:cubicBezTo>
                    <a:pt x="5009" y="80"/>
                    <a:pt x="205" y="80"/>
                    <a:pt x="205" y="5090"/>
                  </a:cubicBezTo>
                  <a:cubicBezTo>
                    <a:pt x="205" y="10100"/>
                    <a:pt x="5009" y="10100"/>
                    <a:pt x="8801" y="10100"/>
                  </a:cubicBezTo>
                  <a:lnTo>
                    <a:pt x="159730" y="10100"/>
                  </a:lnTo>
                  <a:close/>
                  <a:moveTo>
                    <a:pt x="159983" y="58701"/>
                  </a:moveTo>
                  <a:cubicBezTo>
                    <a:pt x="163522" y="58701"/>
                    <a:pt x="168326" y="58701"/>
                    <a:pt x="168326" y="53691"/>
                  </a:cubicBezTo>
                  <a:cubicBezTo>
                    <a:pt x="168326" y="48681"/>
                    <a:pt x="163522" y="48681"/>
                    <a:pt x="159730" y="48681"/>
                  </a:cubicBezTo>
                  <a:lnTo>
                    <a:pt x="8801" y="48681"/>
                  </a:lnTo>
                  <a:cubicBezTo>
                    <a:pt x="5009" y="48681"/>
                    <a:pt x="205" y="48681"/>
                    <a:pt x="205" y="53691"/>
                  </a:cubicBezTo>
                  <a:cubicBezTo>
                    <a:pt x="205" y="58701"/>
                    <a:pt x="5009" y="58701"/>
                    <a:pt x="8548" y="58701"/>
                  </a:cubicBezTo>
                  <a:lnTo>
                    <a:pt x="159983" y="58701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0F48B58C-0F7B-BA4E-7030-0A1110A9EC0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443564" y="6463793"/>
              <a:ext cx="83428" cy="166846"/>
            </a:xfrm>
            <a:custGeom>
              <a:avLst/>
              <a:gdLst>
                <a:gd name="csX0" fmla="*/ 52045 w 83428"/>
                <a:gd name="csY0" fmla="*/ 6586 h 166846"/>
                <a:gd name="csX1" fmla="*/ 46230 w 83428"/>
                <a:gd name="csY1" fmla="*/ 73 h 166846"/>
                <a:gd name="csX2" fmla="*/ 218 w 83428"/>
                <a:gd name="csY2" fmla="*/ 16106 h 166846"/>
                <a:gd name="csX3" fmla="*/ 218 w 83428"/>
                <a:gd name="csY3" fmla="*/ 23872 h 166846"/>
                <a:gd name="csX4" fmla="*/ 33337 w 83428"/>
                <a:gd name="csY4" fmla="*/ 17359 h 166846"/>
                <a:gd name="csX5" fmla="*/ 33337 w 83428"/>
                <a:gd name="csY5" fmla="*/ 147128 h 166846"/>
                <a:gd name="csX6" fmla="*/ 9825 w 83428"/>
                <a:gd name="csY6" fmla="*/ 159153 h 166846"/>
                <a:gd name="csX7" fmla="*/ 1735 w 83428"/>
                <a:gd name="csY7" fmla="*/ 159153 h 166846"/>
                <a:gd name="csX8" fmla="*/ 1735 w 83428"/>
                <a:gd name="csY8" fmla="*/ 166920 h 166846"/>
                <a:gd name="csX9" fmla="*/ 42691 w 83428"/>
                <a:gd name="csY9" fmla="*/ 166168 h 166846"/>
                <a:gd name="csX10" fmla="*/ 83646 w 83428"/>
                <a:gd name="csY10" fmla="*/ 166920 h 166846"/>
                <a:gd name="csX11" fmla="*/ 83646 w 83428"/>
                <a:gd name="csY11" fmla="*/ 159153 h 166846"/>
                <a:gd name="csX12" fmla="*/ 75556 w 83428"/>
                <a:gd name="csY12" fmla="*/ 159153 h 166846"/>
                <a:gd name="csX13" fmla="*/ 52045 w 83428"/>
                <a:gd name="csY13" fmla="*/ 147128 h 166846"/>
                <a:gd name="csX14" fmla="*/ 52045 w 83428"/>
                <a:gd name="csY14" fmla="*/ 6586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428" h="166846">
                  <a:moveTo>
                    <a:pt x="52045" y="6586"/>
                  </a:moveTo>
                  <a:cubicBezTo>
                    <a:pt x="52045" y="574"/>
                    <a:pt x="52045" y="73"/>
                    <a:pt x="46230" y="73"/>
                  </a:cubicBezTo>
                  <a:cubicBezTo>
                    <a:pt x="30556" y="16106"/>
                    <a:pt x="8308" y="16106"/>
                    <a:pt x="218" y="16106"/>
                  </a:cubicBezTo>
                  <a:lnTo>
                    <a:pt x="218" y="23872"/>
                  </a:lnTo>
                  <a:cubicBezTo>
                    <a:pt x="5274" y="23872"/>
                    <a:pt x="20190" y="23872"/>
                    <a:pt x="33337" y="17359"/>
                  </a:cubicBezTo>
                  <a:lnTo>
                    <a:pt x="33337" y="147128"/>
                  </a:lnTo>
                  <a:cubicBezTo>
                    <a:pt x="33337" y="156147"/>
                    <a:pt x="32578" y="159153"/>
                    <a:pt x="9825" y="159153"/>
                  </a:cubicBezTo>
                  <a:lnTo>
                    <a:pt x="1735" y="159153"/>
                  </a:lnTo>
                  <a:lnTo>
                    <a:pt x="1735" y="166920"/>
                  </a:lnTo>
                  <a:cubicBezTo>
                    <a:pt x="10583" y="166168"/>
                    <a:pt x="32578" y="166168"/>
                    <a:pt x="42691" y="166168"/>
                  </a:cubicBezTo>
                  <a:cubicBezTo>
                    <a:pt x="52803" y="166168"/>
                    <a:pt x="74798" y="166168"/>
                    <a:pt x="83646" y="166920"/>
                  </a:cubicBezTo>
                  <a:lnTo>
                    <a:pt x="83646" y="159153"/>
                  </a:lnTo>
                  <a:lnTo>
                    <a:pt x="75556" y="159153"/>
                  </a:lnTo>
                  <a:cubicBezTo>
                    <a:pt x="52803" y="159153"/>
                    <a:pt x="52045" y="156398"/>
                    <a:pt x="52045" y="147128"/>
                  </a:cubicBezTo>
                  <a:lnTo>
                    <a:pt x="52045" y="6586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AC6BE71-4D8E-1621-607B-037AA1439D7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392842" y="6732478"/>
              <a:ext cx="182850" cy="10020"/>
            </a:xfrm>
            <a:prstGeom prst="rect">
              <a:avLst/>
            </a:pr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44E45901-4427-497D-A3F4-DB0A25D08B5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398909" y="6802361"/>
              <a:ext cx="171912" cy="169602"/>
            </a:xfrm>
            <a:custGeom>
              <a:avLst/>
              <a:gdLst>
                <a:gd name="csX0" fmla="*/ 102100 w 171912"/>
                <a:gd name="csY0" fmla="*/ 17623 h 169602"/>
                <a:gd name="csX1" fmla="*/ 107915 w 171912"/>
                <a:gd name="csY1" fmla="*/ 8354 h 169602"/>
                <a:gd name="csX2" fmla="*/ 123842 w 171912"/>
                <a:gd name="csY2" fmla="*/ 7853 h 169602"/>
                <a:gd name="csX3" fmla="*/ 160753 w 171912"/>
                <a:gd name="csY3" fmla="*/ 28395 h 169602"/>
                <a:gd name="csX4" fmla="*/ 158730 w 171912"/>
                <a:gd name="csY4" fmla="*/ 48437 h 169602"/>
                <a:gd name="csX5" fmla="*/ 157972 w 171912"/>
                <a:gd name="csY5" fmla="*/ 53197 h 169602"/>
                <a:gd name="csX6" fmla="*/ 161006 w 171912"/>
                <a:gd name="csY6" fmla="*/ 56454 h 169602"/>
                <a:gd name="csX7" fmla="*/ 164798 w 171912"/>
                <a:gd name="csY7" fmla="*/ 50692 h 169602"/>
                <a:gd name="csX8" fmla="*/ 171624 w 171912"/>
                <a:gd name="csY8" fmla="*/ 7101 h 169602"/>
                <a:gd name="csX9" fmla="*/ 172129 w 171912"/>
                <a:gd name="csY9" fmla="*/ 2842 h 169602"/>
                <a:gd name="csX10" fmla="*/ 165303 w 171912"/>
                <a:gd name="csY10" fmla="*/ 86 h 169602"/>
                <a:gd name="csX11" fmla="*/ 24993 w 171912"/>
                <a:gd name="csY11" fmla="*/ 86 h 169602"/>
                <a:gd name="csX12" fmla="*/ 16903 w 171912"/>
                <a:gd name="csY12" fmla="*/ 5097 h 169602"/>
                <a:gd name="csX13" fmla="*/ 1734 w 171912"/>
                <a:gd name="csY13" fmla="*/ 49188 h 169602"/>
                <a:gd name="csX14" fmla="*/ 217 w 171912"/>
                <a:gd name="csY14" fmla="*/ 53698 h 169602"/>
                <a:gd name="csX15" fmla="*/ 3251 w 171912"/>
                <a:gd name="csY15" fmla="*/ 56454 h 169602"/>
                <a:gd name="csX16" fmla="*/ 7549 w 171912"/>
                <a:gd name="csY16" fmla="*/ 51193 h 169602"/>
                <a:gd name="csX17" fmla="*/ 65190 w 171912"/>
                <a:gd name="csY17" fmla="*/ 7853 h 169602"/>
                <a:gd name="csX18" fmla="*/ 75049 w 171912"/>
                <a:gd name="csY18" fmla="*/ 7853 h 169602"/>
                <a:gd name="csX19" fmla="*/ 82128 w 171912"/>
                <a:gd name="csY19" fmla="*/ 10859 h 169602"/>
                <a:gd name="csX20" fmla="*/ 81117 w 171912"/>
                <a:gd name="csY20" fmla="*/ 16120 h 169602"/>
                <a:gd name="csX21" fmla="*/ 47240 w 171912"/>
                <a:gd name="csY21" fmla="*/ 149898 h 169602"/>
                <a:gd name="csX22" fmla="*/ 17155 w 171912"/>
                <a:gd name="csY22" fmla="*/ 161923 h 169602"/>
                <a:gd name="csX23" fmla="*/ 6537 w 171912"/>
                <a:gd name="csY23" fmla="*/ 166683 h 169602"/>
                <a:gd name="csX24" fmla="*/ 10835 w 171912"/>
                <a:gd name="csY24" fmla="*/ 169689 h 169602"/>
                <a:gd name="csX25" fmla="*/ 31566 w 171912"/>
                <a:gd name="csY25" fmla="*/ 169188 h 169602"/>
                <a:gd name="csX26" fmla="*/ 53055 w 171912"/>
                <a:gd name="csY26" fmla="*/ 168937 h 169602"/>
                <a:gd name="csX27" fmla="*/ 74038 w 171912"/>
                <a:gd name="csY27" fmla="*/ 169188 h 169602"/>
                <a:gd name="csX28" fmla="*/ 96033 w 171912"/>
                <a:gd name="csY28" fmla="*/ 169689 h 169602"/>
                <a:gd name="csX29" fmla="*/ 101595 w 171912"/>
                <a:gd name="csY29" fmla="*/ 164678 h 169602"/>
                <a:gd name="csX30" fmla="*/ 92999 w 171912"/>
                <a:gd name="csY30" fmla="*/ 161923 h 169602"/>
                <a:gd name="csX31" fmla="*/ 76819 w 171912"/>
                <a:gd name="csY31" fmla="*/ 161422 h 169602"/>
                <a:gd name="csX32" fmla="*/ 67465 w 171912"/>
                <a:gd name="csY32" fmla="*/ 155910 h 169602"/>
                <a:gd name="csX33" fmla="*/ 68476 w 171912"/>
                <a:gd name="csY33" fmla="*/ 150649 h 169602"/>
                <a:gd name="csX34" fmla="*/ 102100 w 171912"/>
                <a:gd name="csY34" fmla="*/ 17623 h 169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912" h="169602">
                  <a:moveTo>
                    <a:pt x="102100" y="17623"/>
                  </a:moveTo>
                  <a:cubicBezTo>
                    <a:pt x="103870" y="10608"/>
                    <a:pt x="104881" y="9105"/>
                    <a:pt x="107915" y="8354"/>
                  </a:cubicBezTo>
                  <a:cubicBezTo>
                    <a:pt x="110190" y="7853"/>
                    <a:pt x="118533" y="7853"/>
                    <a:pt x="123842" y="7853"/>
                  </a:cubicBezTo>
                  <a:cubicBezTo>
                    <a:pt x="149376" y="7853"/>
                    <a:pt x="160753" y="8855"/>
                    <a:pt x="160753" y="28395"/>
                  </a:cubicBezTo>
                  <a:cubicBezTo>
                    <a:pt x="160753" y="32153"/>
                    <a:pt x="159742" y="41923"/>
                    <a:pt x="158730" y="48437"/>
                  </a:cubicBezTo>
                  <a:cubicBezTo>
                    <a:pt x="158478" y="49439"/>
                    <a:pt x="157972" y="52445"/>
                    <a:pt x="157972" y="53197"/>
                  </a:cubicBezTo>
                  <a:cubicBezTo>
                    <a:pt x="157972" y="54700"/>
                    <a:pt x="158730" y="56454"/>
                    <a:pt x="161006" y="56454"/>
                  </a:cubicBezTo>
                  <a:cubicBezTo>
                    <a:pt x="163787" y="56454"/>
                    <a:pt x="164292" y="54449"/>
                    <a:pt x="164798" y="50692"/>
                  </a:cubicBezTo>
                  <a:lnTo>
                    <a:pt x="171624" y="7101"/>
                  </a:lnTo>
                  <a:cubicBezTo>
                    <a:pt x="171877" y="6099"/>
                    <a:pt x="172129" y="3594"/>
                    <a:pt x="172129" y="2842"/>
                  </a:cubicBezTo>
                  <a:cubicBezTo>
                    <a:pt x="172129" y="86"/>
                    <a:pt x="169601" y="86"/>
                    <a:pt x="165303" y="86"/>
                  </a:cubicBezTo>
                  <a:lnTo>
                    <a:pt x="24993" y="86"/>
                  </a:lnTo>
                  <a:cubicBezTo>
                    <a:pt x="18925" y="86"/>
                    <a:pt x="18672" y="337"/>
                    <a:pt x="16903" y="5097"/>
                  </a:cubicBezTo>
                  <a:lnTo>
                    <a:pt x="1734" y="49188"/>
                  </a:lnTo>
                  <a:cubicBezTo>
                    <a:pt x="1481" y="49690"/>
                    <a:pt x="217" y="53197"/>
                    <a:pt x="217" y="53698"/>
                  </a:cubicBezTo>
                  <a:cubicBezTo>
                    <a:pt x="217" y="55201"/>
                    <a:pt x="1481" y="56454"/>
                    <a:pt x="3251" y="56454"/>
                  </a:cubicBezTo>
                  <a:cubicBezTo>
                    <a:pt x="5779" y="56454"/>
                    <a:pt x="6032" y="55201"/>
                    <a:pt x="7549" y="51193"/>
                  </a:cubicBezTo>
                  <a:cubicBezTo>
                    <a:pt x="21200" y="12362"/>
                    <a:pt x="27774" y="7853"/>
                    <a:pt x="65190" y="7853"/>
                  </a:cubicBezTo>
                  <a:lnTo>
                    <a:pt x="75049" y="7853"/>
                  </a:lnTo>
                  <a:cubicBezTo>
                    <a:pt x="82128" y="7853"/>
                    <a:pt x="82128" y="8855"/>
                    <a:pt x="82128" y="10859"/>
                  </a:cubicBezTo>
                  <a:cubicBezTo>
                    <a:pt x="82128" y="12362"/>
                    <a:pt x="81370" y="15368"/>
                    <a:pt x="81117" y="16120"/>
                  </a:cubicBezTo>
                  <a:lnTo>
                    <a:pt x="47240" y="149898"/>
                  </a:lnTo>
                  <a:cubicBezTo>
                    <a:pt x="44965" y="159167"/>
                    <a:pt x="44206" y="161923"/>
                    <a:pt x="17155" y="161923"/>
                  </a:cubicBezTo>
                  <a:cubicBezTo>
                    <a:pt x="8054" y="161923"/>
                    <a:pt x="6537" y="161923"/>
                    <a:pt x="6537" y="166683"/>
                  </a:cubicBezTo>
                  <a:cubicBezTo>
                    <a:pt x="6537" y="169689"/>
                    <a:pt x="9318" y="169689"/>
                    <a:pt x="10835" y="169689"/>
                  </a:cubicBezTo>
                  <a:cubicBezTo>
                    <a:pt x="17661" y="169689"/>
                    <a:pt x="24740" y="169188"/>
                    <a:pt x="31566" y="169188"/>
                  </a:cubicBezTo>
                  <a:cubicBezTo>
                    <a:pt x="38645" y="169188"/>
                    <a:pt x="45976" y="168937"/>
                    <a:pt x="53055" y="168937"/>
                  </a:cubicBezTo>
                  <a:cubicBezTo>
                    <a:pt x="60134" y="168937"/>
                    <a:pt x="67212" y="169188"/>
                    <a:pt x="74038" y="169188"/>
                  </a:cubicBezTo>
                  <a:cubicBezTo>
                    <a:pt x="81370" y="169188"/>
                    <a:pt x="88954" y="169689"/>
                    <a:pt x="96033" y="169689"/>
                  </a:cubicBezTo>
                  <a:cubicBezTo>
                    <a:pt x="98561" y="169689"/>
                    <a:pt x="101595" y="169689"/>
                    <a:pt x="101595" y="164678"/>
                  </a:cubicBezTo>
                  <a:cubicBezTo>
                    <a:pt x="101595" y="161923"/>
                    <a:pt x="99572" y="161923"/>
                    <a:pt x="92999" y="161923"/>
                  </a:cubicBezTo>
                  <a:cubicBezTo>
                    <a:pt x="86679" y="161923"/>
                    <a:pt x="83392" y="161923"/>
                    <a:pt x="76819" y="161422"/>
                  </a:cubicBezTo>
                  <a:cubicBezTo>
                    <a:pt x="69488" y="160670"/>
                    <a:pt x="67465" y="159919"/>
                    <a:pt x="67465" y="155910"/>
                  </a:cubicBezTo>
                  <a:cubicBezTo>
                    <a:pt x="67465" y="155660"/>
                    <a:pt x="67465" y="154407"/>
                    <a:pt x="68476" y="150649"/>
                  </a:cubicBezTo>
                  <a:lnTo>
                    <a:pt x="102100" y="17623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B85F9687-1A3C-DBCF-186F-0ADC3CAAB3F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662321" y="6459130"/>
              <a:ext cx="224244" cy="556656"/>
            </a:xfrm>
            <a:custGeom>
              <a:avLst/>
              <a:gdLst>
                <a:gd name="csX0" fmla="*/ 12362 w 224244"/>
                <a:gd name="csY0" fmla="*/ 545449 h 556656"/>
                <a:gd name="csX1" fmla="*/ 24750 w 224244"/>
                <a:gd name="csY1" fmla="*/ 533174 h 556656"/>
                <a:gd name="csX2" fmla="*/ 12615 w 224244"/>
                <a:gd name="csY2" fmla="*/ 520898 h 556656"/>
                <a:gd name="csX3" fmla="*/ 227 w 224244"/>
                <a:gd name="csY3" fmla="*/ 533424 h 556656"/>
                <a:gd name="csX4" fmla="*/ 28289 w 224244"/>
                <a:gd name="csY4" fmla="*/ 556723 h 556656"/>
                <a:gd name="csX5" fmla="*/ 99077 w 224244"/>
                <a:gd name="csY5" fmla="*/ 425450 h 556656"/>
                <a:gd name="csX6" fmla="*/ 148628 w 224244"/>
                <a:gd name="csY6" fmla="*/ 185952 h 556656"/>
                <a:gd name="csX7" fmla="*/ 175932 w 224244"/>
                <a:gd name="csY7" fmla="*/ 50170 h 556656"/>
                <a:gd name="csX8" fmla="*/ 197421 w 224244"/>
                <a:gd name="csY8" fmla="*/ 5578 h 556656"/>
                <a:gd name="csX9" fmla="*/ 212589 w 224244"/>
                <a:gd name="csY9" fmla="*/ 11339 h 556656"/>
                <a:gd name="csX10" fmla="*/ 199949 w 224244"/>
                <a:gd name="csY10" fmla="*/ 23615 h 556656"/>
                <a:gd name="csX11" fmla="*/ 212084 w 224244"/>
                <a:gd name="csY11" fmla="*/ 35891 h 556656"/>
                <a:gd name="csX12" fmla="*/ 224472 w 224244"/>
                <a:gd name="csY12" fmla="*/ 23364 h 556656"/>
                <a:gd name="csX13" fmla="*/ 196915 w 224244"/>
                <a:gd name="csY13" fmla="*/ 66 h 556656"/>
                <a:gd name="csX14" fmla="*/ 149639 w 224244"/>
                <a:gd name="csY14" fmla="*/ 78479 h 556656"/>
                <a:gd name="csX15" fmla="*/ 86689 w 224244"/>
                <a:gd name="csY15" fmla="*/ 370836 h 556656"/>
                <a:gd name="csX16" fmla="*/ 64441 w 224244"/>
                <a:gd name="csY16" fmla="*/ 485825 h 556656"/>
                <a:gd name="csX17" fmla="*/ 27784 w 224244"/>
                <a:gd name="csY17" fmla="*/ 551211 h 556656"/>
                <a:gd name="csX18" fmla="*/ 12362 w 224244"/>
                <a:gd name="csY18" fmla="*/ 545449 h 55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24244" h="556656">
                  <a:moveTo>
                    <a:pt x="12362" y="545449"/>
                  </a:moveTo>
                  <a:cubicBezTo>
                    <a:pt x="20452" y="544948"/>
                    <a:pt x="24750" y="539437"/>
                    <a:pt x="24750" y="533174"/>
                  </a:cubicBezTo>
                  <a:cubicBezTo>
                    <a:pt x="24750" y="524907"/>
                    <a:pt x="18430" y="520898"/>
                    <a:pt x="12615" y="520898"/>
                  </a:cubicBezTo>
                  <a:cubicBezTo>
                    <a:pt x="6547" y="520898"/>
                    <a:pt x="227" y="524656"/>
                    <a:pt x="227" y="533424"/>
                  </a:cubicBezTo>
                  <a:cubicBezTo>
                    <a:pt x="227" y="546201"/>
                    <a:pt x="12868" y="556723"/>
                    <a:pt x="28289" y="556723"/>
                  </a:cubicBezTo>
                  <a:cubicBezTo>
                    <a:pt x="66717" y="556723"/>
                    <a:pt x="81127" y="498101"/>
                    <a:pt x="99077" y="425450"/>
                  </a:cubicBezTo>
                  <a:cubicBezTo>
                    <a:pt x="118543" y="346285"/>
                    <a:pt x="134976" y="266369"/>
                    <a:pt x="148628" y="185952"/>
                  </a:cubicBezTo>
                  <a:cubicBezTo>
                    <a:pt x="157982" y="132591"/>
                    <a:pt x="167336" y="82487"/>
                    <a:pt x="175932" y="50170"/>
                  </a:cubicBezTo>
                  <a:cubicBezTo>
                    <a:pt x="178965" y="37895"/>
                    <a:pt x="187561" y="5578"/>
                    <a:pt x="197421" y="5578"/>
                  </a:cubicBezTo>
                  <a:cubicBezTo>
                    <a:pt x="205258" y="5578"/>
                    <a:pt x="211578" y="10337"/>
                    <a:pt x="212589" y="11339"/>
                  </a:cubicBezTo>
                  <a:cubicBezTo>
                    <a:pt x="204247" y="11841"/>
                    <a:pt x="199949" y="17352"/>
                    <a:pt x="199949" y="23615"/>
                  </a:cubicBezTo>
                  <a:cubicBezTo>
                    <a:pt x="199949" y="31882"/>
                    <a:pt x="206269" y="35891"/>
                    <a:pt x="212084" y="35891"/>
                  </a:cubicBezTo>
                  <a:cubicBezTo>
                    <a:pt x="218151" y="35891"/>
                    <a:pt x="224472" y="32133"/>
                    <a:pt x="224472" y="23364"/>
                  </a:cubicBezTo>
                  <a:cubicBezTo>
                    <a:pt x="224472" y="9836"/>
                    <a:pt x="210820" y="66"/>
                    <a:pt x="196915" y="66"/>
                  </a:cubicBezTo>
                  <a:cubicBezTo>
                    <a:pt x="177701" y="66"/>
                    <a:pt x="163544" y="27373"/>
                    <a:pt x="149639" y="78479"/>
                  </a:cubicBezTo>
                  <a:cubicBezTo>
                    <a:pt x="148881" y="81235"/>
                    <a:pt x="114498" y="206996"/>
                    <a:pt x="86689" y="370836"/>
                  </a:cubicBezTo>
                  <a:cubicBezTo>
                    <a:pt x="80116" y="409166"/>
                    <a:pt x="72784" y="451003"/>
                    <a:pt x="64441" y="485825"/>
                  </a:cubicBezTo>
                  <a:cubicBezTo>
                    <a:pt x="59891" y="504113"/>
                    <a:pt x="48261" y="551211"/>
                    <a:pt x="27784" y="551211"/>
                  </a:cubicBezTo>
                  <a:cubicBezTo>
                    <a:pt x="18682" y="551211"/>
                    <a:pt x="12615" y="545449"/>
                    <a:pt x="12362" y="545449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DA7FAFEB-5823-E95F-7E2E-2319A919A1DC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908586" y="6402517"/>
              <a:ext cx="132195" cy="118546"/>
            </a:xfrm>
            <a:custGeom>
              <a:avLst/>
              <a:gdLst>
                <a:gd name="csX0" fmla="*/ 78634 w 132195"/>
                <a:gd name="csY0" fmla="*/ 12519 h 118546"/>
                <a:gd name="csX1" fmla="*/ 84120 w 132195"/>
                <a:gd name="csY1" fmla="*/ 6557 h 118546"/>
                <a:gd name="csX2" fmla="*/ 94738 w 132195"/>
                <a:gd name="csY2" fmla="*/ 6382 h 118546"/>
                <a:gd name="csX3" fmla="*/ 114559 w 132195"/>
                <a:gd name="csY3" fmla="*/ 7785 h 118546"/>
                <a:gd name="csX4" fmla="*/ 122876 w 132195"/>
                <a:gd name="csY4" fmla="*/ 21638 h 118546"/>
                <a:gd name="csX5" fmla="*/ 121638 w 132195"/>
                <a:gd name="csY5" fmla="*/ 35843 h 118546"/>
                <a:gd name="csX6" fmla="*/ 121284 w 132195"/>
                <a:gd name="csY6" fmla="*/ 37772 h 118546"/>
                <a:gd name="csX7" fmla="*/ 124292 w 132195"/>
                <a:gd name="csY7" fmla="*/ 40402 h 118546"/>
                <a:gd name="csX8" fmla="*/ 127654 w 132195"/>
                <a:gd name="csY8" fmla="*/ 36018 h 118546"/>
                <a:gd name="csX9" fmla="*/ 132433 w 132195"/>
                <a:gd name="csY9" fmla="*/ 2524 h 118546"/>
                <a:gd name="csX10" fmla="*/ 127124 w 132195"/>
                <a:gd name="csY10" fmla="*/ 69 h 118546"/>
                <a:gd name="csX11" fmla="*/ 18288 w 132195"/>
                <a:gd name="csY11" fmla="*/ 69 h 118546"/>
                <a:gd name="csX12" fmla="*/ 12271 w 132195"/>
                <a:gd name="csY12" fmla="*/ 3751 h 118546"/>
                <a:gd name="csX13" fmla="*/ 1122 w 132195"/>
                <a:gd name="csY13" fmla="*/ 34791 h 118546"/>
                <a:gd name="csX14" fmla="*/ 237 w 132195"/>
                <a:gd name="csY14" fmla="*/ 37947 h 118546"/>
                <a:gd name="csX15" fmla="*/ 3246 w 132195"/>
                <a:gd name="csY15" fmla="*/ 40402 h 118546"/>
                <a:gd name="csX16" fmla="*/ 6962 w 132195"/>
                <a:gd name="csY16" fmla="*/ 36194 h 118546"/>
                <a:gd name="csX17" fmla="*/ 49965 w 132195"/>
                <a:gd name="csY17" fmla="*/ 6382 h 118546"/>
                <a:gd name="csX18" fmla="*/ 57398 w 132195"/>
                <a:gd name="csY18" fmla="*/ 6382 h 118546"/>
                <a:gd name="csX19" fmla="*/ 62884 w 132195"/>
                <a:gd name="csY19" fmla="*/ 8135 h 118546"/>
                <a:gd name="csX20" fmla="*/ 62176 w 132195"/>
                <a:gd name="csY20" fmla="*/ 11818 h 118546"/>
                <a:gd name="csX21" fmla="*/ 38816 w 132195"/>
                <a:gd name="csY21" fmla="*/ 104060 h 118546"/>
                <a:gd name="csX22" fmla="*/ 18111 w 132195"/>
                <a:gd name="csY22" fmla="*/ 112302 h 118546"/>
                <a:gd name="csX23" fmla="*/ 10147 w 132195"/>
                <a:gd name="csY23" fmla="*/ 116160 h 118546"/>
                <a:gd name="csX24" fmla="*/ 13156 w 132195"/>
                <a:gd name="csY24" fmla="*/ 118615 h 118546"/>
                <a:gd name="csX25" fmla="*/ 28375 w 132195"/>
                <a:gd name="csY25" fmla="*/ 118089 h 118546"/>
                <a:gd name="csX26" fmla="*/ 43594 w 132195"/>
                <a:gd name="csY26" fmla="*/ 117913 h 118546"/>
                <a:gd name="csX27" fmla="*/ 59522 w 132195"/>
                <a:gd name="csY27" fmla="*/ 118089 h 118546"/>
                <a:gd name="csX28" fmla="*/ 74387 w 132195"/>
                <a:gd name="csY28" fmla="*/ 118615 h 118546"/>
                <a:gd name="csX29" fmla="*/ 78457 w 132195"/>
                <a:gd name="csY29" fmla="*/ 114757 h 118546"/>
                <a:gd name="csX30" fmla="*/ 71202 w 132195"/>
                <a:gd name="csY30" fmla="*/ 112302 h 118546"/>
                <a:gd name="csX31" fmla="*/ 60937 w 132195"/>
                <a:gd name="csY31" fmla="*/ 111951 h 118546"/>
                <a:gd name="csX32" fmla="*/ 54566 w 132195"/>
                <a:gd name="csY32" fmla="*/ 108619 h 118546"/>
                <a:gd name="csX33" fmla="*/ 55274 w 132195"/>
                <a:gd name="csY33" fmla="*/ 104586 h 118546"/>
                <a:gd name="csX34" fmla="*/ 78634 w 132195"/>
                <a:gd name="csY34" fmla="*/ 12519 h 118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32195" h="118546">
                  <a:moveTo>
                    <a:pt x="78634" y="12519"/>
                  </a:moveTo>
                  <a:cubicBezTo>
                    <a:pt x="79873" y="7434"/>
                    <a:pt x="80227" y="6908"/>
                    <a:pt x="84120" y="6557"/>
                  </a:cubicBezTo>
                  <a:cubicBezTo>
                    <a:pt x="85005" y="6382"/>
                    <a:pt x="91199" y="6382"/>
                    <a:pt x="94738" y="6382"/>
                  </a:cubicBezTo>
                  <a:cubicBezTo>
                    <a:pt x="105533" y="6382"/>
                    <a:pt x="110135" y="6382"/>
                    <a:pt x="114559" y="7785"/>
                  </a:cubicBezTo>
                  <a:cubicBezTo>
                    <a:pt x="122522" y="10240"/>
                    <a:pt x="122876" y="15325"/>
                    <a:pt x="122876" y="21638"/>
                  </a:cubicBezTo>
                  <a:cubicBezTo>
                    <a:pt x="122876" y="24444"/>
                    <a:pt x="122876" y="26724"/>
                    <a:pt x="121638" y="35843"/>
                  </a:cubicBezTo>
                  <a:lnTo>
                    <a:pt x="121284" y="37772"/>
                  </a:lnTo>
                  <a:cubicBezTo>
                    <a:pt x="121284" y="39526"/>
                    <a:pt x="122522" y="40402"/>
                    <a:pt x="124292" y="40402"/>
                  </a:cubicBezTo>
                  <a:cubicBezTo>
                    <a:pt x="126947" y="40402"/>
                    <a:pt x="127301" y="38824"/>
                    <a:pt x="127654" y="36018"/>
                  </a:cubicBezTo>
                  <a:lnTo>
                    <a:pt x="132433" y="2524"/>
                  </a:lnTo>
                  <a:cubicBezTo>
                    <a:pt x="132433" y="69"/>
                    <a:pt x="130309" y="69"/>
                    <a:pt x="127124" y="69"/>
                  </a:cubicBezTo>
                  <a:lnTo>
                    <a:pt x="18288" y="69"/>
                  </a:lnTo>
                  <a:cubicBezTo>
                    <a:pt x="13864" y="69"/>
                    <a:pt x="13510" y="69"/>
                    <a:pt x="12271" y="3751"/>
                  </a:cubicBezTo>
                  <a:lnTo>
                    <a:pt x="1122" y="34791"/>
                  </a:lnTo>
                  <a:cubicBezTo>
                    <a:pt x="945" y="35492"/>
                    <a:pt x="237" y="37070"/>
                    <a:pt x="237" y="37947"/>
                  </a:cubicBezTo>
                  <a:cubicBezTo>
                    <a:pt x="237" y="38649"/>
                    <a:pt x="591" y="40402"/>
                    <a:pt x="3246" y="40402"/>
                  </a:cubicBezTo>
                  <a:cubicBezTo>
                    <a:pt x="5546" y="40402"/>
                    <a:pt x="5900" y="39526"/>
                    <a:pt x="6962" y="36194"/>
                  </a:cubicBezTo>
                  <a:cubicBezTo>
                    <a:pt x="17226" y="8135"/>
                    <a:pt x="23066" y="6382"/>
                    <a:pt x="49965" y="6382"/>
                  </a:cubicBezTo>
                  <a:lnTo>
                    <a:pt x="57398" y="6382"/>
                  </a:lnTo>
                  <a:cubicBezTo>
                    <a:pt x="62707" y="6382"/>
                    <a:pt x="62884" y="6557"/>
                    <a:pt x="62884" y="8135"/>
                  </a:cubicBezTo>
                  <a:cubicBezTo>
                    <a:pt x="62884" y="8311"/>
                    <a:pt x="62884" y="9187"/>
                    <a:pt x="62176" y="11818"/>
                  </a:cubicBezTo>
                  <a:lnTo>
                    <a:pt x="38816" y="104060"/>
                  </a:lnTo>
                  <a:cubicBezTo>
                    <a:pt x="37224" y="110548"/>
                    <a:pt x="36693" y="112302"/>
                    <a:pt x="18111" y="112302"/>
                  </a:cubicBezTo>
                  <a:cubicBezTo>
                    <a:pt x="11740" y="112302"/>
                    <a:pt x="10147" y="112302"/>
                    <a:pt x="10147" y="116160"/>
                  </a:cubicBezTo>
                  <a:cubicBezTo>
                    <a:pt x="10147" y="116686"/>
                    <a:pt x="10501" y="118615"/>
                    <a:pt x="13156" y="118615"/>
                  </a:cubicBezTo>
                  <a:cubicBezTo>
                    <a:pt x="18111" y="118615"/>
                    <a:pt x="23420" y="118089"/>
                    <a:pt x="28375" y="118089"/>
                  </a:cubicBezTo>
                  <a:cubicBezTo>
                    <a:pt x="33330" y="118089"/>
                    <a:pt x="38639" y="117913"/>
                    <a:pt x="43594" y="117913"/>
                  </a:cubicBezTo>
                  <a:cubicBezTo>
                    <a:pt x="48550" y="117913"/>
                    <a:pt x="54566" y="117913"/>
                    <a:pt x="59522" y="118089"/>
                  </a:cubicBezTo>
                  <a:cubicBezTo>
                    <a:pt x="64300" y="118264"/>
                    <a:pt x="69609" y="118615"/>
                    <a:pt x="74387" y="118615"/>
                  </a:cubicBezTo>
                  <a:cubicBezTo>
                    <a:pt x="75803" y="118615"/>
                    <a:pt x="78457" y="118615"/>
                    <a:pt x="78457" y="114757"/>
                  </a:cubicBezTo>
                  <a:cubicBezTo>
                    <a:pt x="78457" y="112302"/>
                    <a:pt x="76688" y="112302"/>
                    <a:pt x="71202" y="112302"/>
                  </a:cubicBezTo>
                  <a:cubicBezTo>
                    <a:pt x="67839" y="112302"/>
                    <a:pt x="64300" y="112126"/>
                    <a:pt x="60937" y="111951"/>
                  </a:cubicBezTo>
                  <a:cubicBezTo>
                    <a:pt x="54920" y="111425"/>
                    <a:pt x="54566" y="110723"/>
                    <a:pt x="54566" y="108619"/>
                  </a:cubicBezTo>
                  <a:cubicBezTo>
                    <a:pt x="54566" y="107392"/>
                    <a:pt x="54566" y="107041"/>
                    <a:pt x="55274" y="104586"/>
                  </a:cubicBezTo>
                  <a:lnTo>
                    <a:pt x="78634" y="12519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BDDBD53-780F-1C35-3534-F8AB7C3A716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797818" y="6911932"/>
              <a:ext cx="82113" cy="119949"/>
            </a:xfrm>
            <a:custGeom>
              <a:avLst/>
              <a:gdLst>
                <a:gd name="csX0" fmla="*/ 82346 w 82113"/>
                <a:gd name="csY0" fmla="*/ 60589 h 119949"/>
                <a:gd name="csX1" fmla="*/ 71905 w 82113"/>
                <a:gd name="csY1" fmla="*/ 15170 h 119949"/>
                <a:gd name="csX2" fmla="*/ 41289 w 82113"/>
                <a:gd name="csY2" fmla="*/ 89 h 119949"/>
                <a:gd name="csX3" fmla="*/ 233 w 82113"/>
                <a:gd name="csY3" fmla="*/ 60589 h 119949"/>
                <a:gd name="csX4" fmla="*/ 41289 w 82113"/>
                <a:gd name="csY4" fmla="*/ 120038 h 119949"/>
                <a:gd name="csX5" fmla="*/ 82346 w 82113"/>
                <a:gd name="csY5" fmla="*/ 60589 h 119949"/>
                <a:gd name="csX6" fmla="*/ 41289 w 82113"/>
                <a:gd name="csY6" fmla="*/ 115128 h 119949"/>
                <a:gd name="csX7" fmla="*/ 18814 w 82113"/>
                <a:gd name="csY7" fmla="*/ 96013 h 119949"/>
                <a:gd name="csX8" fmla="*/ 16337 w 82113"/>
                <a:gd name="csY8" fmla="*/ 58310 h 119949"/>
                <a:gd name="csX9" fmla="*/ 18991 w 82113"/>
                <a:gd name="csY9" fmla="*/ 22535 h 119949"/>
                <a:gd name="csX10" fmla="*/ 41289 w 82113"/>
                <a:gd name="csY10" fmla="*/ 4999 h 119949"/>
                <a:gd name="csX11" fmla="*/ 63233 w 82113"/>
                <a:gd name="csY11" fmla="*/ 20957 h 119949"/>
                <a:gd name="csX12" fmla="*/ 66242 w 82113"/>
                <a:gd name="csY12" fmla="*/ 58310 h 119949"/>
                <a:gd name="csX13" fmla="*/ 63941 w 82113"/>
                <a:gd name="csY13" fmla="*/ 95312 h 119949"/>
                <a:gd name="csX14" fmla="*/ 41289 w 82113"/>
                <a:gd name="csY14" fmla="*/ 115128 h 119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2113" h="119949">
                  <a:moveTo>
                    <a:pt x="82346" y="60589"/>
                  </a:moveTo>
                  <a:cubicBezTo>
                    <a:pt x="82346" y="41299"/>
                    <a:pt x="80045" y="27446"/>
                    <a:pt x="71905" y="15170"/>
                  </a:cubicBezTo>
                  <a:cubicBezTo>
                    <a:pt x="66419" y="7103"/>
                    <a:pt x="55447" y="89"/>
                    <a:pt x="41289" y="89"/>
                  </a:cubicBezTo>
                  <a:cubicBezTo>
                    <a:pt x="233" y="89"/>
                    <a:pt x="233" y="47963"/>
                    <a:pt x="233" y="60589"/>
                  </a:cubicBezTo>
                  <a:cubicBezTo>
                    <a:pt x="233" y="73216"/>
                    <a:pt x="233" y="120038"/>
                    <a:pt x="41289" y="120038"/>
                  </a:cubicBezTo>
                  <a:cubicBezTo>
                    <a:pt x="82346" y="120038"/>
                    <a:pt x="82346" y="73216"/>
                    <a:pt x="82346" y="60589"/>
                  </a:cubicBezTo>
                  <a:close/>
                  <a:moveTo>
                    <a:pt x="41289" y="115128"/>
                  </a:moveTo>
                  <a:cubicBezTo>
                    <a:pt x="33149" y="115128"/>
                    <a:pt x="22354" y="110393"/>
                    <a:pt x="18814" y="96013"/>
                  </a:cubicBezTo>
                  <a:cubicBezTo>
                    <a:pt x="16337" y="85667"/>
                    <a:pt x="16337" y="71287"/>
                    <a:pt x="16337" y="58310"/>
                  </a:cubicBezTo>
                  <a:cubicBezTo>
                    <a:pt x="16337" y="45508"/>
                    <a:pt x="16337" y="32180"/>
                    <a:pt x="18991" y="22535"/>
                  </a:cubicBezTo>
                  <a:cubicBezTo>
                    <a:pt x="22708" y="8682"/>
                    <a:pt x="34034" y="4999"/>
                    <a:pt x="41289" y="4999"/>
                  </a:cubicBezTo>
                  <a:cubicBezTo>
                    <a:pt x="50846" y="4999"/>
                    <a:pt x="60048" y="10786"/>
                    <a:pt x="63233" y="20957"/>
                  </a:cubicBezTo>
                  <a:cubicBezTo>
                    <a:pt x="66065" y="30427"/>
                    <a:pt x="66242" y="43053"/>
                    <a:pt x="66242" y="58310"/>
                  </a:cubicBezTo>
                  <a:cubicBezTo>
                    <a:pt x="66242" y="71287"/>
                    <a:pt x="66242" y="84264"/>
                    <a:pt x="63941" y="95312"/>
                  </a:cubicBezTo>
                  <a:cubicBezTo>
                    <a:pt x="60402" y="111270"/>
                    <a:pt x="48368" y="115128"/>
                    <a:pt x="41289" y="115128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3C85342-0B78-D891-079A-D92D41BE19B9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141560" y="6451267"/>
              <a:ext cx="173429" cy="179372"/>
            </a:xfrm>
            <a:custGeom>
              <a:avLst/>
              <a:gdLst>
                <a:gd name="csX0" fmla="*/ 36651 w 173429"/>
                <a:gd name="csY0" fmla="*/ 150636 h 179372"/>
                <a:gd name="csX1" fmla="*/ 5555 w 173429"/>
                <a:gd name="csY1" fmla="*/ 171679 h 179372"/>
                <a:gd name="csX2" fmla="*/ 246 w 173429"/>
                <a:gd name="csY2" fmla="*/ 176690 h 179372"/>
                <a:gd name="csX3" fmla="*/ 3533 w 173429"/>
                <a:gd name="csY3" fmla="*/ 179446 h 179372"/>
                <a:gd name="csX4" fmla="*/ 25275 w 173429"/>
                <a:gd name="csY4" fmla="*/ 178694 h 179372"/>
                <a:gd name="csX5" fmla="*/ 50556 w 173429"/>
                <a:gd name="csY5" fmla="*/ 179446 h 179372"/>
                <a:gd name="csX6" fmla="*/ 55359 w 173429"/>
                <a:gd name="csY6" fmla="*/ 174686 h 179372"/>
                <a:gd name="csX7" fmla="*/ 51314 w 173429"/>
                <a:gd name="csY7" fmla="*/ 171679 h 179372"/>
                <a:gd name="csX8" fmla="*/ 39432 w 173429"/>
                <a:gd name="csY8" fmla="*/ 162911 h 179372"/>
                <a:gd name="csX9" fmla="*/ 42971 w 173429"/>
                <a:gd name="csY9" fmla="*/ 153642 h 179372"/>
                <a:gd name="csX10" fmla="*/ 62185 w 173429"/>
                <a:gd name="csY10" fmla="*/ 121575 h 179372"/>
                <a:gd name="csX11" fmla="*/ 125641 w 173429"/>
                <a:gd name="csY11" fmla="*/ 121575 h 179372"/>
                <a:gd name="csX12" fmla="*/ 129686 w 173429"/>
                <a:gd name="csY12" fmla="*/ 163412 h 179372"/>
                <a:gd name="csX13" fmla="*/ 111484 w 173429"/>
                <a:gd name="csY13" fmla="*/ 171679 h 179372"/>
                <a:gd name="csX14" fmla="*/ 105416 w 173429"/>
                <a:gd name="csY14" fmla="*/ 176690 h 179372"/>
                <a:gd name="csX15" fmla="*/ 108956 w 173429"/>
                <a:gd name="csY15" fmla="*/ 179446 h 179372"/>
                <a:gd name="csX16" fmla="*/ 140557 w 173429"/>
                <a:gd name="csY16" fmla="*/ 178694 h 179372"/>
                <a:gd name="csX17" fmla="*/ 169125 w 173429"/>
                <a:gd name="csY17" fmla="*/ 179446 h 179372"/>
                <a:gd name="csX18" fmla="*/ 173675 w 173429"/>
                <a:gd name="csY18" fmla="*/ 174435 h 179372"/>
                <a:gd name="csX19" fmla="*/ 167861 w 173429"/>
                <a:gd name="csY19" fmla="*/ 171679 h 179372"/>
                <a:gd name="csX20" fmla="*/ 151428 w 173429"/>
                <a:gd name="csY20" fmla="*/ 162661 h 179372"/>
                <a:gd name="csX21" fmla="*/ 136006 w 173429"/>
                <a:gd name="csY21" fmla="*/ 6085 h 179372"/>
                <a:gd name="csX22" fmla="*/ 131203 w 173429"/>
                <a:gd name="csY22" fmla="*/ 73 h 179372"/>
                <a:gd name="csX23" fmla="*/ 124630 w 173429"/>
                <a:gd name="csY23" fmla="*/ 4332 h 179372"/>
                <a:gd name="csX24" fmla="*/ 36651 w 173429"/>
                <a:gd name="csY24" fmla="*/ 150636 h 179372"/>
                <a:gd name="csX25" fmla="*/ 66989 w 173429"/>
                <a:gd name="csY25" fmla="*/ 113809 h 179372"/>
                <a:gd name="csX26" fmla="*/ 116793 w 173429"/>
                <a:gd name="csY26" fmla="*/ 31137 h 179372"/>
                <a:gd name="csX27" fmla="*/ 124883 w 173429"/>
                <a:gd name="csY27" fmla="*/ 113809 h 179372"/>
                <a:gd name="csX28" fmla="*/ 66989 w 173429"/>
                <a:gd name="csY28" fmla="*/ 113809 h 1793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73429" h="179372">
                  <a:moveTo>
                    <a:pt x="36651" y="150636"/>
                  </a:moveTo>
                  <a:cubicBezTo>
                    <a:pt x="26539" y="167421"/>
                    <a:pt x="16679" y="170928"/>
                    <a:pt x="5555" y="171679"/>
                  </a:cubicBezTo>
                  <a:cubicBezTo>
                    <a:pt x="2521" y="171930"/>
                    <a:pt x="246" y="171930"/>
                    <a:pt x="246" y="176690"/>
                  </a:cubicBezTo>
                  <a:cubicBezTo>
                    <a:pt x="246" y="178193"/>
                    <a:pt x="1510" y="179446"/>
                    <a:pt x="3533" y="179446"/>
                  </a:cubicBezTo>
                  <a:cubicBezTo>
                    <a:pt x="10359" y="179446"/>
                    <a:pt x="18196" y="178694"/>
                    <a:pt x="25275" y="178694"/>
                  </a:cubicBezTo>
                  <a:cubicBezTo>
                    <a:pt x="33617" y="178694"/>
                    <a:pt x="42466" y="179446"/>
                    <a:pt x="50556" y="179446"/>
                  </a:cubicBezTo>
                  <a:cubicBezTo>
                    <a:pt x="52073" y="179446"/>
                    <a:pt x="55359" y="179446"/>
                    <a:pt x="55359" y="174686"/>
                  </a:cubicBezTo>
                  <a:cubicBezTo>
                    <a:pt x="55359" y="171930"/>
                    <a:pt x="53084" y="171679"/>
                    <a:pt x="51314" y="171679"/>
                  </a:cubicBezTo>
                  <a:cubicBezTo>
                    <a:pt x="45500" y="171178"/>
                    <a:pt x="39432" y="169174"/>
                    <a:pt x="39432" y="162911"/>
                  </a:cubicBezTo>
                  <a:cubicBezTo>
                    <a:pt x="39432" y="159905"/>
                    <a:pt x="40949" y="157149"/>
                    <a:pt x="42971" y="153642"/>
                  </a:cubicBezTo>
                  <a:lnTo>
                    <a:pt x="62185" y="121575"/>
                  </a:lnTo>
                  <a:lnTo>
                    <a:pt x="125641" y="121575"/>
                  </a:lnTo>
                  <a:cubicBezTo>
                    <a:pt x="126147" y="126836"/>
                    <a:pt x="129686" y="160907"/>
                    <a:pt x="129686" y="163412"/>
                  </a:cubicBezTo>
                  <a:cubicBezTo>
                    <a:pt x="129686" y="170928"/>
                    <a:pt x="116540" y="171679"/>
                    <a:pt x="111484" y="171679"/>
                  </a:cubicBezTo>
                  <a:cubicBezTo>
                    <a:pt x="107944" y="171679"/>
                    <a:pt x="105416" y="171679"/>
                    <a:pt x="105416" y="176690"/>
                  </a:cubicBezTo>
                  <a:cubicBezTo>
                    <a:pt x="105416" y="179446"/>
                    <a:pt x="108450" y="179446"/>
                    <a:pt x="108956" y="179446"/>
                  </a:cubicBezTo>
                  <a:cubicBezTo>
                    <a:pt x="119321" y="179446"/>
                    <a:pt x="130192" y="178694"/>
                    <a:pt x="140557" y="178694"/>
                  </a:cubicBezTo>
                  <a:cubicBezTo>
                    <a:pt x="146877" y="178694"/>
                    <a:pt x="162805" y="179446"/>
                    <a:pt x="169125" y="179446"/>
                  </a:cubicBezTo>
                  <a:cubicBezTo>
                    <a:pt x="170642" y="179446"/>
                    <a:pt x="173675" y="179446"/>
                    <a:pt x="173675" y="174435"/>
                  </a:cubicBezTo>
                  <a:cubicBezTo>
                    <a:pt x="173675" y="171679"/>
                    <a:pt x="171147" y="171679"/>
                    <a:pt x="167861" y="171679"/>
                  </a:cubicBezTo>
                  <a:cubicBezTo>
                    <a:pt x="152186" y="171679"/>
                    <a:pt x="152186" y="169926"/>
                    <a:pt x="151428" y="162661"/>
                  </a:cubicBezTo>
                  <a:lnTo>
                    <a:pt x="136006" y="6085"/>
                  </a:lnTo>
                  <a:cubicBezTo>
                    <a:pt x="135501" y="1075"/>
                    <a:pt x="135501" y="73"/>
                    <a:pt x="131203" y="73"/>
                  </a:cubicBezTo>
                  <a:cubicBezTo>
                    <a:pt x="127158" y="73"/>
                    <a:pt x="126147" y="1827"/>
                    <a:pt x="124630" y="4332"/>
                  </a:cubicBezTo>
                  <a:lnTo>
                    <a:pt x="36651" y="150636"/>
                  </a:lnTo>
                  <a:close/>
                  <a:moveTo>
                    <a:pt x="66989" y="113809"/>
                  </a:moveTo>
                  <a:lnTo>
                    <a:pt x="116793" y="31137"/>
                  </a:lnTo>
                  <a:lnTo>
                    <a:pt x="124883" y="113809"/>
                  </a:lnTo>
                  <a:lnTo>
                    <a:pt x="66989" y="113809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A097A1B-6108-0FB3-C661-1EEC9E6BC5C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132711" y="6732478"/>
              <a:ext cx="189609" cy="10020"/>
            </a:xfrm>
            <a:prstGeom prst="rect">
              <a:avLst/>
            </a:pr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D7F2B0E9-6A9E-A94A-3204-0DE44EB6C108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176953" y="6805117"/>
              <a:ext cx="100872" cy="166846"/>
            </a:xfrm>
            <a:custGeom>
              <a:avLst/>
              <a:gdLst>
                <a:gd name="csX0" fmla="*/ 19714 w 100872"/>
                <a:gd name="csY0" fmla="*/ 147643 h 166846"/>
                <a:gd name="csX1" fmla="*/ 46512 w 100872"/>
                <a:gd name="csY1" fmla="*/ 121839 h 166846"/>
                <a:gd name="csX2" fmla="*/ 101120 w 100872"/>
                <a:gd name="csY2" fmla="*/ 48687 h 166846"/>
                <a:gd name="csX3" fmla="*/ 47523 w 100872"/>
                <a:gd name="csY3" fmla="*/ 86 h 166846"/>
                <a:gd name="csX4" fmla="*/ 247 w 100872"/>
                <a:gd name="csY4" fmla="*/ 45431 h 166846"/>
                <a:gd name="csX5" fmla="*/ 13646 w 100872"/>
                <a:gd name="csY5" fmla="*/ 59460 h 166846"/>
                <a:gd name="csX6" fmla="*/ 26793 w 100872"/>
                <a:gd name="csY6" fmla="*/ 46182 h 166846"/>
                <a:gd name="csX7" fmla="*/ 13394 w 100872"/>
                <a:gd name="csY7" fmla="*/ 33155 h 166846"/>
                <a:gd name="csX8" fmla="*/ 10107 w 100872"/>
                <a:gd name="csY8" fmla="*/ 33406 h 166846"/>
                <a:gd name="csX9" fmla="*/ 44237 w 100872"/>
                <a:gd name="csY9" fmla="*/ 7853 h 166846"/>
                <a:gd name="csX10" fmla="*/ 78114 w 100872"/>
                <a:gd name="csY10" fmla="*/ 48687 h 166846"/>
                <a:gd name="csX11" fmla="*/ 51568 w 100872"/>
                <a:gd name="csY11" fmla="*/ 104052 h 166846"/>
                <a:gd name="csX12" fmla="*/ 3028 w 100872"/>
                <a:gd name="csY12" fmla="*/ 157664 h 166846"/>
                <a:gd name="csX13" fmla="*/ 247 w 100872"/>
                <a:gd name="csY13" fmla="*/ 166933 h 166846"/>
                <a:gd name="csX14" fmla="*/ 94041 w 100872"/>
                <a:gd name="csY14" fmla="*/ 166933 h 166846"/>
                <a:gd name="csX15" fmla="*/ 101120 w 100872"/>
                <a:gd name="csY15" fmla="*/ 123343 h 166846"/>
                <a:gd name="csX16" fmla="*/ 94799 w 100872"/>
                <a:gd name="csY16" fmla="*/ 123343 h 166846"/>
                <a:gd name="csX17" fmla="*/ 89237 w 100872"/>
                <a:gd name="csY17" fmla="*/ 145639 h 166846"/>
                <a:gd name="csX18" fmla="*/ 65220 w 100872"/>
                <a:gd name="csY18" fmla="*/ 147643 h 166846"/>
                <a:gd name="csX19" fmla="*/ 19714 w 100872"/>
                <a:gd name="csY19" fmla="*/ 147643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0872" h="166846">
                  <a:moveTo>
                    <a:pt x="19714" y="147643"/>
                  </a:moveTo>
                  <a:lnTo>
                    <a:pt x="46512" y="121839"/>
                  </a:lnTo>
                  <a:cubicBezTo>
                    <a:pt x="85951" y="87268"/>
                    <a:pt x="101120" y="73740"/>
                    <a:pt x="101120" y="48687"/>
                  </a:cubicBezTo>
                  <a:cubicBezTo>
                    <a:pt x="101120" y="20128"/>
                    <a:pt x="78366" y="86"/>
                    <a:pt x="47523" y="86"/>
                  </a:cubicBezTo>
                  <a:cubicBezTo>
                    <a:pt x="18956" y="86"/>
                    <a:pt x="247" y="23134"/>
                    <a:pt x="247" y="45431"/>
                  </a:cubicBezTo>
                  <a:cubicBezTo>
                    <a:pt x="247" y="59460"/>
                    <a:pt x="12888" y="59460"/>
                    <a:pt x="13646" y="59460"/>
                  </a:cubicBezTo>
                  <a:cubicBezTo>
                    <a:pt x="17944" y="59460"/>
                    <a:pt x="26793" y="56454"/>
                    <a:pt x="26793" y="46182"/>
                  </a:cubicBezTo>
                  <a:cubicBezTo>
                    <a:pt x="26793" y="39669"/>
                    <a:pt x="22242" y="33155"/>
                    <a:pt x="13394" y="33155"/>
                  </a:cubicBezTo>
                  <a:cubicBezTo>
                    <a:pt x="11371" y="33155"/>
                    <a:pt x="10866" y="33155"/>
                    <a:pt x="10107" y="33406"/>
                  </a:cubicBezTo>
                  <a:cubicBezTo>
                    <a:pt x="15922" y="17122"/>
                    <a:pt x="29574" y="7853"/>
                    <a:pt x="44237" y="7853"/>
                  </a:cubicBezTo>
                  <a:cubicBezTo>
                    <a:pt x="67243" y="7853"/>
                    <a:pt x="78114" y="28145"/>
                    <a:pt x="78114" y="48687"/>
                  </a:cubicBezTo>
                  <a:cubicBezTo>
                    <a:pt x="78114" y="68729"/>
                    <a:pt x="65473" y="88520"/>
                    <a:pt x="51568" y="104052"/>
                  </a:cubicBezTo>
                  <a:lnTo>
                    <a:pt x="3028" y="157664"/>
                  </a:lnTo>
                  <a:cubicBezTo>
                    <a:pt x="247" y="160420"/>
                    <a:pt x="247" y="160921"/>
                    <a:pt x="247" y="166933"/>
                  </a:cubicBezTo>
                  <a:lnTo>
                    <a:pt x="94041" y="166933"/>
                  </a:lnTo>
                  <a:lnTo>
                    <a:pt x="101120" y="123343"/>
                  </a:lnTo>
                  <a:lnTo>
                    <a:pt x="94799" y="123343"/>
                  </a:lnTo>
                  <a:cubicBezTo>
                    <a:pt x="93535" y="130858"/>
                    <a:pt x="91766" y="141881"/>
                    <a:pt x="89237" y="145639"/>
                  </a:cubicBezTo>
                  <a:cubicBezTo>
                    <a:pt x="87468" y="147643"/>
                    <a:pt x="70782" y="147643"/>
                    <a:pt x="65220" y="147643"/>
                  </a:cubicBezTo>
                  <a:lnTo>
                    <a:pt x="19714" y="147643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D0E317FA-1A46-E671-8D0A-1BF73148CBF9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424624" y="6612229"/>
              <a:ext cx="34635" cy="250520"/>
            </a:xfrm>
            <a:custGeom>
              <a:avLst/>
              <a:gdLst>
                <a:gd name="csX0" fmla="*/ 34892 w 34635"/>
                <a:gd name="csY0" fmla="*/ 250600 h 250520"/>
                <a:gd name="csX1" fmla="*/ 34892 w 34635"/>
                <a:gd name="csY1" fmla="*/ 240579 h 250520"/>
                <a:gd name="csX2" fmla="*/ 10369 w 34635"/>
                <a:gd name="csY2" fmla="*/ 240579 h 250520"/>
                <a:gd name="csX3" fmla="*/ 10369 w 34635"/>
                <a:gd name="csY3" fmla="*/ 10100 h 250520"/>
                <a:gd name="csX4" fmla="*/ 34892 w 34635"/>
                <a:gd name="csY4" fmla="*/ 10100 h 250520"/>
                <a:gd name="csX5" fmla="*/ 34892 w 34635"/>
                <a:gd name="csY5" fmla="*/ 80 h 250520"/>
                <a:gd name="csX6" fmla="*/ 257 w 34635"/>
                <a:gd name="csY6" fmla="*/ 80 h 250520"/>
                <a:gd name="csX7" fmla="*/ 257 w 34635"/>
                <a:gd name="csY7" fmla="*/ 250600 h 250520"/>
                <a:gd name="csX8" fmla="*/ 34892 w 34635"/>
                <a:gd name="csY8" fmla="*/ 25060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635" h="250520">
                  <a:moveTo>
                    <a:pt x="34892" y="250600"/>
                  </a:moveTo>
                  <a:lnTo>
                    <a:pt x="34892" y="240579"/>
                  </a:lnTo>
                  <a:lnTo>
                    <a:pt x="10369" y="240579"/>
                  </a:lnTo>
                  <a:lnTo>
                    <a:pt x="10369" y="10100"/>
                  </a:lnTo>
                  <a:lnTo>
                    <a:pt x="34892" y="10100"/>
                  </a:lnTo>
                  <a:lnTo>
                    <a:pt x="34892" y="80"/>
                  </a:lnTo>
                  <a:lnTo>
                    <a:pt x="257" y="80"/>
                  </a:lnTo>
                  <a:lnTo>
                    <a:pt x="257" y="250600"/>
                  </a:lnTo>
                  <a:lnTo>
                    <a:pt x="34892" y="250600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1344517-35FE-1ED0-56BD-E56668B0BF55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473614" y="6687886"/>
              <a:ext cx="96321" cy="114988"/>
            </a:xfrm>
            <a:custGeom>
              <a:avLst/>
              <a:gdLst>
                <a:gd name="csX0" fmla="*/ 21243 w 96321"/>
                <a:gd name="csY0" fmla="*/ 57699 h 114988"/>
                <a:gd name="csX1" fmla="*/ 55372 w 96321"/>
                <a:gd name="csY1" fmla="*/ 6343 h 114988"/>
                <a:gd name="csX2" fmla="*/ 82423 w 96321"/>
                <a:gd name="csY2" fmla="*/ 15612 h 114988"/>
                <a:gd name="csX3" fmla="*/ 70541 w 96321"/>
                <a:gd name="csY3" fmla="*/ 27136 h 114988"/>
                <a:gd name="csX4" fmla="*/ 82170 w 96321"/>
                <a:gd name="csY4" fmla="*/ 38660 h 114988"/>
                <a:gd name="csX5" fmla="*/ 93800 w 96321"/>
                <a:gd name="csY5" fmla="*/ 26885 h 114988"/>
                <a:gd name="csX6" fmla="*/ 55120 w 96321"/>
                <a:gd name="csY6" fmla="*/ 80 h 114988"/>
                <a:gd name="csX7" fmla="*/ 259 w 96321"/>
                <a:gd name="csY7" fmla="*/ 58200 h 114988"/>
                <a:gd name="csX8" fmla="*/ 54614 w 96321"/>
                <a:gd name="csY8" fmla="*/ 115069 h 114988"/>
                <a:gd name="csX9" fmla="*/ 96581 w 96321"/>
                <a:gd name="csY9" fmla="*/ 82501 h 114988"/>
                <a:gd name="csX10" fmla="*/ 93294 w 96321"/>
                <a:gd name="csY10" fmla="*/ 79996 h 114988"/>
                <a:gd name="csX11" fmla="*/ 90008 w 96321"/>
                <a:gd name="csY11" fmla="*/ 82501 h 114988"/>
                <a:gd name="csX12" fmla="*/ 56889 w 96321"/>
                <a:gd name="csY12" fmla="*/ 108806 h 114988"/>
                <a:gd name="csX13" fmla="*/ 21243 w 96321"/>
                <a:gd name="csY13" fmla="*/ 57699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6321" h="114988">
                  <a:moveTo>
                    <a:pt x="21243" y="57699"/>
                  </a:moveTo>
                  <a:cubicBezTo>
                    <a:pt x="21243" y="16865"/>
                    <a:pt x="41973" y="6343"/>
                    <a:pt x="55372" y="6343"/>
                  </a:cubicBezTo>
                  <a:cubicBezTo>
                    <a:pt x="57648" y="6343"/>
                    <a:pt x="73575" y="6593"/>
                    <a:pt x="82423" y="15612"/>
                  </a:cubicBezTo>
                  <a:cubicBezTo>
                    <a:pt x="72058" y="16363"/>
                    <a:pt x="70541" y="23879"/>
                    <a:pt x="70541" y="27136"/>
                  </a:cubicBezTo>
                  <a:cubicBezTo>
                    <a:pt x="70541" y="33649"/>
                    <a:pt x="75092" y="38660"/>
                    <a:pt x="82170" y="38660"/>
                  </a:cubicBezTo>
                  <a:cubicBezTo>
                    <a:pt x="88744" y="38660"/>
                    <a:pt x="93800" y="34401"/>
                    <a:pt x="93800" y="26885"/>
                  </a:cubicBezTo>
                  <a:cubicBezTo>
                    <a:pt x="93800" y="9850"/>
                    <a:pt x="74586" y="80"/>
                    <a:pt x="55120" y="80"/>
                  </a:cubicBezTo>
                  <a:cubicBezTo>
                    <a:pt x="23518" y="80"/>
                    <a:pt x="259" y="27136"/>
                    <a:pt x="259" y="58200"/>
                  </a:cubicBezTo>
                  <a:cubicBezTo>
                    <a:pt x="259" y="90267"/>
                    <a:pt x="25288" y="115069"/>
                    <a:pt x="54614" y="115069"/>
                  </a:cubicBezTo>
                  <a:cubicBezTo>
                    <a:pt x="88491" y="115069"/>
                    <a:pt x="96581" y="85006"/>
                    <a:pt x="96581" y="82501"/>
                  </a:cubicBezTo>
                  <a:cubicBezTo>
                    <a:pt x="96581" y="79996"/>
                    <a:pt x="94053" y="79996"/>
                    <a:pt x="93294" y="79996"/>
                  </a:cubicBezTo>
                  <a:cubicBezTo>
                    <a:pt x="91019" y="79996"/>
                    <a:pt x="90513" y="80998"/>
                    <a:pt x="90008" y="82501"/>
                  </a:cubicBezTo>
                  <a:cubicBezTo>
                    <a:pt x="82676" y="105799"/>
                    <a:pt x="66243" y="108806"/>
                    <a:pt x="56889" y="108806"/>
                  </a:cubicBezTo>
                  <a:cubicBezTo>
                    <a:pt x="43490" y="108806"/>
                    <a:pt x="21243" y="98033"/>
                    <a:pt x="21243" y="57699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E5C56535-45AD-8F5B-0669-D35F209624E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584459" y="6687886"/>
              <a:ext cx="111995" cy="114988"/>
            </a:xfrm>
            <a:custGeom>
              <a:avLst/>
              <a:gdLst>
                <a:gd name="csX0" fmla="*/ 112260 w 111995"/>
                <a:gd name="csY0" fmla="*/ 58701 h 114988"/>
                <a:gd name="csX1" fmla="*/ 56388 w 111995"/>
                <a:gd name="csY1" fmla="*/ 80 h 114988"/>
                <a:gd name="csX2" fmla="*/ 264 w 111995"/>
                <a:gd name="csY2" fmla="*/ 58701 h 114988"/>
                <a:gd name="csX3" fmla="*/ 56135 w 111995"/>
                <a:gd name="csY3" fmla="*/ 115069 h 114988"/>
                <a:gd name="csX4" fmla="*/ 112260 w 111995"/>
                <a:gd name="csY4" fmla="*/ 58701 h 114988"/>
                <a:gd name="csX5" fmla="*/ 56388 w 111995"/>
                <a:gd name="csY5" fmla="*/ 108806 h 114988"/>
                <a:gd name="csX6" fmla="*/ 27567 w 111995"/>
                <a:gd name="csY6" fmla="*/ 92021 h 114988"/>
                <a:gd name="csX7" fmla="*/ 21247 w 111995"/>
                <a:gd name="csY7" fmla="*/ 56697 h 114988"/>
                <a:gd name="csX8" fmla="*/ 27315 w 111995"/>
                <a:gd name="csY8" fmla="*/ 22376 h 114988"/>
                <a:gd name="csX9" fmla="*/ 56135 w 111995"/>
                <a:gd name="csY9" fmla="*/ 5591 h 114988"/>
                <a:gd name="csX10" fmla="*/ 84703 w 111995"/>
                <a:gd name="csY10" fmla="*/ 21875 h 114988"/>
                <a:gd name="csX11" fmla="*/ 91276 w 111995"/>
                <a:gd name="csY11" fmla="*/ 56697 h 114988"/>
                <a:gd name="csX12" fmla="*/ 85714 w 111995"/>
                <a:gd name="csY12" fmla="*/ 90267 h 114988"/>
                <a:gd name="csX13" fmla="*/ 56388 w 111995"/>
                <a:gd name="csY13" fmla="*/ 108806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1995" h="114988">
                  <a:moveTo>
                    <a:pt x="112260" y="58701"/>
                  </a:moveTo>
                  <a:cubicBezTo>
                    <a:pt x="112260" y="26635"/>
                    <a:pt x="86978" y="80"/>
                    <a:pt x="56388" y="80"/>
                  </a:cubicBezTo>
                  <a:cubicBezTo>
                    <a:pt x="24786" y="80"/>
                    <a:pt x="264" y="27386"/>
                    <a:pt x="264" y="58701"/>
                  </a:cubicBezTo>
                  <a:cubicBezTo>
                    <a:pt x="264" y="91019"/>
                    <a:pt x="26556" y="115069"/>
                    <a:pt x="56135" y="115069"/>
                  </a:cubicBezTo>
                  <a:cubicBezTo>
                    <a:pt x="86726" y="115069"/>
                    <a:pt x="112260" y="90518"/>
                    <a:pt x="112260" y="58701"/>
                  </a:cubicBezTo>
                  <a:close/>
                  <a:moveTo>
                    <a:pt x="56388" y="108806"/>
                  </a:moveTo>
                  <a:cubicBezTo>
                    <a:pt x="45517" y="108806"/>
                    <a:pt x="34393" y="103545"/>
                    <a:pt x="27567" y="92021"/>
                  </a:cubicBezTo>
                  <a:cubicBezTo>
                    <a:pt x="21247" y="80998"/>
                    <a:pt x="21247" y="65716"/>
                    <a:pt x="21247" y="56697"/>
                  </a:cubicBezTo>
                  <a:cubicBezTo>
                    <a:pt x="21247" y="46927"/>
                    <a:pt x="21247" y="33399"/>
                    <a:pt x="27315" y="22376"/>
                  </a:cubicBezTo>
                  <a:cubicBezTo>
                    <a:pt x="34141" y="10852"/>
                    <a:pt x="46023" y="5591"/>
                    <a:pt x="56135" y="5591"/>
                  </a:cubicBezTo>
                  <a:cubicBezTo>
                    <a:pt x="67259" y="5591"/>
                    <a:pt x="78130" y="11103"/>
                    <a:pt x="84703" y="21875"/>
                  </a:cubicBezTo>
                  <a:cubicBezTo>
                    <a:pt x="91276" y="32647"/>
                    <a:pt x="91276" y="47178"/>
                    <a:pt x="91276" y="56697"/>
                  </a:cubicBezTo>
                  <a:cubicBezTo>
                    <a:pt x="91276" y="65716"/>
                    <a:pt x="91276" y="79244"/>
                    <a:pt x="85714" y="90267"/>
                  </a:cubicBezTo>
                  <a:cubicBezTo>
                    <a:pt x="80152" y="101540"/>
                    <a:pt x="69029" y="108806"/>
                    <a:pt x="56388" y="108806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A1BF81B2-CF6C-B6E0-22C0-BDA760F3257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712129" y="6687886"/>
              <a:ext cx="82669" cy="114988"/>
            </a:xfrm>
            <a:custGeom>
              <a:avLst/>
              <a:gdLst>
                <a:gd name="csX0" fmla="*/ 44511 w 82669"/>
                <a:gd name="csY0" fmla="*/ 63712 h 114988"/>
                <a:gd name="csX1" fmla="*/ 70803 w 82669"/>
                <a:gd name="csY1" fmla="*/ 86760 h 114988"/>
                <a:gd name="csX2" fmla="*/ 42236 w 82669"/>
                <a:gd name="csY2" fmla="*/ 109557 h 114988"/>
                <a:gd name="csX3" fmla="*/ 7095 w 82669"/>
                <a:gd name="csY3" fmla="*/ 73983 h 114988"/>
                <a:gd name="csX4" fmla="*/ 3555 w 82669"/>
                <a:gd name="csY4" fmla="*/ 69724 h 114988"/>
                <a:gd name="csX5" fmla="*/ 269 w 82669"/>
                <a:gd name="csY5" fmla="*/ 75987 h 114988"/>
                <a:gd name="csX6" fmla="*/ 269 w 82669"/>
                <a:gd name="csY6" fmla="*/ 109056 h 114988"/>
                <a:gd name="csX7" fmla="*/ 3050 w 82669"/>
                <a:gd name="csY7" fmla="*/ 115069 h 114988"/>
                <a:gd name="csX8" fmla="*/ 9370 w 82669"/>
                <a:gd name="csY8" fmla="*/ 110058 h 114988"/>
                <a:gd name="csX9" fmla="*/ 14426 w 82669"/>
                <a:gd name="csY9" fmla="*/ 104296 h 114988"/>
                <a:gd name="csX10" fmla="*/ 42236 w 82669"/>
                <a:gd name="csY10" fmla="*/ 115069 h 114988"/>
                <a:gd name="csX11" fmla="*/ 82938 w 82669"/>
                <a:gd name="csY11" fmla="*/ 80246 h 114988"/>
                <a:gd name="csX12" fmla="*/ 72320 w 82669"/>
                <a:gd name="csY12" fmla="*/ 56447 h 114988"/>
                <a:gd name="csX13" fmla="*/ 43500 w 82669"/>
                <a:gd name="csY13" fmla="*/ 44422 h 114988"/>
                <a:gd name="csX14" fmla="*/ 12404 w 82669"/>
                <a:gd name="csY14" fmla="*/ 23879 h 114988"/>
                <a:gd name="csX15" fmla="*/ 40719 w 82669"/>
                <a:gd name="csY15" fmla="*/ 4840 h 114988"/>
                <a:gd name="csX16" fmla="*/ 70298 w 82669"/>
                <a:gd name="csY16" fmla="*/ 35153 h 114988"/>
                <a:gd name="csX17" fmla="*/ 73331 w 82669"/>
                <a:gd name="csY17" fmla="*/ 37407 h 114988"/>
                <a:gd name="csX18" fmla="*/ 76618 w 82669"/>
                <a:gd name="csY18" fmla="*/ 31395 h 114988"/>
                <a:gd name="csX19" fmla="*/ 76618 w 82669"/>
                <a:gd name="csY19" fmla="*/ 6092 h 114988"/>
                <a:gd name="csX20" fmla="*/ 73837 w 82669"/>
                <a:gd name="csY20" fmla="*/ 80 h 114988"/>
                <a:gd name="csX21" fmla="*/ 68781 w 82669"/>
                <a:gd name="csY21" fmla="*/ 3086 h 114988"/>
                <a:gd name="csX22" fmla="*/ 64483 w 82669"/>
                <a:gd name="csY22" fmla="*/ 7094 h 114988"/>
                <a:gd name="csX23" fmla="*/ 40719 w 82669"/>
                <a:gd name="csY23" fmla="*/ 80 h 114988"/>
                <a:gd name="csX24" fmla="*/ 269 w 82669"/>
                <a:gd name="csY24" fmla="*/ 30894 h 114988"/>
                <a:gd name="csX25" fmla="*/ 11140 w 82669"/>
                <a:gd name="csY25" fmla="*/ 52188 h 114988"/>
                <a:gd name="csX26" fmla="*/ 44511 w 82669"/>
                <a:gd name="csY26" fmla="*/ 63712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2669" h="114988">
                  <a:moveTo>
                    <a:pt x="44511" y="63712"/>
                  </a:moveTo>
                  <a:cubicBezTo>
                    <a:pt x="50073" y="64714"/>
                    <a:pt x="70803" y="68722"/>
                    <a:pt x="70803" y="86760"/>
                  </a:cubicBezTo>
                  <a:cubicBezTo>
                    <a:pt x="70803" y="99536"/>
                    <a:pt x="61955" y="109557"/>
                    <a:pt x="42236" y="109557"/>
                  </a:cubicBezTo>
                  <a:cubicBezTo>
                    <a:pt x="20999" y="109557"/>
                    <a:pt x="11898" y="95277"/>
                    <a:pt x="7095" y="73983"/>
                  </a:cubicBezTo>
                  <a:cubicBezTo>
                    <a:pt x="6336" y="70726"/>
                    <a:pt x="6083" y="69724"/>
                    <a:pt x="3555" y="69724"/>
                  </a:cubicBezTo>
                  <a:cubicBezTo>
                    <a:pt x="269" y="69724"/>
                    <a:pt x="269" y="71478"/>
                    <a:pt x="269" y="75987"/>
                  </a:cubicBezTo>
                  <a:lnTo>
                    <a:pt x="269" y="109056"/>
                  </a:lnTo>
                  <a:cubicBezTo>
                    <a:pt x="269" y="113315"/>
                    <a:pt x="269" y="115069"/>
                    <a:pt x="3050" y="115069"/>
                  </a:cubicBezTo>
                  <a:cubicBezTo>
                    <a:pt x="4314" y="115069"/>
                    <a:pt x="4566" y="114818"/>
                    <a:pt x="9370" y="110058"/>
                  </a:cubicBezTo>
                  <a:cubicBezTo>
                    <a:pt x="9876" y="109557"/>
                    <a:pt x="9876" y="109056"/>
                    <a:pt x="14426" y="104296"/>
                  </a:cubicBezTo>
                  <a:cubicBezTo>
                    <a:pt x="25550" y="114818"/>
                    <a:pt x="36926" y="115069"/>
                    <a:pt x="42236" y="115069"/>
                  </a:cubicBezTo>
                  <a:cubicBezTo>
                    <a:pt x="71309" y="115069"/>
                    <a:pt x="82938" y="98284"/>
                    <a:pt x="82938" y="80246"/>
                  </a:cubicBezTo>
                  <a:cubicBezTo>
                    <a:pt x="82938" y="66969"/>
                    <a:pt x="75354" y="59453"/>
                    <a:pt x="72320" y="56447"/>
                  </a:cubicBezTo>
                  <a:cubicBezTo>
                    <a:pt x="63977" y="48430"/>
                    <a:pt x="54118" y="46426"/>
                    <a:pt x="43500" y="44422"/>
                  </a:cubicBezTo>
                  <a:cubicBezTo>
                    <a:pt x="29342" y="41666"/>
                    <a:pt x="12404" y="38409"/>
                    <a:pt x="12404" y="23879"/>
                  </a:cubicBezTo>
                  <a:cubicBezTo>
                    <a:pt x="12404" y="15111"/>
                    <a:pt x="18977" y="4840"/>
                    <a:pt x="40719" y="4840"/>
                  </a:cubicBezTo>
                  <a:cubicBezTo>
                    <a:pt x="68528" y="4840"/>
                    <a:pt x="69792" y="27386"/>
                    <a:pt x="70298" y="35153"/>
                  </a:cubicBezTo>
                  <a:cubicBezTo>
                    <a:pt x="70551" y="37407"/>
                    <a:pt x="72826" y="37407"/>
                    <a:pt x="73331" y="37407"/>
                  </a:cubicBezTo>
                  <a:cubicBezTo>
                    <a:pt x="76618" y="37407"/>
                    <a:pt x="76618" y="36155"/>
                    <a:pt x="76618" y="31395"/>
                  </a:cubicBezTo>
                  <a:lnTo>
                    <a:pt x="76618" y="6092"/>
                  </a:lnTo>
                  <a:cubicBezTo>
                    <a:pt x="76618" y="1833"/>
                    <a:pt x="76618" y="80"/>
                    <a:pt x="73837" y="80"/>
                  </a:cubicBezTo>
                  <a:cubicBezTo>
                    <a:pt x="72573" y="80"/>
                    <a:pt x="72067" y="80"/>
                    <a:pt x="68781" y="3086"/>
                  </a:cubicBezTo>
                  <a:cubicBezTo>
                    <a:pt x="68022" y="4088"/>
                    <a:pt x="65494" y="6343"/>
                    <a:pt x="64483" y="7094"/>
                  </a:cubicBezTo>
                  <a:cubicBezTo>
                    <a:pt x="54876" y="80"/>
                    <a:pt x="44511" y="80"/>
                    <a:pt x="40719" y="80"/>
                  </a:cubicBezTo>
                  <a:cubicBezTo>
                    <a:pt x="9876" y="80"/>
                    <a:pt x="269" y="16865"/>
                    <a:pt x="269" y="30894"/>
                  </a:cubicBezTo>
                  <a:cubicBezTo>
                    <a:pt x="269" y="39662"/>
                    <a:pt x="4314" y="46676"/>
                    <a:pt x="11140" y="52188"/>
                  </a:cubicBezTo>
                  <a:cubicBezTo>
                    <a:pt x="19230" y="58701"/>
                    <a:pt x="26308" y="60205"/>
                    <a:pt x="44511" y="63712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4F2AC9F6-2A17-4A97-2649-0FE486C5CE3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828535" y="6612229"/>
              <a:ext cx="58652" cy="250520"/>
            </a:xfrm>
            <a:custGeom>
              <a:avLst/>
              <a:gdLst>
                <a:gd name="csX0" fmla="*/ 58925 w 58652"/>
                <a:gd name="csY0" fmla="*/ 248095 h 250520"/>
                <a:gd name="csX1" fmla="*/ 54627 w 58652"/>
                <a:gd name="csY1" fmla="*/ 242584 h 250520"/>
                <a:gd name="csX2" fmla="*/ 14936 w 58652"/>
                <a:gd name="csY2" fmla="*/ 125340 h 250520"/>
                <a:gd name="csX3" fmla="*/ 55639 w 58652"/>
                <a:gd name="csY3" fmla="*/ 6844 h 250520"/>
                <a:gd name="csX4" fmla="*/ 58925 w 58652"/>
                <a:gd name="csY4" fmla="*/ 2585 h 250520"/>
                <a:gd name="csX5" fmla="*/ 56397 w 58652"/>
                <a:gd name="csY5" fmla="*/ 80 h 250520"/>
                <a:gd name="csX6" fmla="*/ 16200 w 58652"/>
                <a:gd name="csY6" fmla="*/ 48931 h 250520"/>
                <a:gd name="csX7" fmla="*/ 273 w 58652"/>
                <a:gd name="csY7" fmla="*/ 125340 h 250520"/>
                <a:gd name="csX8" fmla="*/ 16958 w 58652"/>
                <a:gd name="csY8" fmla="*/ 203502 h 250520"/>
                <a:gd name="csX9" fmla="*/ 56397 w 58652"/>
                <a:gd name="csY9" fmla="*/ 250600 h 250520"/>
                <a:gd name="csX10" fmla="*/ 58925 w 58652"/>
                <a:gd name="csY10" fmla="*/ 248095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52" h="250520">
                  <a:moveTo>
                    <a:pt x="58925" y="248095"/>
                  </a:moveTo>
                  <a:cubicBezTo>
                    <a:pt x="58925" y="247343"/>
                    <a:pt x="58925" y="246842"/>
                    <a:pt x="54627" y="242584"/>
                  </a:cubicBezTo>
                  <a:cubicBezTo>
                    <a:pt x="23026" y="211018"/>
                    <a:pt x="14936" y="163670"/>
                    <a:pt x="14936" y="125340"/>
                  </a:cubicBezTo>
                  <a:cubicBezTo>
                    <a:pt x="14936" y="81749"/>
                    <a:pt x="24543" y="38159"/>
                    <a:pt x="55639" y="6844"/>
                  </a:cubicBezTo>
                  <a:cubicBezTo>
                    <a:pt x="58925" y="3837"/>
                    <a:pt x="58925" y="3336"/>
                    <a:pt x="58925" y="2585"/>
                  </a:cubicBezTo>
                  <a:cubicBezTo>
                    <a:pt x="58925" y="831"/>
                    <a:pt x="57914" y="80"/>
                    <a:pt x="56397" y="80"/>
                  </a:cubicBezTo>
                  <a:cubicBezTo>
                    <a:pt x="53869" y="80"/>
                    <a:pt x="31116" y="17115"/>
                    <a:pt x="16200" y="48931"/>
                  </a:cubicBezTo>
                  <a:cubicBezTo>
                    <a:pt x="3306" y="76488"/>
                    <a:pt x="273" y="104296"/>
                    <a:pt x="273" y="125340"/>
                  </a:cubicBezTo>
                  <a:cubicBezTo>
                    <a:pt x="273" y="144881"/>
                    <a:pt x="3054" y="175193"/>
                    <a:pt x="16958" y="203502"/>
                  </a:cubicBezTo>
                  <a:cubicBezTo>
                    <a:pt x="32127" y="234316"/>
                    <a:pt x="53869" y="250600"/>
                    <a:pt x="56397" y="250600"/>
                  </a:cubicBezTo>
                  <a:cubicBezTo>
                    <a:pt x="57914" y="250600"/>
                    <a:pt x="58925" y="249849"/>
                    <a:pt x="58925" y="248095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B6C6D760-5279-46B6-85D9-9571822D7CF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914210" y="6626258"/>
              <a:ext cx="132473" cy="225217"/>
            </a:xfrm>
            <a:custGeom>
              <a:avLst/>
              <a:gdLst>
                <a:gd name="csX0" fmla="*/ 98368 w 132473"/>
                <a:gd name="csY0" fmla="*/ 6092 h 225217"/>
                <a:gd name="csX1" fmla="*/ 99126 w 132473"/>
                <a:gd name="csY1" fmla="*/ 2585 h 225217"/>
                <a:gd name="csX2" fmla="*/ 96092 w 132473"/>
                <a:gd name="csY2" fmla="*/ 80 h 225217"/>
                <a:gd name="csX3" fmla="*/ 92300 w 132473"/>
                <a:gd name="csY3" fmla="*/ 5090 h 225217"/>
                <a:gd name="csX4" fmla="*/ 77637 w 132473"/>
                <a:gd name="csY4" fmla="*/ 62960 h 225217"/>
                <a:gd name="csX5" fmla="*/ 276 w 132473"/>
                <a:gd name="csY5" fmla="*/ 131603 h 225217"/>
                <a:gd name="csX6" fmla="*/ 48816 w 132473"/>
                <a:gd name="csY6" fmla="*/ 176947 h 225217"/>
                <a:gd name="csX7" fmla="*/ 43002 w 132473"/>
                <a:gd name="csY7" fmla="*/ 200496 h 225217"/>
                <a:gd name="csX8" fmla="*/ 37440 w 132473"/>
                <a:gd name="csY8" fmla="*/ 222542 h 225217"/>
                <a:gd name="csX9" fmla="*/ 40474 w 132473"/>
                <a:gd name="csY9" fmla="*/ 225298 h 225217"/>
                <a:gd name="csX10" fmla="*/ 43002 w 132473"/>
                <a:gd name="csY10" fmla="*/ 224296 h 225217"/>
                <a:gd name="csX11" fmla="*/ 45783 w 132473"/>
                <a:gd name="csY11" fmla="*/ 214275 h 225217"/>
                <a:gd name="csX12" fmla="*/ 55390 w 132473"/>
                <a:gd name="csY12" fmla="*/ 176947 h 225217"/>
                <a:gd name="csX13" fmla="*/ 132750 w 132473"/>
                <a:gd name="csY13" fmla="*/ 108304 h 225217"/>
                <a:gd name="csX14" fmla="*/ 84210 w 132473"/>
                <a:gd name="csY14" fmla="*/ 62960 h 225217"/>
                <a:gd name="csX15" fmla="*/ 98368 w 132473"/>
                <a:gd name="csY15" fmla="*/ 6092 h 225217"/>
                <a:gd name="csX16" fmla="*/ 50081 w 132473"/>
                <a:gd name="csY16" fmla="*/ 171436 h 225217"/>
                <a:gd name="csX17" fmla="*/ 16709 w 132473"/>
                <a:gd name="csY17" fmla="*/ 136864 h 225217"/>
                <a:gd name="csX18" fmla="*/ 76120 w 132473"/>
                <a:gd name="csY18" fmla="*/ 68472 h 225217"/>
                <a:gd name="csX19" fmla="*/ 50081 w 132473"/>
                <a:gd name="csY19" fmla="*/ 171436 h 225217"/>
                <a:gd name="csX20" fmla="*/ 82693 w 132473"/>
                <a:gd name="csY20" fmla="*/ 68472 h 225217"/>
                <a:gd name="csX21" fmla="*/ 116317 w 132473"/>
                <a:gd name="csY21" fmla="*/ 103044 h 225217"/>
                <a:gd name="csX22" fmla="*/ 56654 w 132473"/>
                <a:gd name="csY22" fmla="*/ 171436 h 225217"/>
                <a:gd name="csX23" fmla="*/ 82693 w 132473"/>
                <a:gd name="csY23" fmla="*/ 68472 h 2252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473" h="225217">
                  <a:moveTo>
                    <a:pt x="98368" y="6092"/>
                  </a:moveTo>
                  <a:cubicBezTo>
                    <a:pt x="98368" y="5591"/>
                    <a:pt x="99126" y="2835"/>
                    <a:pt x="99126" y="2585"/>
                  </a:cubicBezTo>
                  <a:cubicBezTo>
                    <a:pt x="99126" y="2334"/>
                    <a:pt x="99126" y="80"/>
                    <a:pt x="96092" y="80"/>
                  </a:cubicBezTo>
                  <a:cubicBezTo>
                    <a:pt x="93564" y="80"/>
                    <a:pt x="93311" y="831"/>
                    <a:pt x="92300" y="5090"/>
                  </a:cubicBezTo>
                  <a:lnTo>
                    <a:pt x="77637" y="62960"/>
                  </a:lnTo>
                  <a:cubicBezTo>
                    <a:pt x="37440" y="64213"/>
                    <a:pt x="276" y="97532"/>
                    <a:pt x="276" y="131603"/>
                  </a:cubicBezTo>
                  <a:cubicBezTo>
                    <a:pt x="276" y="155402"/>
                    <a:pt x="17973" y="175193"/>
                    <a:pt x="48816" y="176947"/>
                  </a:cubicBezTo>
                  <a:cubicBezTo>
                    <a:pt x="46794" y="184713"/>
                    <a:pt x="45024" y="192730"/>
                    <a:pt x="43002" y="200496"/>
                  </a:cubicBezTo>
                  <a:cubicBezTo>
                    <a:pt x="39968" y="212271"/>
                    <a:pt x="37440" y="221790"/>
                    <a:pt x="37440" y="222542"/>
                  </a:cubicBezTo>
                  <a:cubicBezTo>
                    <a:pt x="37440" y="225047"/>
                    <a:pt x="39210" y="225298"/>
                    <a:pt x="40474" y="225298"/>
                  </a:cubicBezTo>
                  <a:cubicBezTo>
                    <a:pt x="41738" y="225298"/>
                    <a:pt x="42243" y="225047"/>
                    <a:pt x="43002" y="224296"/>
                  </a:cubicBezTo>
                  <a:cubicBezTo>
                    <a:pt x="43507" y="223794"/>
                    <a:pt x="45024" y="217782"/>
                    <a:pt x="45783" y="214275"/>
                  </a:cubicBezTo>
                  <a:lnTo>
                    <a:pt x="55390" y="176947"/>
                  </a:lnTo>
                  <a:cubicBezTo>
                    <a:pt x="96092" y="175695"/>
                    <a:pt x="132750" y="141874"/>
                    <a:pt x="132750" y="108304"/>
                  </a:cubicBezTo>
                  <a:cubicBezTo>
                    <a:pt x="132750" y="88513"/>
                    <a:pt x="119351" y="65465"/>
                    <a:pt x="84210" y="62960"/>
                  </a:cubicBezTo>
                  <a:lnTo>
                    <a:pt x="98368" y="6092"/>
                  </a:lnTo>
                  <a:close/>
                  <a:moveTo>
                    <a:pt x="50081" y="171436"/>
                  </a:moveTo>
                  <a:cubicBezTo>
                    <a:pt x="34912" y="170684"/>
                    <a:pt x="16709" y="161916"/>
                    <a:pt x="16709" y="136864"/>
                  </a:cubicBezTo>
                  <a:cubicBezTo>
                    <a:pt x="16709" y="106801"/>
                    <a:pt x="38451" y="71729"/>
                    <a:pt x="76120" y="68472"/>
                  </a:cubicBezTo>
                  <a:lnTo>
                    <a:pt x="50081" y="171436"/>
                  </a:lnTo>
                  <a:close/>
                  <a:moveTo>
                    <a:pt x="82693" y="68472"/>
                  </a:moveTo>
                  <a:cubicBezTo>
                    <a:pt x="101907" y="69474"/>
                    <a:pt x="116317" y="80998"/>
                    <a:pt x="116317" y="103044"/>
                  </a:cubicBezTo>
                  <a:cubicBezTo>
                    <a:pt x="116317" y="132605"/>
                    <a:pt x="94576" y="168429"/>
                    <a:pt x="56654" y="171436"/>
                  </a:cubicBezTo>
                  <a:lnTo>
                    <a:pt x="82693" y="68472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DD596C5E-AA60-A962-F238-34D41CF99F52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066867" y="6612229"/>
              <a:ext cx="58652" cy="250520"/>
            </a:xfrm>
            <a:custGeom>
              <a:avLst/>
              <a:gdLst>
                <a:gd name="csX0" fmla="*/ 58935 w 58652"/>
                <a:gd name="csY0" fmla="*/ 125340 h 250520"/>
                <a:gd name="csX1" fmla="*/ 42249 w 58652"/>
                <a:gd name="csY1" fmla="*/ 47177 h 250520"/>
                <a:gd name="csX2" fmla="*/ 2811 w 58652"/>
                <a:gd name="csY2" fmla="*/ 80 h 250520"/>
                <a:gd name="csX3" fmla="*/ 282 w 58652"/>
                <a:gd name="csY3" fmla="*/ 2585 h 250520"/>
                <a:gd name="csX4" fmla="*/ 5086 w 58652"/>
                <a:gd name="csY4" fmla="*/ 8347 h 250520"/>
                <a:gd name="csX5" fmla="*/ 44272 w 58652"/>
                <a:gd name="csY5" fmla="*/ 125340 h 250520"/>
                <a:gd name="csX6" fmla="*/ 3569 w 58652"/>
                <a:gd name="csY6" fmla="*/ 243836 h 250520"/>
                <a:gd name="csX7" fmla="*/ 282 w 58652"/>
                <a:gd name="csY7" fmla="*/ 248095 h 250520"/>
                <a:gd name="csX8" fmla="*/ 2811 w 58652"/>
                <a:gd name="csY8" fmla="*/ 250600 h 250520"/>
                <a:gd name="csX9" fmla="*/ 43008 w 58652"/>
                <a:gd name="csY9" fmla="*/ 201749 h 250520"/>
                <a:gd name="csX10" fmla="*/ 58935 w 58652"/>
                <a:gd name="csY10" fmla="*/ 12534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52" h="250520">
                  <a:moveTo>
                    <a:pt x="58935" y="125340"/>
                  </a:moveTo>
                  <a:cubicBezTo>
                    <a:pt x="58935" y="105799"/>
                    <a:pt x="56154" y="75486"/>
                    <a:pt x="42249" y="47177"/>
                  </a:cubicBezTo>
                  <a:cubicBezTo>
                    <a:pt x="27081" y="16363"/>
                    <a:pt x="5339" y="80"/>
                    <a:pt x="2811" y="80"/>
                  </a:cubicBezTo>
                  <a:cubicBezTo>
                    <a:pt x="1294" y="80"/>
                    <a:pt x="282" y="1082"/>
                    <a:pt x="282" y="2585"/>
                  </a:cubicBezTo>
                  <a:cubicBezTo>
                    <a:pt x="282" y="3336"/>
                    <a:pt x="282" y="3837"/>
                    <a:pt x="5086" y="8347"/>
                  </a:cubicBezTo>
                  <a:cubicBezTo>
                    <a:pt x="29861" y="33148"/>
                    <a:pt x="44272" y="72981"/>
                    <a:pt x="44272" y="125340"/>
                  </a:cubicBezTo>
                  <a:cubicBezTo>
                    <a:pt x="44272" y="168179"/>
                    <a:pt x="34918" y="212271"/>
                    <a:pt x="3569" y="243836"/>
                  </a:cubicBezTo>
                  <a:cubicBezTo>
                    <a:pt x="282" y="246842"/>
                    <a:pt x="282" y="247343"/>
                    <a:pt x="282" y="248095"/>
                  </a:cubicBezTo>
                  <a:cubicBezTo>
                    <a:pt x="282" y="249598"/>
                    <a:pt x="1294" y="250600"/>
                    <a:pt x="2811" y="250600"/>
                  </a:cubicBezTo>
                  <a:cubicBezTo>
                    <a:pt x="5339" y="250600"/>
                    <a:pt x="28092" y="233565"/>
                    <a:pt x="43008" y="201749"/>
                  </a:cubicBezTo>
                  <a:cubicBezTo>
                    <a:pt x="55901" y="174191"/>
                    <a:pt x="58935" y="146384"/>
                    <a:pt x="58935" y="125340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DC752092-A1BD-F89A-0467-EAFDE60F7FCB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221110" y="6654065"/>
              <a:ext cx="168120" cy="166846"/>
            </a:xfrm>
            <a:custGeom>
              <a:avLst/>
              <a:gdLst>
                <a:gd name="csX0" fmla="*/ 89531 w 168120"/>
                <a:gd name="csY0" fmla="*/ 88513 h 166846"/>
                <a:gd name="csX1" fmla="*/ 160066 w 168120"/>
                <a:gd name="csY1" fmla="*/ 88513 h 166846"/>
                <a:gd name="csX2" fmla="*/ 168409 w 168120"/>
                <a:gd name="csY2" fmla="*/ 83503 h 166846"/>
                <a:gd name="csX3" fmla="*/ 160066 w 168120"/>
                <a:gd name="csY3" fmla="*/ 78493 h 166846"/>
                <a:gd name="csX4" fmla="*/ 89531 w 168120"/>
                <a:gd name="csY4" fmla="*/ 78493 h 166846"/>
                <a:gd name="csX5" fmla="*/ 89531 w 168120"/>
                <a:gd name="csY5" fmla="*/ 8347 h 166846"/>
                <a:gd name="csX6" fmla="*/ 84475 w 168120"/>
                <a:gd name="csY6" fmla="*/ 80 h 166846"/>
                <a:gd name="csX7" fmla="*/ 79419 w 168120"/>
                <a:gd name="csY7" fmla="*/ 8347 h 166846"/>
                <a:gd name="csX8" fmla="*/ 79419 w 168120"/>
                <a:gd name="csY8" fmla="*/ 78493 h 166846"/>
                <a:gd name="csX9" fmla="*/ 8631 w 168120"/>
                <a:gd name="csY9" fmla="*/ 78493 h 166846"/>
                <a:gd name="csX10" fmla="*/ 289 w 168120"/>
                <a:gd name="csY10" fmla="*/ 83503 h 166846"/>
                <a:gd name="csX11" fmla="*/ 8631 w 168120"/>
                <a:gd name="csY11" fmla="*/ 88513 h 166846"/>
                <a:gd name="csX12" fmla="*/ 79419 w 168120"/>
                <a:gd name="csY12" fmla="*/ 88513 h 166846"/>
                <a:gd name="csX13" fmla="*/ 79419 w 168120"/>
                <a:gd name="csY13" fmla="*/ 158659 h 166846"/>
                <a:gd name="csX14" fmla="*/ 84475 w 168120"/>
                <a:gd name="csY14" fmla="*/ 166926 h 166846"/>
                <a:gd name="csX15" fmla="*/ 89531 w 168120"/>
                <a:gd name="csY15" fmla="*/ 158659 h 166846"/>
                <a:gd name="csX16" fmla="*/ 89531 w 168120"/>
                <a:gd name="csY16" fmla="*/ 88513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8120" h="166846">
                  <a:moveTo>
                    <a:pt x="89531" y="88513"/>
                  </a:moveTo>
                  <a:lnTo>
                    <a:pt x="160066" y="88513"/>
                  </a:lnTo>
                  <a:cubicBezTo>
                    <a:pt x="163605" y="88513"/>
                    <a:pt x="168409" y="88513"/>
                    <a:pt x="168409" y="83503"/>
                  </a:cubicBezTo>
                  <a:cubicBezTo>
                    <a:pt x="168409" y="78493"/>
                    <a:pt x="163605" y="78493"/>
                    <a:pt x="160066" y="78493"/>
                  </a:cubicBezTo>
                  <a:lnTo>
                    <a:pt x="89531" y="78493"/>
                  </a:lnTo>
                  <a:lnTo>
                    <a:pt x="89531" y="8347"/>
                  </a:lnTo>
                  <a:cubicBezTo>
                    <a:pt x="89531" y="4840"/>
                    <a:pt x="89531" y="80"/>
                    <a:pt x="84475" y="80"/>
                  </a:cubicBezTo>
                  <a:cubicBezTo>
                    <a:pt x="79419" y="80"/>
                    <a:pt x="79419" y="4840"/>
                    <a:pt x="79419" y="8347"/>
                  </a:cubicBezTo>
                  <a:lnTo>
                    <a:pt x="79419" y="78493"/>
                  </a:lnTo>
                  <a:lnTo>
                    <a:pt x="8631" y="78493"/>
                  </a:lnTo>
                  <a:cubicBezTo>
                    <a:pt x="5092" y="78493"/>
                    <a:pt x="289" y="78493"/>
                    <a:pt x="289" y="83503"/>
                  </a:cubicBezTo>
                  <a:cubicBezTo>
                    <a:pt x="289" y="88513"/>
                    <a:pt x="5092" y="88513"/>
                    <a:pt x="8631" y="88513"/>
                  </a:cubicBezTo>
                  <a:lnTo>
                    <a:pt x="79419" y="88513"/>
                  </a:lnTo>
                  <a:lnTo>
                    <a:pt x="79419" y="158659"/>
                  </a:lnTo>
                  <a:cubicBezTo>
                    <a:pt x="79419" y="162166"/>
                    <a:pt x="79419" y="166926"/>
                    <a:pt x="84475" y="166926"/>
                  </a:cubicBezTo>
                  <a:cubicBezTo>
                    <a:pt x="89531" y="166926"/>
                    <a:pt x="89531" y="162166"/>
                    <a:pt x="89531" y="158659"/>
                  </a:cubicBezTo>
                  <a:lnTo>
                    <a:pt x="89531" y="88513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9B5E3FB7-A51B-286E-458D-EB8D23BCC42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468360" y="6687886"/>
              <a:ext cx="96321" cy="114988"/>
            </a:xfrm>
            <a:custGeom>
              <a:avLst/>
              <a:gdLst>
                <a:gd name="csX0" fmla="*/ 21282 w 96321"/>
                <a:gd name="csY0" fmla="*/ 57699 h 114988"/>
                <a:gd name="csX1" fmla="*/ 55412 w 96321"/>
                <a:gd name="csY1" fmla="*/ 6343 h 114988"/>
                <a:gd name="csX2" fmla="*/ 82462 w 96321"/>
                <a:gd name="csY2" fmla="*/ 15612 h 114988"/>
                <a:gd name="csX3" fmla="*/ 70580 w 96321"/>
                <a:gd name="csY3" fmla="*/ 27136 h 114988"/>
                <a:gd name="csX4" fmla="*/ 82210 w 96321"/>
                <a:gd name="csY4" fmla="*/ 38660 h 114988"/>
                <a:gd name="csX5" fmla="*/ 93839 w 96321"/>
                <a:gd name="csY5" fmla="*/ 26885 h 114988"/>
                <a:gd name="csX6" fmla="*/ 55159 w 96321"/>
                <a:gd name="csY6" fmla="*/ 80 h 114988"/>
                <a:gd name="csX7" fmla="*/ 298 w 96321"/>
                <a:gd name="csY7" fmla="*/ 58200 h 114988"/>
                <a:gd name="csX8" fmla="*/ 54653 w 96321"/>
                <a:gd name="csY8" fmla="*/ 115069 h 114988"/>
                <a:gd name="csX9" fmla="*/ 96620 w 96321"/>
                <a:gd name="csY9" fmla="*/ 82501 h 114988"/>
                <a:gd name="csX10" fmla="*/ 93333 w 96321"/>
                <a:gd name="csY10" fmla="*/ 79996 h 114988"/>
                <a:gd name="csX11" fmla="*/ 90047 w 96321"/>
                <a:gd name="csY11" fmla="*/ 82501 h 114988"/>
                <a:gd name="csX12" fmla="*/ 56928 w 96321"/>
                <a:gd name="csY12" fmla="*/ 108806 h 114988"/>
                <a:gd name="csX13" fmla="*/ 21282 w 96321"/>
                <a:gd name="csY13" fmla="*/ 57699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6321" h="114988">
                  <a:moveTo>
                    <a:pt x="21282" y="57699"/>
                  </a:moveTo>
                  <a:cubicBezTo>
                    <a:pt x="21282" y="16865"/>
                    <a:pt x="42012" y="6343"/>
                    <a:pt x="55412" y="6343"/>
                  </a:cubicBezTo>
                  <a:cubicBezTo>
                    <a:pt x="57687" y="6343"/>
                    <a:pt x="73614" y="6593"/>
                    <a:pt x="82462" y="15612"/>
                  </a:cubicBezTo>
                  <a:cubicBezTo>
                    <a:pt x="72097" y="16363"/>
                    <a:pt x="70580" y="23879"/>
                    <a:pt x="70580" y="27136"/>
                  </a:cubicBezTo>
                  <a:cubicBezTo>
                    <a:pt x="70580" y="33649"/>
                    <a:pt x="75131" y="38660"/>
                    <a:pt x="82210" y="38660"/>
                  </a:cubicBezTo>
                  <a:cubicBezTo>
                    <a:pt x="88783" y="38660"/>
                    <a:pt x="93839" y="34401"/>
                    <a:pt x="93839" y="26885"/>
                  </a:cubicBezTo>
                  <a:cubicBezTo>
                    <a:pt x="93839" y="9850"/>
                    <a:pt x="74625" y="80"/>
                    <a:pt x="55159" y="80"/>
                  </a:cubicBezTo>
                  <a:cubicBezTo>
                    <a:pt x="23557" y="80"/>
                    <a:pt x="298" y="27136"/>
                    <a:pt x="298" y="58200"/>
                  </a:cubicBezTo>
                  <a:cubicBezTo>
                    <a:pt x="298" y="90267"/>
                    <a:pt x="25327" y="115069"/>
                    <a:pt x="54653" y="115069"/>
                  </a:cubicBezTo>
                  <a:cubicBezTo>
                    <a:pt x="88530" y="115069"/>
                    <a:pt x="96620" y="85006"/>
                    <a:pt x="96620" y="82501"/>
                  </a:cubicBezTo>
                  <a:cubicBezTo>
                    <a:pt x="96620" y="79996"/>
                    <a:pt x="94092" y="79996"/>
                    <a:pt x="93333" y="79996"/>
                  </a:cubicBezTo>
                  <a:cubicBezTo>
                    <a:pt x="91058" y="79996"/>
                    <a:pt x="90552" y="80998"/>
                    <a:pt x="90047" y="82501"/>
                  </a:cubicBezTo>
                  <a:cubicBezTo>
                    <a:pt x="82715" y="105799"/>
                    <a:pt x="66282" y="108806"/>
                    <a:pt x="56928" y="108806"/>
                  </a:cubicBezTo>
                  <a:cubicBezTo>
                    <a:pt x="43529" y="108806"/>
                    <a:pt x="21282" y="98033"/>
                    <a:pt x="21282" y="57699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F8ABCE08-F116-DF05-FF4E-FD884241E23D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579204" y="6687886"/>
              <a:ext cx="111995" cy="114988"/>
            </a:xfrm>
            <a:custGeom>
              <a:avLst/>
              <a:gdLst>
                <a:gd name="csX0" fmla="*/ 112299 w 111995"/>
                <a:gd name="csY0" fmla="*/ 58701 h 114988"/>
                <a:gd name="csX1" fmla="*/ 56427 w 111995"/>
                <a:gd name="csY1" fmla="*/ 80 h 114988"/>
                <a:gd name="csX2" fmla="*/ 303 w 111995"/>
                <a:gd name="csY2" fmla="*/ 58701 h 114988"/>
                <a:gd name="csX3" fmla="*/ 56174 w 111995"/>
                <a:gd name="csY3" fmla="*/ 115069 h 114988"/>
                <a:gd name="csX4" fmla="*/ 112299 w 111995"/>
                <a:gd name="csY4" fmla="*/ 58701 h 114988"/>
                <a:gd name="csX5" fmla="*/ 56427 w 111995"/>
                <a:gd name="csY5" fmla="*/ 108806 h 114988"/>
                <a:gd name="csX6" fmla="*/ 27607 w 111995"/>
                <a:gd name="csY6" fmla="*/ 92021 h 114988"/>
                <a:gd name="csX7" fmla="*/ 21286 w 111995"/>
                <a:gd name="csY7" fmla="*/ 56697 h 114988"/>
                <a:gd name="csX8" fmla="*/ 27354 w 111995"/>
                <a:gd name="csY8" fmla="*/ 22376 h 114988"/>
                <a:gd name="csX9" fmla="*/ 56174 w 111995"/>
                <a:gd name="csY9" fmla="*/ 5591 h 114988"/>
                <a:gd name="csX10" fmla="*/ 84742 w 111995"/>
                <a:gd name="csY10" fmla="*/ 21875 h 114988"/>
                <a:gd name="csX11" fmla="*/ 91315 w 111995"/>
                <a:gd name="csY11" fmla="*/ 56697 h 114988"/>
                <a:gd name="csX12" fmla="*/ 85753 w 111995"/>
                <a:gd name="csY12" fmla="*/ 90267 h 114988"/>
                <a:gd name="csX13" fmla="*/ 56427 w 111995"/>
                <a:gd name="csY13" fmla="*/ 108806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1995" h="114988">
                  <a:moveTo>
                    <a:pt x="112299" y="58701"/>
                  </a:moveTo>
                  <a:cubicBezTo>
                    <a:pt x="112299" y="26635"/>
                    <a:pt x="87018" y="80"/>
                    <a:pt x="56427" y="80"/>
                  </a:cubicBezTo>
                  <a:cubicBezTo>
                    <a:pt x="24826" y="80"/>
                    <a:pt x="303" y="27386"/>
                    <a:pt x="303" y="58701"/>
                  </a:cubicBezTo>
                  <a:cubicBezTo>
                    <a:pt x="303" y="91019"/>
                    <a:pt x="26595" y="115069"/>
                    <a:pt x="56174" y="115069"/>
                  </a:cubicBezTo>
                  <a:cubicBezTo>
                    <a:pt x="86765" y="115069"/>
                    <a:pt x="112299" y="90518"/>
                    <a:pt x="112299" y="58701"/>
                  </a:cubicBezTo>
                  <a:close/>
                  <a:moveTo>
                    <a:pt x="56427" y="108806"/>
                  </a:moveTo>
                  <a:cubicBezTo>
                    <a:pt x="45556" y="108806"/>
                    <a:pt x="34433" y="103545"/>
                    <a:pt x="27607" y="92021"/>
                  </a:cubicBezTo>
                  <a:cubicBezTo>
                    <a:pt x="21286" y="80998"/>
                    <a:pt x="21286" y="65716"/>
                    <a:pt x="21286" y="56697"/>
                  </a:cubicBezTo>
                  <a:cubicBezTo>
                    <a:pt x="21286" y="46927"/>
                    <a:pt x="21286" y="33399"/>
                    <a:pt x="27354" y="22376"/>
                  </a:cubicBezTo>
                  <a:cubicBezTo>
                    <a:pt x="34180" y="10852"/>
                    <a:pt x="46062" y="5591"/>
                    <a:pt x="56174" y="5591"/>
                  </a:cubicBezTo>
                  <a:cubicBezTo>
                    <a:pt x="67298" y="5591"/>
                    <a:pt x="78169" y="11103"/>
                    <a:pt x="84742" y="21875"/>
                  </a:cubicBezTo>
                  <a:cubicBezTo>
                    <a:pt x="91315" y="32647"/>
                    <a:pt x="91315" y="47178"/>
                    <a:pt x="91315" y="56697"/>
                  </a:cubicBezTo>
                  <a:cubicBezTo>
                    <a:pt x="91315" y="65716"/>
                    <a:pt x="91315" y="79244"/>
                    <a:pt x="85753" y="90267"/>
                  </a:cubicBezTo>
                  <a:cubicBezTo>
                    <a:pt x="80192" y="101540"/>
                    <a:pt x="69068" y="108806"/>
                    <a:pt x="56427" y="108806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7CF7F872-FD29-347F-C4C7-6B35D12252A7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706875" y="6687886"/>
              <a:ext cx="82669" cy="114988"/>
            </a:xfrm>
            <a:custGeom>
              <a:avLst/>
              <a:gdLst>
                <a:gd name="csX0" fmla="*/ 44550 w 82669"/>
                <a:gd name="csY0" fmla="*/ 63712 h 114988"/>
                <a:gd name="csX1" fmla="*/ 70843 w 82669"/>
                <a:gd name="csY1" fmla="*/ 86760 h 114988"/>
                <a:gd name="csX2" fmla="*/ 42275 w 82669"/>
                <a:gd name="csY2" fmla="*/ 109557 h 114988"/>
                <a:gd name="csX3" fmla="*/ 7134 w 82669"/>
                <a:gd name="csY3" fmla="*/ 73983 h 114988"/>
                <a:gd name="csX4" fmla="*/ 3594 w 82669"/>
                <a:gd name="csY4" fmla="*/ 69724 h 114988"/>
                <a:gd name="csX5" fmla="*/ 308 w 82669"/>
                <a:gd name="csY5" fmla="*/ 75987 h 114988"/>
                <a:gd name="csX6" fmla="*/ 308 w 82669"/>
                <a:gd name="csY6" fmla="*/ 109056 h 114988"/>
                <a:gd name="csX7" fmla="*/ 3089 w 82669"/>
                <a:gd name="csY7" fmla="*/ 115069 h 114988"/>
                <a:gd name="csX8" fmla="*/ 9409 w 82669"/>
                <a:gd name="csY8" fmla="*/ 110058 h 114988"/>
                <a:gd name="csX9" fmla="*/ 14465 w 82669"/>
                <a:gd name="csY9" fmla="*/ 104296 h 114988"/>
                <a:gd name="csX10" fmla="*/ 42275 w 82669"/>
                <a:gd name="csY10" fmla="*/ 115069 h 114988"/>
                <a:gd name="csX11" fmla="*/ 82978 w 82669"/>
                <a:gd name="csY11" fmla="*/ 80246 h 114988"/>
                <a:gd name="csX12" fmla="*/ 72359 w 82669"/>
                <a:gd name="csY12" fmla="*/ 56447 h 114988"/>
                <a:gd name="csX13" fmla="*/ 43539 w 82669"/>
                <a:gd name="csY13" fmla="*/ 44422 h 114988"/>
                <a:gd name="csX14" fmla="*/ 12443 w 82669"/>
                <a:gd name="csY14" fmla="*/ 23879 h 114988"/>
                <a:gd name="csX15" fmla="*/ 40758 w 82669"/>
                <a:gd name="csY15" fmla="*/ 4840 h 114988"/>
                <a:gd name="csX16" fmla="*/ 70337 w 82669"/>
                <a:gd name="csY16" fmla="*/ 35153 h 114988"/>
                <a:gd name="csX17" fmla="*/ 73371 w 82669"/>
                <a:gd name="csY17" fmla="*/ 37407 h 114988"/>
                <a:gd name="csX18" fmla="*/ 76657 w 82669"/>
                <a:gd name="csY18" fmla="*/ 31395 h 114988"/>
                <a:gd name="csX19" fmla="*/ 76657 w 82669"/>
                <a:gd name="csY19" fmla="*/ 6092 h 114988"/>
                <a:gd name="csX20" fmla="*/ 73876 w 82669"/>
                <a:gd name="csY20" fmla="*/ 80 h 114988"/>
                <a:gd name="csX21" fmla="*/ 68820 w 82669"/>
                <a:gd name="csY21" fmla="*/ 3086 h 114988"/>
                <a:gd name="csX22" fmla="*/ 64522 w 82669"/>
                <a:gd name="csY22" fmla="*/ 7094 h 114988"/>
                <a:gd name="csX23" fmla="*/ 40758 w 82669"/>
                <a:gd name="csY23" fmla="*/ 80 h 114988"/>
                <a:gd name="csX24" fmla="*/ 308 w 82669"/>
                <a:gd name="csY24" fmla="*/ 30894 h 114988"/>
                <a:gd name="csX25" fmla="*/ 11179 w 82669"/>
                <a:gd name="csY25" fmla="*/ 52188 h 114988"/>
                <a:gd name="csX26" fmla="*/ 44550 w 82669"/>
                <a:gd name="csY26" fmla="*/ 63712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2669" h="114988">
                  <a:moveTo>
                    <a:pt x="44550" y="63712"/>
                  </a:moveTo>
                  <a:cubicBezTo>
                    <a:pt x="50112" y="64714"/>
                    <a:pt x="70843" y="68722"/>
                    <a:pt x="70843" y="86760"/>
                  </a:cubicBezTo>
                  <a:cubicBezTo>
                    <a:pt x="70843" y="99536"/>
                    <a:pt x="61994" y="109557"/>
                    <a:pt x="42275" y="109557"/>
                  </a:cubicBezTo>
                  <a:cubicBezTo>
                    <a:pt x="21039" y="109557"/>
                    <a:pt x="11937" y="95277"/>
                    <a:pt x="7134" y="73983"/>
                  </a:cubicBezTo>
                  <a:cubicBezTo>
                    <a:pt x="6375" y="70726"/>
                    <a:pt x="6123" y="69724"/>
                    <a:pt x="3594" y="69724"/>
                  </a:cubicBezTo>
                  <a:cubicBezTo>
                    <a:pt x="308" y="69724"/>
                    <a:pt x="308" y="71478"/>
                    <a:pt x="308" y="75987"/>
                  </a:cubicBezTo>
                  <a:lnTo>
                    <a:pt x="308" y="109056"/>
                  </a:lnTo>
                  <a:cubicBezTo>
                    <a:pt x="308" y="113315"/>
                    <a:pt x="308" y="115069"/>
                    <a:pt x="3089" y="115069"/>
                  </a:cubicBezTo>
                  <a:cubicBezTo>
                    <a:pt x="4353" y="115069"/>
                    <a:pt x="4606" y="114818"/>
                    <a:pt x="9409" y="110058"/>
                  </a:cubicBezTo>
                  <a:cubicBezTo>
                    <a:pt x="9915" y="109557"/>
                    <a:pt x="9915" y="109056"/>
                    <a:pt x="14465" y="104296"/>
                  </a:cubicBezTo>
                  <a:cubicBezTo>
                    <a:pt x="25589" y="114818"/>
                    <a:pt x="36966" y="115069"/>
                    <a:pt x="42275" y="115069"/>
                  </a:cubicBezTo>
                  <a:cubicBezTo>
                    <a:pt x="71348" y="115069"/>
                    <a:pt x="82978" y="98284"/>
                    <a:pt x="82978" y="80246"/>
                  </a:cubicBezTo>
                  <a:cubicBezTo>
                    <a:pt x="82978" y="66969"/>
                    <a:pt x="75393" y="59453"/>
                    <a:pt x="72359" y="56447"/>
                  </a:cubicBezTo>
                  <a:cubicBezTo>
                    <a:pt x="64017" y="48430"/>
                    <a:pt x="54157" y="46426"/>
                    <a:pt x="43539" y="44422"/>
                  </a:cubicBezTo>
                  <a:cubicBezTo>
                    <a:pt x="29381" y="41666"/>
                    <a:pt x="12443" y="38409"/>
                    <a:pt x="12443" y="23879"/>
                  </a:cubicBezTo>
                  <a:cubicBezTo>
                    <a:pt x="12443" y="15111"/>
                    <a:pt x="19016" y="4840"/>
                    <a:pt x="40758" y="4840"/>
                  </a:cubicBezTo>
                  <a:cubicBezTo>
                    <a:pt x="68567" y="4840"/>
                    <a:pt x="69831" y="27386"/>
                    <a:pt x="70337" y="35153"/>
                  </a:cubicBezTo>
                  <a:cubicBezTo>
                    <a:pt x="70590" y="37407"/>
                    <a:pt x="72865" y="37407"/>
                    <a:pt x="73371" y="37407"/>
                  </a:cubicBezTo>
                  <a:cubicBezTo>
                    <a:pt x="76657" y="37407"/>
                    <a:pt x="76657" y="36155"/>
                    <a:pt x="76657" y="31395"/>
                  </a:cubicBezTo>
                  <a:lnTo>
                    <a:pt x="76657" y="6092"/>
                  </a:lnTo>
                  <a:cubicBezTo>
                    <a:pt x="76657" y="1833"/>
                    <a:pt x="76657" y="80"/>
                    <a:pt x="73876" y="80"/>
                  </a:cubicBezTo>
                  <a:cubicBezTo>
                    <a:pt x="72612" y="80"/>
                    <a:pt x="72107" y="80"/>
                    <a:pt x="68820" y="3086"/>
                  </a:cubicBezTo>
                  <a:cubicBezTo>
                    <a:pt x="68062" y="4088"/>
                    <a:pt x="65533" y="6343"/>
                    <a:pt x="64522" y="7094"/>
                  </a:cubicBezTo>
                  <a:cubicBezTo>
                    <a:pt x="54915" y="80"/>
                    <a:pt x="44550" y="80"/>
                    <a:pt x="40758" y="80"/>
                  </a:cubicBezTo>
                  <a:cubicBezTo>
                    <a:pt x="9915" y="80"/>
                    <a:pt x="308" y="16865"/>
                    <a:pt x="308" y="30894"/>
                  </a:cubicBezTo>
                  <a:cubicBezTo>
                    <a:pt x="308" y="39662"/>
                    <a:pt x="4353" y="46676"/>
                    <a:pt x="11179" y="52188"/>
                  </a:cubicBezTo>
                  <a:cubicBezTo>
                    <a:pt x="19269" y="58701"/>
                    <a:pt x="26348" y="60205"/>
                    <a:pt x="44550" y="63712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1FAE5FC4-8C3C-D8E0-33CF-BF59C334B958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823280" y="6612229"/>
              <a:ext cx="58652" cy="250520"/>
            </a:xfrm>
            <a:custGeom>
              <a:avLst/>
              <a:gdLst>
                <a:gd name="csX0" fmla="*/ 58964 w 58652"/>
                <a:gd name="csY0" fmla="*/ 248095 h 250520"/>
                <a:gd name="csX1" fmla="*/ 54666 w 58652"/>
                <a:gd name="csY1" fmla="*/ 242584 h 250520"/>
                <a:gd name="csX2" fmla="*/ 14975 w 58652"/>
                <a:gd name="csY2" fmla="*/ 125340 h 250520"/>
                <a:gd name="csX3" fmla="*/ 55678 w 58652"/>
                <a:gd name="csY3" fmla="*/ 6844 h 250520"/>
                <a:gd name="csX4" fmla="*/ 58964 w 58652"/>
                <a:gd name="csY4" fmla="*/ 2585 h 250520"/>
                <a:gd name="csX5" fmla="*/ 56436 w 58652"/>
                <a:gd name="csY5" fmla="*/ 80 h 250520"/>
                <a:gd name="csX6" fmla="*/ 16239 w 58652"/>
                <a:gd name="csY6" fmla="*/ 48931 h 250520"/>
                <a:gd name="csX7" fmla="*/ 312 w 58652"/>
                <a:gd name="csY7" fmla="*/ 125340 h 250520"/>
                <a:gd name="csX8" fmla="*/ 16997 w 58652"/>
                <a:gd name="csY8" fmla="*/ 203502 h 250520"/>
                <a:gd name="csX9" fmla="*/ 56436 w 58652"/>
                <a:gd name="csY9" fmla="*/ 250600 h 250520"/>
                <a:gd name="csX10" fmla="*/ 58964 w 58652"/>
                <a:gd name="csY10" fmla="*/ 248095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52" h="250520">
                  <a:moveTo>
                    <a:pt x="58964" y="248095"/>
                  </a:moveTo>
                  <a:cubicBezTo>
                    <a:pt x="58964" y="247343"/>
                    <a:pt x="58964" y="246842"/>
                    <a:pt x="54666" y="242584"/>
                  </a:cubicBezTo>
                  <a:cubicBezTo>
                    <a:pt x="23065" y="211018"/>
                    <a:pt x="14975" y="163670"/>
                    <a:pt x="14975" y="125340"/>
                  </a:cubicBezTo>
                  <a:cubicBezTo>
                    <a:pt x="14975" y="81749"/>
                    <a:pt x="24582" y="38159"/>
                    <a:pt x="55678" y="6844"/>
                  </a:cubicBezTo>
                  <a:cubicBezTo>
                    <a:pt x="58964" y="3837"/>
                    <a:pt x="58964" y="3336"/>
                    <a:pt x="58964" y="2585"/>
                  </a:cubicBezTo>
                  <a:cubicBezTo>
                    <a:pt x="58964" y="831"/>
                    <a:pt x="57953" y="80"/>
                    <a:pt x="56436" y="80"/>
                  </a:cubicBezTo>
                  <a:cubicBezTo>
                    <a:pt x="53908" y="80"/>
                    <a:pt x="31155" y="17115"/>
                    <a:pt x="16239" y="48931"/>
                  </a:cubicBezTo>
                  <a:cubicBezTo>
                    <a:pt x="3346" y="76488"/>
                    <a:pt x="312" y="104296"/>
                    <a:pt x="312" y="125340"/>
                  </a:cubicBezTo>
                  <a:cubicBezTo>
                    <a:pt x="312" y="144881"/>
                    <a:pt x="3093" y="175193"/>
                    <a:pt x="16997" y="203502"/>
                  </a:cubicBezTo>
                  <a:cubicBezTo>
                    <a:pt x="32166" y="234316"/>
                    <a:pt x="53908" y="250600"/>
                    <a:pt x="56436" y="250600"/>
                  </a:cubicBezTo>
                  <a:cubicBezTo>
                    <a:pt x="57953" y="250600"/>
                    <a:pt x="58964" y="249849"/>
                    <a:pt x="58964" y="248095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07A7D985-FC41-7818-CC5A-8C0EF9DD9744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909209" y="6633272"/>
              <a:ext cx="100872" cy="166846"/>
            </a:xfrm>
            <a:custGeom>
              <a:avLst/>
              <a:gdLst>
                <a:gd name="csX0" fmla="*/ 19782 w 100872"/>
                <a:gd name="csY0" fmla="*/ 147636 h 166846"/>
                <a:gd name="csX1" fmla="*/ 46580 w 100872"/>
                <a:gd name="csY1" fmla="*/ 121833 h 166846"/>
                <a:gd name="csX2" fmla="*/ 101188 w 100872"/>
                <a:gd name="csY2" fmla="*/ 48681 h 166846"/>
                <a:gd name="csX3" fmla="*/ 47592 w 100872"/>
                <a:gd name="csY3" fmla="*/ 80 h 166846"/>
                <a:gd name="csX4" fmla="*/ 316 w 100872"/>
                <a:gd name="csY4" fmla="*/ 45424 h 166846"/>
                <a:gd name="csX5" fmla="*/ 13715 w 100872"/>
                <a:gd name="csY5" fmla="*/ 59453 h 166846"/>
                <a:gd name="csX6" fmla="*/ 26861 w 100872"/>
                <a:gd name="csY6" fmla="*/ 46175 h 166846"/>
                <a:gd name="csX7" fmla="*/ 13462 w 100872"/>
                <a:gd name="csY7" fmla="*/ 33148 h 166846"/>
                <a:gd name="csX8" fmla="*/ 10175 w 100872"/>
                <a:gd name="csY8" fmla="*/ 33399 h 166846"/>
                <a:gd name="csX9" fmla="*/ 44305 w 100872"/>
                <a:gd name="csY9" fmla="*/ 7846 h 166846"/>
                <a:gd name="csX10" fmla="*/ 78182 w 100872"/>
                <a:gd name="csY10" fmla="*/ 48681 h 166846"/>
                <a:gd name="csX11" fmla="*/ 51637 w 100872"/>
                <a:gd name="csY11" fmla="*/ 104046 h 166846"/>
                <a:gd name="csX12" fmla="*/ 3097 w 100872"/>
                <a:gd name="csY12" fmla="*/ 157657 h 166846"/>
                <a:gd name="csX13" fmla="*/ 316 w 100872"/>
                <a:gd name="csY13" fmla="*/ 166926 h 166846"/>
                <a:gd name="csX14" fmla="*/ 94109 w 100872"/>
                <a:gd name="csY14" fmla="*/ 166926 h 166846"/>
                <a:gd name="csX15" fmla="*/ 101188 w 100872"/>
                <a:gd name="csY15" fmla="*/ 123336 h 166846"/>
                <a:gd name="csX16" fmla="*/ 94867 w 100872"/>
                <a:gd name="csY16" fmla="*/ 123336 h 166846"/>
                <a:gd name="csX17" fmla="*/ 89306 w 100872"/>
                <a:gd name="csY17" fmla="*/ 145632 h 166846"/>
                <a:gd name="csX18" fmla="*/ 65288 w 100872"/>
                <a:gd name="csY18" fmla="*/ 147636 h 166846"/>
                <a:gd name="csX19" fmla="*/ 19782 w 100872"/>
                <a:gd name="csY19" fmla="*/ 147636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0872" h="166846">
                  <a:moveTo>
                    <a:pt x="19782" y="147636"/>
                  </a:moveTo>
                  <a:lnTo>
                    <a:pt x="46580" y="121833"/>
                  </a:lnTo>
                  <a:cubicBezTo>
                    <a:pt x="86019" y="87261"/>
                    <a:pt x="101188" y="73733"/>
                    <a:pt x="101188" y="48681"/>
                  </a:cubicBezTo>
                  <a:cubicBezTo>
                    <a:pt x="101188" y="20121"/>
                    <a:pt x="78435" y="80"/>
                    <a:pt x="47592" y="80"/>
                  </a:cubicBezTo>
                  <a:cubicBezTo>
                    <a:pt x="19024" y="80"/>
                    <a:pt x="316" y="23128"/>
                    <a:pt x="316" y="45424"/>
                  </a:cubicBezTo>
                  <a:cubicBezTo>
                    <a:pt x="316" y="59453"/>
                    <a:pt x="12956" y="59453"/>
                    <a:pt x="13715" y="59453"/>
                  </a:cubicBezTo>
                  <a:cubicBezTo>
                    <a:pt x="18013" y="59453"/>
                    <a:pt x="26861" y="56447"/>
                    <a:pt x="26861" y="46175"/>
                  </a:cubicBezTo>
                  <a:cubicBezTo>
                    <a:pt x="26861" y="39662"/>
                    <a:pt x="22310" y="33148"/>
                    <a:pt x="13462" y="33148"/>
                  </a:cubicBezTo>
                  <a:cubicBezTo>
                    <a:pt x="11439" y="33148"/>
                    <a:pt x="10934" y="33148"/>
                    <a:pt x="10175" y="33399"/>
                  </a:cubicBezTo>
                  <a:cubicBezTo>
                    <a:pt x="15990" y="17115"/>
                    <a:pt x="29642" y="7846"/>
                    <a:pt x="44305" y="7846"/>
                  </a:cubicBezTo>
                  <a:cubicBezTo>
                    <a:pt x="67311" y="7846"/>
                    <a:pt x="78182" y="28138"/>
                    <a:pt x="78182" y="48681"/>
                  </a:cubicBezTo>
                  <a:cubicBezTo>
                    <a:pt x="78182" y="68722"/>
                    <a:pt x="65541" y="88513"/>
                    <a:pt x="51637" y="104046"/>
                  </a:cubicBezTo>
                  <a:lnTo>
                    <a:pt x="3097" y="157657"/>
                  </a:lnTo>
                  <a:cubicBezTo>
                    <a:pt x="316" y="160413"/>
                    <a:pt x="316" y="160914"/>
                    <a:pt x="316" y="166926"/>
                  </a:cubicBezTo>
                  <a:lnTo>
                    <a:pt x="94109" y="166926"/>
                  </a:lnTo>
                  <a:lnTo>
                    <a:pt x="101188" y="123336"/>
                  </a:lnTo>
                  <a:lnTo>
                    <a:pt x="94867" y="123336"/>
                  </a:lnTo>
                  <a:cubicBezTo>
                    <a:pt x="93603" y="130851"/>
                    <a:pt x="91834" y="141874"/>
                    <a:pt x="89306" y="145632"/>
                  </a:cubicBezTo>
                  <a:cubicBezTo>
                    <a:pt x="87536" y="147636"/>
                    <a:pt x="70850" y="147636"/>
                    <a:pt x="65288" y="147636"/>
                  </a:cubicBezTo>
                  <a:lnTo>
                    <a:pt x="19782" y="147636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8C2B4064-4AF1-F680-04C7-DDFA01649AA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026009" y="6689389"/>
              <a:ext cx="149917" cy="113485"/>
            </a:xfrm>
            <a:custGeom>
              <a:avLst/>
              <a:gdLst>
                <a:gd name="csX0" fmla="*/ 150238 w 149917"/>
                <a:gd name="csY0" fmla="*/ 17616 h 113485"/>
                <a:gd name="csX1" fmla="*/ 140126 w 149917"/>
                <a:gd name="csY1" fmla="*/ 80 h 113485"/>
                <a:gd name="csX2" fmla="*/ 126727 w 149917"/>
                <a:gd name="csY2" fmla="*/ 11854 h 113485"/>
                <a:gd name="csX3" fmla="*/ 130519 w 149917"/>
                <a:gd name="csY3" fmla="*/ 19370 h 113485"/>
                <a:gd name="csX4" fmla="*/ 139367 w 149917"/>
                <a:gd name="csY4" fmla="*/ 40413 h 113485"/>
                <a:gd name="csX5" fmla="*/ 126727 w 149917"/>
                <a:gd name="csY5" fmla="*/ 76238 h 113485"/>
                <a:gd name="csX6" fmla="*/ 97906 w 149917"/>
                <a:gd name="csY6" fmla="*/ 95528 h 113485"/>
                <a:gd name="csX7" fmla="*/ 73383 w 149917"/>
                <a:gd name="csY7" fmla="*/ 72981 h 113485"/>
                <a:gd name="csX8" fmla="*/ 81979 w 149917"/>
                <a:gd name="csY8" fmla="*/ 43420 h 113485"/>
                <a:gd name="csX9" fmla="*/ 77428 w 149917"/>
                <a:gd name="csY9" fmla="*/ 37908 h 113485"/>
                <a:gd name="csX10" fmla="*/ 70603 w 149917"/>
                <a:gd name="csY10" fmla="*/ 42167 h 113485"/>
                <a:gd name="csX11" fmla="*/ 64788 w 149917"/>
                <a:gd name="csY11" fmla="*/ 72480 h 113485"/>
                <a:gd name="csX12" fmla="*/ 30405 w 149917"/>
                <a:gd name="csY12" fmla="*/ 95528 h 113485"/>
                <a:gd name="csX13" fmla="*/ 8411 w 149917"/>
                <a:gd name="csY13" fmla="*/ 66718 h 113485"/>
                <a:gd name="csX14" fmla="*/ 34198 w 149917"/>
                <a:gd name="csY14" fmla="*/ 5842 h 113485"/>
                <a:gd name="csX15" fmla="*/ 29394 w 149917"/>
                <a:gd name="csY15" fmla="*/ 1082 h 113485"/>
                <a:gd name="csX16" fmla="*/ 22821 w 149917"/>
                <a:gd name="csY16" fmla="*/ 6593 h 113485"/>
                <a:gd name="csX17" fmla="*/ 321 w 149917"/>
                <a:gd name="csY17" fmla="*/ 77741 h 113485"/>
                <a:gd name="csX18" fmla="*/ 26866 w 149917"/>
                <a:gd name="csY18" fmla="*/ 113565 h 113485"/>
                <a:gd name="csX19" fmla="*/ 65799 w 149917"/>
                <a:gd name="csY19" fmla="*/ 87261 h 113485"/>
                <a:gd name="csX20" fmla="*/ 93608 w 149917"/>
                <a:gd name="csY20" fmla="*/ 113565 h 113485"/>
                <a:gd name="csX21" fmla="*/ 134564 w 149917"/>
                <a:gd name="csY21" fmla="*/ 79495 h 113485"/>
                <a:gd name="csX22" fmla="*/ 150238 w 149917"/>
                <a:gd name="csY22" fmla="*/ 17616 h 113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49917" h="113485">
                  <a:moveTo>
                    <a:pt x="150238" y="17616"/>
                  </a:moveTo>
                  <a:cubicBezTo>
                    <a:pt x="150238" y="6343"/>
                    <a:pt x="145688" y="80"/>
                    <a:pt x="140126" y="80"/>
                  </a:cubicBezTo>
                  <a:cubicBezTo>
                    <a:pt x="133553" y="80"/>
                    <a:pt x="126727" y="6092"/>
                    <a:pt x="126727" y="11854"/>
                  </a:cubicBezTo>
                  <a:cubicBezTo>
                    <a:pt x="126727" y="14359"/>
                    <a:pt x="127991" y="17115"/>
                    <a:pt x="130519" y="19370"/>
                  </a:cubicBezTo>
                  <a:cubicBezTo>
                    <a:pt x="134817" y="23128"/>
                    <a:pt x="139367" y="29892"/>
                    <a:pt x="139367" y="40413"/>
                  </a:cubicBezTo>
                  <a:cubicBezTo>
                    <a:pt x="139367" y="50434"/>
                    <a:pt x="134564" y="64714"/>
                    <a:pt x="126727" y="76238"/>
                  </a:cubicBezTo>
                  <a:cubicBezTo>
                    <a:pt x="119142" y="87010"/>
                    <a:pt x="109788" y="95528"/>
                    <a:pt x="97906" y="95528"/>
                  </a:cubicBezTo>
                  <a:cubicBezTo>
                    <a:pt x="83496" y="95528"/>
                    <a:pt x="75659" y="86509"/>
                    <a:pt x="73383" y="72981"/>
                  </a:cubicBezTo>
                  <a:cubicBezTo>
                    <a:pt x="76164" y="66468"/>
                    <a:pt x="81979" y="50434"/>
                    <a:pt x="81979" y="43420"/>
                  </a:cubicBezTo>
                  <a:cubicBezTo>
                    <a:pt x="81979" y="40413"/>
                    <a:pt x="80715" y="37908"/>
                    <a:pt x="77428" y="37908"/>
                  </a:cubicBezTo>
                  <a:cubicBezTo>
                    <a:pt x="75406" y="37908"/>
                    <a:pt x="72625" y="38409"/>
                    <a:pt x="70603" y="42167"/>
                  </a:cubicBezTo>
                  <a:cubicBezTo>
                    <a:pt x="67822" y="47177"/>
                    <a:pt x="64788" y="63461"/>
                    <a:pt x="64788" y="72480"/>
                  </a:cubicBezTo>
                  <a:cubicBezTo>
                    <a:pt x="56445" y="84255"/>
                    <a:pt x="46333" y="95528"/>
                    <a:pt x="30405" y="95528"/>
                  </a:cubicBezTo>
                  <a:cubicBezTo>
                    <a:pt x="13720" y="95528"/>
                    <a:pt x="8411" y="80747"/>
                    <a:pt x="8411" y="66718"/>
                  </a:cubicBezTo>
                  <a:cubicBezTo>
                    <a:pt x="8411" y="35403"/>
                    <a:pt x="34198" y="9098"/>
                    <a:pt x="34198" y="5842"/>
                  </a:cubicBezTo>
                  <a:cubicBezTo>
                    <a:pt x="34198" y="3086"/>
                    <a:pt x="32175" y="1082"/>
                    <a:pt x="29394" y="1082"/>
                  </a:cubicBezTo>
                  <a:cubicBezTo>
                    <a:pt x="26108" y="1082"/>
                    <a:pt x="24338" y="4338"/>
                    <a:pt x="22821" y="6593"/>
                  </a:cubicBezTo>
                  <a:cubicBezTo>
                    <a:pt x="9928" y="25132"/>
                    <a:pt x="321" y="54944"/>
                    <a:pt x="321" y="77741"/>
                  </a:cubicBezTo>
                  <a:cubicBezTo>
                    <a:pt x="321" y="95027"/>
                    <a:pt x="6135" y="113565"/>
                    <a:pt x="26866" y="113565"/>
                  </a:cubicBezTo>
                  <a:cubicBezTo>
                    <a:pt x="44816" y="113565"/>
                    <a:pt x="56698" y="101039"/>
                    <a:pt x="65799" y="87261"/>
                  </a:cubicBezTo>
                  <a:cubicBezTo>
                    <a:pt x="68074" y="101791"/>
                    <a:pt x="77934" y="113565"/>
                    <a:pt x="93608" y="113565"/>
                  </a:cubicBezTo>
                  <a:cubicBezTo>
                    <a:pt x="113328" y="113565"/>
                    <a:pt x="125463" y="98284"/>
                    <a:pt x="134564" y="79495"/>
                  </a:cubicBezTo>
                  <a:cubicBezTo>
                    <a:pt x="140632" y="67219"/>
                    <a:pt x="150238" y="33148"/>
                    <a:pt x="150238" y="17616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6D38178E-C988-6D7C-C9AF-318C816BAC0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195224" y="6643293"/>
              <a:ext cx="77613" cy="159581"/>
            </a:xfrm>
            <a:custGeom>
              <a:avLst/>
              <a:gdLst>
                <a:gd name="csX0" fmla="*/ 46592 w 77613"/>
                <a:gd name="csY0" fmla="*/ 56697 h 159581"/>
                <a:gd name="csX1" fmla="*/ 70356 w 77613"/>
                <a:gd name="csY1" fmla="*/ 56697 h 159581"/>
                <a:gd name="csX2" fmla="*/ 77941 w 77613"/>
                <a:gd name="csY2" fmla="*/ 51687 h 159581"/>
                <a:gd name="csX3" fmla="*/ 70862 w 77613"/>
                <a:gd name="csY3" fmla="*/ 48931 h 159581"/>
                <a:gd name="csX4" fmla="*/ 48614 w 77613"/>
                <a:gd name="csY4" fmla="*/ 48931 h 159581"/>
                <a:gd name="csX5" fmla="*/ 58980 w 77613"/>
                <a:gd name="csY5" fmla="*/ 6844 h 159581"/>
                <a:gd name="csX6" fmla="*/ 51648 w 77613"/>
                <a:gd name="csY6" fmla="*/ 80 h 159581"/>
                <a:gd name="csX7" fmla="*/ 41536 w 77613"/>
                <a:gd name="csY7" fmla="*/ 9098 h 159581"/>
                <a:gd name="csX8" fmla="*/ 31676 w 77613"/>
                <a:gd name="csY8" fmla="*/ 48931 h 159581"/>
                <a:gd name="csX9" fmla="*/ 7912 w 77613"/>
                <a:gd name="csY9" fmla="*/ 48931 h 159581"/>
                <a:gd name="csX10" fmla="*/ 327 w 77613"/>
                <a:gd name="csY10" fmla="*/ 53691 h 159581"/>
                <a:gd name="csX11" fmla="*/ 7406 w 77613"/>
                <a:gd name="csY11" fmla="*/ 56697 h 159581"/>
                <a:gd name="csX12" fmla="*/ 29653 w 77613"/>
                <a:gd name="csY12" fmla="*/ 56697 h 159581"/>
                <a:gd name="csX13" fmla="*/ 10440 w 77613"/>
                <a:gd name="csY13" fmla="*/ 136613 h 159581"/>
                <a:gd name="csX14" fmla="*/ 33698 w 77613"/>
                <a:gd name="csY14" fmla="*/ 159661 h 159581"/>
                <a:gd name="csX15" fmla="*/ 73896 w 77613"/>
                <a:gd name="csY15" fmla="*/ 121081 h 159581"/>
                <a:gd name="csX16" fmla="*/ 70862 w 77613"/>
                <a:gd name="csY16" fmla="*/ 118576 h 159581"/>
                <a:gd name="csX17" fmla="*/ 67070 w 77613"/>
                <a:gd name="csY17" fmla="*/ 122083 h 159581"/>
                <a:gd name="csX18" fmla="*/ 34204 w 77613"/>
                <a:gd name="csY18" fmla="*/ 154150 h 159581"/>
                <a:gd name="csX19" fmla="*/ 26367 w 77613"/>
                <a:gd name="csY19" fmla="*/ 142626 h 159581"/>
                <a:gd name="csX20" fmla="*/ 27884 w 77613"/>
                <a:gd name="csY20" fmla="*/ 130601 h 159581"/>
                <a:gd name="csX21" fmla="*/ 46592 w 77613"/>
                <a:gd name="csY21" fmla="*/ 56697 h 159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613" h="159581">
                  <a:moveTo>
                    <a:pt x="46592" y="56697"/>
                  </a:moveTo>
                  <a:lnTo>
                    <a:pt x="70356" y="56697"/>
                  </a:lnTo>
                  <a:cubicBezTo>
                    <a:pt x="75412" y="56697"/>
                    <a:pt x="77941" y="56697"/>
                    <a:pt x="77941" y="51687"/>
                  </a:cubicBezTo>
                  <a:cubicBezTo>
                    <a:pt x="77941" y="48931"/>
                    <a:pt x="75412" y="48931"/>
                    <a:pt x="70862" y="48931"/>
                  </a:cubicBezTo>
                  <a:lnTo>
                    <a:pt x="48614" y="48931"/>
                  </a:lnTo>
                  <a:cubicBezTo>
                    <a:pt x="57716" y="13357"/>
                    <a:pt x="58980" y="8347"/>
                    <a:pt x="58980" y="6844"/>
                  </a:cubicBezTo>
                  <a:cubicBezTo>
                    <a:pt x="58980" y="2585"/>
                    <a:pt x="55946" y="80"/>
                    <a:pt x="51648" y="80"/>
                  </a:cubicBezTo>
                  <a:cubicBezTo>
                    <a:pt x="50890" y="80"/>
                    <a:pt x="43811" y="330"/>
                    <a:pt x="41536" y="9098"/>
                  </a:cubicBezTo>
                  <a:lnTo>
                    <a:pt x="31676" y="48931"/>
                  </a:lnTo>
                  <a:lnTo>
                    <a:pt x="7912" y="48931"/>
                  </a:lnTo>
                  <a:cubicBezTo>
                    <a:pt x="2855" y="48931"/>
                    <a:pt x="327" y="48931"/>
                    <a:pt x="327" y="53691"/>
                  </a:cubicBezTo>
                  <a:cubicBezTo>
                    <a:pt x="327" y="56697"/>
                    <a:pt x="2350" y="56697"/>
                    <a:pt x="7406" y="56697"/>
                  </a:cubicBezTo>
                  <a:lnTo>
                    <a:pt x="29653" y="56697"/>
                  </a:lnTo>
                  <a:cubicBezTo>
                    <a:pt x="11451" y="127845"/>
                    <a:pt x="10440" y="132104"/>
                    <a:pt x="10440" y="136613"/>
                  </a:cubicBezTo>
                  <a:cubicBezTo>
                    <a:pt x="10440" y="150141"/>
                    <a:pt x="20047" y="159661"/>
                    <a:pt x="33698" y="159661"/>
                  </a:cubicBezTo>
                  <a:cubicBezTo>
                    <a:pt x="59485" y="159661"/>
                    <a:pt x="73896" y="123085"/>
                    <a:pt x="73896" y="121081"/>
                  </a:cubicBezTo>
                  <a:cubicBezTo>
                    <a:pt x="73896" y="118576"/>
                    <a:pt x="71873" y="118576"/>
                    <a:pt x="70862" y="118576"/>
                  </a:cubicBezTo>
                  <a:cubicBezTo>
                    <a:pt x="68587" y="118576"/>
                    <a:pt x="68334" y="119327"/>
                    <a:pt x="67070" y="122083"/>
                  </a:cubicBezTo>
                  <a:cubicBezTo>
                    <a:pt x="56199" y="148137"/>
                    <a:pt x="42800" y="154150"/>
                    <a:pt x="34204" y="154150"/>
                  </a:cubicBezTo>
                  <a:cubicBezTo>
                    <a:pt x="28895" y="154150"/>
                    <a:pt x="26367" y="150893"/>
                    <a:pt x="26367" y="142626"/>
                  </a:cubicBezTo>
                  <a:cubicBezTo>
                    <a:pt x="26367" y="136613"/>
                    <a:pt x="26873" y="134860"/>
                    <a:pt x="27884" y="130601"/>
                  </a:cubicBezTo>
                  <a:lnTo>
                    <a:pt x="46592" y="56697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9E1A6B16-06DE-8FBE-03A0-886346256F4C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351040" y="6654065"/>
              <a:ext cx="168120" cy="166846"/>
            </a:xfrm>
            <a:custGeom>
              <a:avLst/>
              <a:gdLst>
                <a:gd name="csX0" fmla="*/ 89576 w 168120"/>
                <a:gd name="csY0" fmla="*/ 88513 h 166846"/>
                <a:gd name="csX1" fmla="*/ 160110 w 168120"/>
                <a:gd name="csY1" fmla="*/ 88513 h 166846"/>
                <a:gd name="csX2" fmla="*/ 168453 w 168120"/>
                <a:gd name="csY2" fmla="*/ 83503 h 166846"/>
                <a:gd name="csX3" fmla="*/ 160110 w 168120"/>
                <a:gd name="csY3" fmla="*/ 78493 h 166846"/>
                <a:gd name="csX4" fmla="*/ 89576 w 168120"/>
                <a:gd name="csY4" fmla="*/ 78493 h 166846"/>
                <a:gd name="csX5" fmla="*/ 89576 w 168120"/>
                <a:gd name="csY5" fmla="*/ 8347 h 166846"/>
                <a:gd name="csX6" fmla="*/ 84520 w 168120"/>
                <a:gd name="csY6" fmla="*/ 80 h 166846"/>
                <a:gd name="csX7" fmla="*/ 79463 w 168120"/>
                <a:gd name="csY7" fmla="*/ 8347 h 166846"/>
                <a:gd name="csX8" fmla="*/ 79463 w 168120"/>
                <a:gd name="csY8" fmla="*/ 78493 h 166846"/>
                <a:gd name="csX9" fmla="*/ 8676 w 168120"/>
                <a:gd name="csY9" fmla="*/ 78493 h 166846"/>
                <a:gd name="csX10" fmla="*/ 333 w 168120"/>
                <a:gd name="csY10" fmla="*/ 83503 h 166846"/>
                <a:gd name="csX11" fmla="*/ 8676 w 168120"/>
                <a:gd name="csY11" fmla="*/ 88513 h 166846"/>
                <a:gd name="csX12" fmla="*/ 79463 w 168120"/>
                <a:gd name="csY12" fmla="*/ 88513 h 166846"/>
                <a:gd name="csX13" fmla="*/ 79463 w 168120"/>
                <a:gd name="csY13" fmla="*/ 158659 h 166846"/>
                <a:gd name="csX14" fmla="*/ 84520 w 168120"/>
                <a:gd name="csY14" fmla="*/ 166926 h 166846"/>
                <a:gd name="csX15" fmla="*/ 89576 w 168120"/>
                <a:gd name="csY15" fmla="*/ 158659 h 166846"/>
                <a:gd name="csX16" fmla="*/ 89576 w 168120"/>
                <a:gd name="csY16" fmla="*/ 88513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8120" h="166846">
                  <a:moveTo>
                    <a:pt x="89576" y="88513"/>
                  </a:moveTo>
                  <a:lnTo>
                    <a:pt x="160110" y="88513"/>
                  </a:lnTo>
                  <a:cubicBezTo>
                    <a:pt x="163650" y="88513"/>
                    <a:pt x="168453" y="88513"/>
                    <a:pt x="168453" y="83503"/>
                  </a:cubicBezTo>
                  <a:cubicBezTo>
                    <a:pt x="168453" y="78493"/>
                    <a:pt x="163650" y="78493"/>
                    <a:pt x="160110" y="78493"/>
                  </a:cubicBezTo>
                  <a:lnTo>
                    <a:pt x="89576" y="78493"/>
                  </a:lnTo>
                  <a:lnTo>
                    <a:pt x="89576" y="8347"/>
                  </a:lnTo>
                  <a:cubicBezTo>
                    <a:pt x="89576" y="4840"/>
                    <a:pt x="89576" y="80"/>
                    <a:pt x="84520" y="80"/>
                  </a:cubicBezTo>
                  <a:cubicBezTo>
                    <a:pt x="79463" y="80"/>
                    <a:pt x="79463" y="4840"/>
                    <a:pt x="79463" y="8347"/>
                  </a:cubicBezTo>
                  <a:lnTo>
                    <a:pt x="79463" y="78493"/>
                  </a:lnTo>
                  <a:lnTo>
                    <a:pt x="8676" y="78493"/>
                  </a:lnTo>
                  <a:cubicBezTo>
                    <a:pt x="5136" y="78493"/>
                    <a:pt x="333" y="78493"/>
                    <a:pt x="333" y="83503"/>
                  </a:cubicBezTo>
                  <a:cubicBezTo>
                    <a:pt x="333" y="88513"/>
                    <a:pt x="5136" y="88513"/>
                    <a:pt x="8676" y="88513"/>
                  </a:cubicBezTo>
                  <a:lnTo>
                    <a:pt x="79463" y="88513"/>
                  </a:lnTo>
                  <a:lnTo>
                    <a:pt x="79463" y="158659"/>
                  </a:lnTo>
                  <a:cubicBezTo>
                    <a:pt x="79463" y="162166"/>
                    <a:pt x="79463" y="166926"/>
                    <a:pt x="84520" y="166926"/>
                  </a:cubicBezTo>
                  <a:cubicBezTo>
                    <a:pt x="89576" y="166926"/>
                    <a:pt x="89576" y="162166"/>
                    <a:pt x="89576" y="158659"/>
                  </a:cubicBezTo>
                  <a:lnTo>
                    <a:pt x="89576" y="88513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E164A54D-AA89-E507-69C4-748D746FE466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602082" y="6626258"/>
              <a:ext cx="132473" cy="225217"/>
            </a:xfrm>
            <a:custGeom>
              <a:avLst/>
              <a:gdLst>
                <a:gd name="csX0" fmla="*/ 98434 w 132473"/>
                <a:gd name="csY0" fmla="*/ 6092 h 225217"/>
                <a:gd name="csX1" fmla="*/ 99193 w 132473"/>
                <a:gd name="csY1" fmla="*/ 2585 h 225217"/>
                <a:gd name="csX2" fmla="*/ 96159 w 132473"/>
                <a:gd name="csY2" fmla="*/ 80 h 225217"/>
                <a:gd name="csX3" fmla="*/ 92367 w 132473"/>
                <a:gd name="csY3" fmla="*/ 5090 h 225217"/>
                <a:gd name="csX4" fmla="*/ 77704 w 132473"/>
                <a:gd name="csY4" fmla="*/ 62960 h 225217"/>
                <a:gd name="csX5" fmla="*/ 343 w 132473"/>
                <a:gd name="csY5" fmla="*/ 131603 h 225217"/>
                <a:gd name="csX6" fmla="*/ 48883 w 132473"/>
                <a:gd name="csY6" fmla="*/ 176947 h 225217"/>
                <a:gd name="csX7" fmla="*/ 43068 w 132473"/>
                <a:gd name="csY7" fmla="*/ 200496 h 225217"/>
                <a:gd name="csX8" fmla="*/ 37506 w 132473"/>
                <a:gd name="csY8" fmla="*/ 222542 h 225217"/>
                <a:gd name="csX9" fmla="*/ 40540 w 132473"/>
                <a:gd name="csY9" fmla="*/ 225298 h 225217"/>
                <a:gd name="csX10" fmla="*/ 43068 w 132473"/>
                <a:gd name="csY10" fmla="*/ 224296 h 225217"/>
                <a:gd name="csX11" fmla="*/ 45849 w 132473"/>
                <a:gd name="csY11" fmla="*/ 214275 h 225217"/>
                <a:gd name="csX12" fmla="*/ 55456 w 132473"/>
                <a:gd name="csY12" fmla="*/ 176947 h 225217"/>
                <a:gd name="csX13" fmla="*/ 132817 w 132473"/>
                <a:gd name="csY13" fmla="*/ 108304 h 225217"/>
                <a:gd name="csX14" fmla="*/ 84277 w 132473"/>
                <a:gd name="csY14" fmla="*/ 62960 h 225217"/>
                <a:gd name="csX15" fmla="*/ 98434 w 132473"/>
                <a:gd name="csY15" fmla="*/ 6092 h 225217"/>
                <a:gd name="csX16" fmla="*/ 50147 w 132473"/>
                <a:gd name="csY16" fmla="*/ 171436 h 225217"/>
                <a:gd name="csX17" fmla="*/ 16776 w 132473"/>
                <a:gd name="csY17" fmla="*/ 136864 h 225217"/>
                <a:gd name="csX18" fmla="*/ 76187 w 132473"/>
                <a:gd name="csY18" fmla="*/ 68472 h 225217"/>
                <a:gd name="csX19" fmla="*/ 50147 w 132473"/>
                <a:gd name="csY19" fmla="*/ 171436 h 225217"/>
                <a:gd name="csX20" fmla="*/ 82760 w 132473"/>
                <a:gd name="csY20" fmla="*/ 68472 h 225217"/>
                <a:gd name="csX21" fmla="*/ 116384 w 132473"/>
                <a:gd name="csY21" fmla="*/ 103044 h 225217"/>
                <a:gd name="csX22" fmla="*/ 56720 w 132473"/>
                <a:gd name="csY22" fmla="*/ 171436 h 225217"/>
                <a:gd name="csX23" fmla="*/ 82760 w 132473"/>
                <a:gd name="csY23" fmla="*/ 68472 h 2252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473" h="225217">
                  <a:moveTo>
                    <a:pt x="98434" y="6092"/>
                  </a:moveTo>
                  <a:cubicBezTo>
                    <a:pt x="98434" y="5591"/>
                    <a:pt x="99193" y="2835"/>
                    <a:pt x="99193" y="2585"/>
                  </a:cubicBezTo>
                  <a:cubicBezTo>
                    <a:pt x="99193" y="2334"/>
                    <a:pt x="99193" y="80"/>
                    <a:pt x="96159" y="80"/>
                  </a:cubicBezTo>
                  <a:cubicBezTo>
                    <a:pt x="93631" y="80"/>
                    <a:pt x="93378" y="831"/>
                    <a:pt x="92367" y="5090"/>
                  </a:cubicBezTo>
                  <a:lnTo>
                    <a:pt x="77704" y="62960"/>
                  </a:lnTo>
                  <a:cubicBezTo>
                    <a:pt x="37506" y="64213"/>
                    <a:pt x="343" y="97532"/>
                    <a:pt x="343" y="131603"/>
                  </a:cubicBezTo>
                  <a:cubicBezTo>
                    <a:pt x="343" y="155402"/>
                    <a:pt x="18040" y="175193"/>
                    <a:pt x="48883" y="176947"/>
                  </a:cubicBezTo>
                  <a:cubicBezTo>
                    <a:pt x="46860" y="184713"/>
                    <a:pt x="45091" y="192730"/>
                    <a:pt x="43068" y="200496"/>
                  </a:cubicBezTo>
                  <a:cubicBezTo>
                    <a:pt x="40035" y="212271"/>
                    <a:pt x="37506" y="221790"/>
                    <a:pt x="37506" y="222542"/>
                  </a:cubicBezTo>
                  <a:cubicBezTo>
                    <a:pt x="37506" y="225047"/>
                    <a:pt x="39276" y="225298"/>
                    <a:pt x="40540" y="225298"/>
                  </a:cubicBezTo>
                  <a:cubicBezTo>
                    <a:pt x="41804" y="225298"/>
                    <a:pt x="42310" y="225047"/>
                    <a:pt x="43068" y="224296"/>
                  </a:cubicBezTo>
                  <a:cubicBezTo>
                    <a:pt x="43574" y="223794"/>
                    <a:pt x="45091" y="217782"/>
                    <a:pt x="45849" y="214275"/>
                  </a:cubicBezTo>
                  <a:lnTo>
                    <a:pt x="55456" y="176947"/>
                  </a:lnTo>
                  <a:cubicBezTo>
                    <a:pt x="96159" y="175695"/>
                    <a:pt x="132817" y="141874"/>
                    <a:pt x="132817" y="108304"/>
                  </a:cubicBezTo>
                  <a:cubicBezTo>
                    <a:pt x="132817" y="88513"/>
                    <a:pt x="119418" y="65465"/>
                    <a:pt x="84277" y="62960"/>
                  </a:cubicBezTo>
                  <a:lnTo>
                    <a:pt x="98434" y="6092"/>
                  </a:lnTo>
                  <a:close/>
                  <a:moveTo>
                    <a:pt x="50147" y="171436"/>
                  </a:moveTo>
                  <a:cubicBezTo>
                    <a:pt x="34978" y="170684"/>
                    <a:pt x="16776" y="161916"/>
                    <a:pt x="16776" y="136864"/>
                  </a:cubicBezTo>
                  <a:cubicBezTo>
                    <a:pt x="16776" y="106801"/>
                    <a:pt x="38518" y="71729"/>
                    <a:pt x="76187" y="68472"/>
                  </a:cubicBezTo>
                  <a:lnTo>
                    <a:pt x="50147" y="171436"/>
                  </a:lnTo>
                  <a:close/>
                  <a:moveTo>
                    <a:pt x="82760" y="68472"/>
                  </a:moveTo>
                  <a:cubicBezTo>
                    <a:pt x="101974" y="69474"/>
                    <a:pt x="116384" y="80998"/>
                    <a:pt x="116384" y="103044"/>
                  </a:cubicBezTo>
                  <a:cubicBezTo>
                    <a:pt x="116384" y="132605"/>
                    <a:pt x="94642" y="168429"/>
                    <a:pt x="56720" y="171436"/>
                  </a:cubicBezTo>
                  <a:lnTo>
                    <a:pt x="82760" y="68472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D86F7A20-79B6-D259-FC9F-03A4F86519B0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754739" y="6612229"/>
              <a:ext cx="58652" cy="250520"/>
            </a:xfrm>
            <a:custGeom>
              <a:avLst/>
              <a:gdLst>
                <a:gd name="csX0" fmla="*/ 59001 w 58652"/>
                <a:gd name="csY0" fmla="*/ 125340 h 250520"/>
                <a:gd name="csX1" fmla="*/ 42316 w 58652"/>
                <a:gd name="csY1" fmla="*/ 47177 h 250520"/>
                <a:gd name="csX2" fmla="*/ 2877 w 58652"/>
                <a:gd name="csY2" fmla="*/ 80 h 250520"/>
                <a:gd name="csX3" fmla="*/ 349 w 58652"/>
                <a:gd name="csY3" fmla="*/ 2585 h 250520"/>
                <a:gd name="csX4" fmla="*/ 5152 w 58652"/>
                <a:gd name="csY4" fmla="*/ 8347 h 250520"/>
                <a:gd name="csX5" fmla="*/ 44338 w 58652"/>
                <a:gd name="csY5" fmla="*/ 125340 h 250520"/>
                <a:gd name="csX6" fmla="*/ 3636 w 58652"/>
                <a:gd name="csY6" fmla="*/ 243836 h 250520"/>
                <a:gd name="csX7" fmla="*/ 349 w 58652"/>
                <a:gd name="csY7" fmla="*/ 248095 h 250520"/>
                <a:gd name="csX8" fmla="*/ 2877 w 58652"/>
                <a:gd name="csY8" fmla="*/ 250600 h 250520"/>
                <a:gd name="csX9" fmla="*/ 43074 w 58652"/>
                <a:gd name="csY9" fmla="*/ 201749 h 250520"/>
                <a:gd name="csX10" fmla="*/ 59001 w 58652"/>
                <a:gd name="csY10" fmla="*/ 12534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652" h="250520">
                  <a:moveTo>
                    <a:pt x="59001" y="125340"/>
                  </a:moveTo>
                  <a:cubicBezTo>
                    <a:pt x="59001" y="105799"/>
                    <a:pt x="56220" y="75486"/>
                    <a:pt x="42316" y="47177"/>
                  </a:cubicBezTo>
                  <a:cubicBezTo>
                    <a:pt x="27147" y="16363"/>
                    <a:pt x="5405" y="80"/>
                    <a:pt x="2877" y="80"/>
                  </a:cubicBezTo>
                  <a:cubicBezTo>
                    <a:pt x="1360" y="80"/>
                    <a:pt x="349" y="1082"/>
                    <a:pt x="349" y="2585"/>
                  </a:cubicBezTo>
                  <a:cubicBezTo>
                    <a:pt x="349" y="3336"/>
                    <a:pt x="349" y="3837"/>
                    <a:pt x="5152" y="8347"/>
                  </a:cubicBezTo>
                  <a:cubicBezTo>
                    <a:pt x="29928" y="33148"/>
                    <a:pt x="44338" y="72981"/>
                    <a:pt x="44338" y="125340"/>
                  </a:cubicBezTo>
                  <a:cubicBezTo>
                    <a:pt x="44338" y="168179"/>
                    <a:pt x="34984" y="212271"/>
                    <a:pt x="3636" y="243836"/>
                  </a:cubicBezTo>
                  <a:cubicBezTo>
                    <a:pt x="349" y="246842"/>
                    <a:pt x="349" y="247343"/>
                    <a:pt x="349" y="248095"/>
                  </a:cubicBezTo>
                  <a:cubicBezTo>
                    <a:pt x="349" y="249598"/>
                    <a:pt x="1360" y="250600"/>
                    <a:pt x="2877" y="250600"/>
                  </a:cubicBezTo>
                  <a:cubicBezTo>
                    <a:pt x="5405" y="250600"/>
                    <a:pt x="28158" y="233565"/>
                    <a:pt x="43074" y="201749"/>
                  </a:cubicBezTo>
                  <a:cubicBezTo>
                    <a:pt x="55968" y="174191"/>
                    <a:pt x="59001" y="146384"/>
                    <a:pt x="59001" y="125340"/>
                  </a:cubicBez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D99C49AB-FFEC-A940-0CE2-1C415697A77C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844206" y="6612229"/>
              <a:ext cx="34635" cy="250520"/>
            </a:xfrm>
            <a:custGeom>
              <a:avLst/>
              <a:gdLst>
                <a:gd name="csX0" fmla="*/ 34988 w 34635"/>
                <a:gd name="csY0" fmla="*/ 80 h 250520"/>
                <a:gd name="csX1" fmla="*/ 353 w 34635"/>
                <a:gd name="csY1" fmla="*/ 80 h 250520"/>
                <a:gd name="csX2" fmla="*/ 353 w 34635"/>
                <a:gd name="csY2" fmla="*/ 10100 h 250520"/>
                <a:gd name="csX3" fmla="*/ 24876 w 34635"/>
                <a:gd name="csY3" fmla="*/ 10100 h 250520"/>
                <a:gd name="csX4" fmla="*/ 24876 w 34635"/>
                <a:gd name="csY4" fmla="*/ 240579 h 250520"/>
                <a:gd name="csX5" fmla="*/ 353 w 34635"/>
                <a:gd name="csY5" fmla="*/ 240579 h 250520"/>
                <a:gd name="csX6" fmla="*/ 353 w 34635"/>
                <a:gd name="csY6" fmla="*/ 250600 h 250520"/>
                <a:gd name="csX7" fmla="*/ 34988 w 34635"/>
                <a:gd name="csY7" fmla="*/ 250600 h 250520"/>
                <a:gd name="csX8" fmla="*/ 34988 w 34635"/>
                <a:gd name="csY8" fmla="*/ 8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635" h="250520">
                  <a:moveTo>
                    <a:pt x="34988" y="80"/>
                  </a:moveTo>
                  <a:lnTo>
                    <a:pt x="353" y="80"/>
                  </a:lnTo>
                  <a:lnTo>
                    <a:pt x="353" y="10100"/>
                  </a:lnTo>
                  <a:lnTo>
                    <a:pt x="24876" y="10100"/>
                  </a:lnTo>
                  <a:lnTo>
                    <a:pt x="24876" y="240579"/>
                  </a:lnTo>
                  <a:lnTo>
                    <a:pt x="353" y="240579"/>
                  </a:lnTo>
                  <a:lnTo>
                    <a:pt x="353" y="250600"/>
                  </a:lnTo>
                  <a:lnTo>
                    <a:pt x="34988" y="250600"/>
                  </a:lnTo>
                  <a:lnTo>
                    <a:pt x="34988" y="80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6855C0EE-FFC4-D1B0-D7C0-C6131388412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961116" y="6626258"/>
              <a:ext cx="120338" cy="176616"/>
            </a:xfrm>
            <a:custGeom>
              <a:avLst/>
              <a:gdLst>
                <a:gd name="csX0" fmla="*/ 120696 w 120338"/>
                <a:gd name="csY0" fmla="*/ 2835 h 176616"/>
                <a:gd name="csX1" fmla="*/ 117409 w 120338"/>
                <a:gd name="csY1" fmla="*/ 80 h 176616"/>
                <a:gd name="csX2" fmla="*/ 85302 w 120338"/>
                <a:gd name="csY2" fmla="*/ 2835 h 176616"/>
                <a:gd name="csX3" fmla="*/ 81763 w 120338"/>
                <a:gd name="csY3" fmla="*/ 7595 h 176616"/>
                <a:gd name="csX4" fmla="*/ 87830 w 120338"/>
                <a:gd name="csY4" fmla="*/ 10601 h 176616"/>
                <a:gd name="csX5" fmla="*/ 100471 w 120338"/>
                <a:gd name="csY5" fmla="*/ 14860 h 176616"/>
                <a:gd name="csX6" fmla="*/ 99712 w 120338"/>
                <a:gd name="csY6" fmla="*/ 19871 h 176616"/>
                <a:gd name="csX7" fmla="*/ 84544 w 120338"/>
                <a:gd name="csY7" fmla="*/ 79244 h 176616"/>
                <a:gd name="csX8" fmla="*/ 61285 w 120338"/>
                <a:gd name="csY8" fmla="*/ 63211 h 176616"/>
                <a:gd name="csX9" fmla="*/ 357 w 120338"/>
                <a:gd name="csY9" fmla="*/ 136613 h 176616"/>
                <a:gd name="csX10" fmla="*/ 33981 w 120338"/>
                <a:gd name="csY10" fmla="*/ 176697 h 176616"/>
                <a:gd name="csX11" fmla="*/ 66847 w 120338"/>
                <a:gd name="csY11" fmla="*/ 157908 h 176616"/>
                <a:gd name="csX12" fmla="*/ 89853 w 120338"/>
                <a:gd name="csY12" fmla="*/ 176697 h 176616"/>
                <a:gd name="csX13" fmla="*/ 108561 w 120338"/>
                <a:gd name="csY13" fmla="*/ 162918 h 176616"/>
                <a:gd name="csX14" fmla="*/ 116145 w 120338"/>
                <a:gd name="csY14" fmla="*/ 138116 h 176616"/>
                <a:gd name="csX15" fmla="*/ 113112 w 120338"/>
                <a:gd name="csY15" fmla="*/ 135611 h 176616"/>
                <a:gd name="csX16" fmla="*/ 109572 w 120338"/>
                <a:gd name="csY16" fmla="*/ 140121 h 176616"/>
                <a:gd name="csX17" fmla="*/ 90358 w 120338"/>
                <a:gd name="csY17" fmla="*/ 171185 h 176616"/>
                <a:gd name="csX18" fmla="*/ 82774 w 120338"/>
                <a:gd name="csY18" fmla="*/ 159661 h 176616"/>
                <a:gd name="csX19" fmla="*/ 84291 w 120338"/>
                <a:gd name="csY19" fmla="*/ 147636 h 176616"/>
                <a:gd name="csX20" fmla="*/ 120696 w 120338"/>
                <a:gd name="csY20" fmla="*/ 2835 h 176616"/>
                <a:gd name="csX21" fmla="*/ 68111 w 120338"/>
                <a:gd name="csY21" fmla="*/ 144129 h 176616"/>
                <a:gd name="csX22" fmla="*/ 63055 w 120338"/>
                <a:gd name="csY22" fmla="*/ 153398 h 176616"/>
                <a:gd name="csX23" fmla="*/ 34487 w 120338"/>
                <a:gd name="csY23" fmla="*/ 171185 h 176616"/>
                <a:gd name="csX24" fmla="*/ 18307 w 120338"/>
                <a:gd name="csY24" fmla="*/ 147636 h 176616"/>
                <a:gd name="csX25" fmla="*/ 32212 w 120338"/>
                <a:gd name="csY25" fmla="*/ 92772 h 176616"/>
                <a:gd name="csX26" fmla="*/ 61538 w 120338"/>
                <a:gd name="csY26" fmla="*/ 68722 h 176616"/>
                <a:gd name="csX27" fmla="*/ 81510 w 120338"/>
                <a:gd name="csY27" fmla="*/ 90768 h 176616"/>
                <a:gd name="csX28" fmla="*/ 80752 w 120338"/>
                <a:gd name="csY28" fmla="*/ 95027 h 176616"/>
                <a:gd name="csX29" fmla="*/ 68111 w 120338"/>
                <a:gd name="csY29" fmla="*/ 144129 h 176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20338" h="176616">
                  <a:moveTo>
                    <a:pt x="120696" y="2835"/>
                  </a:moveTo>
                  <a:cubicBezTo>
                    <a:pt x="120696" y="2585"/>
                    <a:pt x="120696" y="80"/>
                    <a:pt x="117409" y="80"/>
                  </a:cubicBezTo>
                  <a:cubicBezTo>
                    <a:pt x="113617" y="80"/>
                    <a:pt x="89600" y="2334"/>
                    <a:pt x="85302" y="2835"/>
                  </a:cubicBezTo>
                  <a:cubicBezTo>
                    <a:pt x="83280" y="3086"/>
                    <a:pt x="81763" y="4338"/>
                    <a:pt x="81763" y="7595"/>
                  </a:cubicBezTo>
                  <a:cubicBezTo>
                    <a:pt x="81763" y="10601"/>
                    <a:pt x="84038" y="10601"/>
                    <a:pt x="87830" y="10601"/>
                  </a:cubicBezTo>
                  <a:cubicBezTo>
                    <a:pt x="99965" y="10601"/>
                    <a:pt x="100471" y="12355"/>
                    <a:pt x="100471" y="14860"/>
                  </a:cubicBezTo>
                  <a:lnTo>
                    <a:pt x="99712" y="19871"/>
                  </a:lnTo>
                  <a:lnTo>
                    <a:pt x="84544" y="79244"/>
                  </a:lnTo>
                  <a:cubicBezTo>
                    <a:pt x="79993" y="69975"/>
                    <a:pt x="72662" y="63211"/>
                    <a:pt x="61285" y="63211"/>
                  </a:cubicBezTo>
                  <a:cubicBezTo>
                    <a:pt x="31706" y="63211"/>
                    <a:pt x="357" y="100037"/>
                    <a:pt x="357" y="136613"/>
                  </a:cubicBezTo>
                  <a:cubicBezTo>
                    <a:pt x="357" y="160162"/>
                    <a:pt x="14262" y="176697"/>
                    <a:pt x="33981" y="176697"/>
                  </a:cubicBezTo>
                  <a:cubicBezTo>
                    <a:pt x="39038" y="176697"/>
                    <a:pt x="51678" y="175695"/>
                    <a:pt x="66847" y="157908"/>
                  </a:cubicBezTo>
                  <a:cubicBezTo>
                    <a:pt x="68869" y="168429"/>
                    <a:pt x="77718" y="176697"/>
                    <a:pt x="89853" y="176697"/>
                  </a:cubicBezTo>
                  <a:cubicBezTo>
                    <a:pt x="98701" y="176697"/>
                    <a:pt x="104516" y="170935"/>
                    <a:pt x="108561" y="162918"/>
                  </a:cubicBezTo>
                  <a:cubicBezTo>
                    <a:pt x="112859" y="153899"/>
                    <a:pt x="116145" y="138617"/>
                    <a:pt x="116145" y="138116"/>
                  </a:cubicBezTo>
                  <a:cubicBezTo>
                    <a:pt x="116145" y="135611"/>
                    <a:pt x="113870" y="135611"/>
                    <a:pt x="113112" y="135611"/>
                  </a:cubicBezTo>
                  <a:cubicBezTo>
                    <a:pt x="110583" y="135611"/>
                    <a:pt x="110331" y="136613"/>
                    <a:pt x="109572" y="140121"/>
                  </a:cubicBezTo>
                  <a:cubicBezTo>
                    <a:pt x="105274" y="156404"/>
                    <a:pt x="100724" y="171185"/>
                    <a:pt x="90358" y="171185"/>
                  </a:cubicBezTo>
                  <a:cubicBezTo>
                    <a:pt x="83532" y="171185"/>
                    <a:pt x="82774" y="164672"/>
                    <a:pt x="82774" y="159661"/>
                  </a:cubicBezTo>
                  <a:cubicBezTo>
                    <a:pt x="82774" y="153649"/>
                    <a:pt x="83280" y="151895"/>
                    <a:pt x="84291" y="147636"/>
                  </a:cubicBezTo>
                  <a:lnTo>
                    <a:pt x="120696" y="2835"/>
                  </a:lnTo>
                  <a:close/>
                  <a:moveTo>
                    <a:pt x="68111" y="144129"/>
                  </a:moveTo>
                  <a:cubicBezTo>
                    <a:pt x="66847" y="148638"/>
                    <a:pt x="66847" y="149139"/>
                    <a:pt x="63055" y="153398"/>
                  </a:cubicBezTo>
                  <a:cubicBezTo>
                    <a:pt x="51931" y="167177"/>
                    <a:pt x="41566" y="171185"/>
                    <a:pt x="34487" y="171185"/>
                  </a:cubicBezTo>
                  <a:cubicBezTo>
                    <a:pt x="21846" y="171185"/>
                    <a:pt x="18307" y="157407"/>
                    <a:pt x="18307" y="147636"/>
                  </a:cubicBezTo>
                  <a:cubicBezTo>
                    <a:pt x="18307" y="135110"/>
                    <a:pt x="26397" y="104296"/>
                    <a:pt x="32212" y="92772"/>
                  </a:cubicBezTo>
                  <a:cubicBezTo>
                    <a:pt x="40049" y="77992"/>
                    <a:pt x="51425" y="68722"/>
                    <a:pt x="61538" y="68722"/>
                  </a:cubicBezTo>
                  <a:cubicBezTo>
                    <a:pt x="77971" y="68722"/>
                    <a:pt x="81510" y="89265"/>
                    <a:pt x="81510" y="90768"/>
                  </a:cubicBezTo>
                  <a:cubicBezTo>
                    <a:pt x="81510" y="92271"/>
                    <a:pt x="81004" y="93774"/>
                    <a:pt x="80752" y="95027"/>
                  </a:cubicBezTo>
                  <a:lnTo>
                    <a:pt x="68111" y="144129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4AE90885-CC31-BB99-F749-EFDECF9B4434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088404" y="6643293"/>
              <a:ext cx="77613" cy="159581"/>
            </a:xfrm>
            <a:custGeom>
              <a:avLst/>
              <a:gdLst>
                <a:gd name="csX0" fmla="*/ 46627 w 77613"/>
                <a:gd name="csY0" fmla="*/ 56697 h 159581"/>
                <a:gd name="csX1" fmla="*/ 70391 w 77613"/>
                <a:gd name="csY1" fmla="*/ 56697 h 159581"/>
                <a:gd name="csX2" fmla="*/ 77976 w 77613"/>
                <a:gd name="csY2" fmla="*/ 51687 h 159581"/>
                <a:gd name="csX3" fmla="*/ 70897 w 77613"/>
                <a:gd name="csY3" fmla="*/ 48931 h 159581"/>
                <a:gd name="csX4" fmla="*/ 48650 w 77613"/>
                <a:gd name="csY4" fmla="*/ 48931 h 159581"/>
                <a:gd name="csX5" fmla="*/ 59015 w 77613"/>
                <a:gd name="csY5" fmla="*/ 6844 h 159581"/>
                <a:gd name="csX6" fmla="*/ 51683 w 77613"/>
                <a:gd name="csY6" fmla="*/ 80 h 159581"/>
                <a:gd name="csX7" fmla="*/ 41571 w 77613"/>
                <a:gd name="csY7" fmla="*/ 9098 h 159581"/>
                <a:gd name="csX8" fmla="*/ 31711 w 77613"/>
                <a:gd name="csY8" fmla="*/ 48931 h 159581"/>
                <a:gd name="csX9" fmla="*/ 7947 w 77613"/>
                <a:gd name="csY9" fmla="*/ 48931 h 159581"/>
                <a:gd name="csX10" fmla="*/ 362 w 77613"/>
                <a:gd name="csY10" fmla="*/ 53691 h 159581"/>
                <a:gd name="csX11" fmla="*/ 7441 w 77613"/>
                <a:gd name="csY11" fmla="*/ 56697 h 159581"/>
                <a:gd name="csX12" fmla="*/ 29689 w 77613"/>
                <a:gd name="csY12" fmla="*/ 56697 h 159581"/>
                <a:gd name="csX13" fmla="*/ 10475 w 77613"/>
                <a:gd name="csY13" fmla="*/ 136613 h 159581"/>
                <a:gd name="csX14" fmla="*/ 33734 w 77613"/>
                <a:gd name="csY14" fmla="*/ 159661 h 159581"/>
                <a:gd name="csX15" fmla="*/ 73931 w 77613"/>
                <a:gd name="csY15" fmla="*/ 121081 h 159581"/>
                <a:gd name="csX16" fmla="*/ 70897 w 77613"/>
                <a:gd name="csY16" fmla="*/ 118576 h 159581"/>
                <a:gd name="csX17" fmla="*/ 67105 w 77613"/>
                <a:gd name="csY17" fmla="*/ 122083 h 159581"/>
                <a:gd name="csX18" fmla="*/ 34239 w 77613"/>
                <a:gd name="csY18" fmla="*/ 154150 h 159581"/>
                <a:gd name="csX19" fmla="*/ 26402 w 77613"/>
                <a:gd name="csY19" fmla="*/ 142626 h 159581"/>
                <a:gd name="csX20" fmla="*/ 27919 w 77613"/>
                <a:gd name="csY20" fmla="*/ 130601 h 159581"/>
                <a:gd name="csX21" fmla="*/ 46627 w 77613"/>
                <a:gd name="csY21" fmla="*/ 56697 h 159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613" h="159581">
                  <a:moveTo>
                    <a:pt x="46627" y="56697"/>
                  </a:moveTo>
                  <a:lnTo>
                    <a:pt x="70391" y="56697"/>
                  </a:lnTo>
                  <a:cubicBezTo>
                    <a:pt x="75448" y="56697"/>
                    <a:pt x="77976" y="56697"/>
                    <a:pt x="77976" y="51687"/>
                  </a:cubicBezTo>
                  <a:cubicBezTo>
                    <a:pt x="77976" y="48931"/>
                    <a:pt x="75448" y="48931"/>
                    <a:pt x="70897" y="48931"/>
                  </a:cubicBezTo>
                  <a:lnTo>
                    <a:pt x="48650" y="48931"/>
                  </a:lnTo>
                  <a:cubicBezTo>
                    <a:pt x="57751" y="13357"/>
                    <a:pt x="59015" y="8347"/>
                    <a:pt x="59015" y="6844"/>
                  </a:cubicBezTo>
                  <a:cubicBezTo>
                    <a:pt x="59015" y="2585"/>
                    <a:pt x="55981" y="80"/>
                    <a:pt x="51683" y="80"/>
                  </a:cubicBezTo>
                  <a:cubicBezTo>
                    <a:pt x="50925" y="80"/>
                    <a:pt x="43846" y="330"/>
                    <a:pt x="41571" y="9098"/>
                  </a:cubicBezTo>
                  <a:lnTo>
                    <a:pt x="31711" y="48931"/>
                  </a:lnTo>
                  <a:lnTo>
                    <a:pt x="7947" y="48931"/>
                  </a:lnTo>
                  <a:cubicBezTo>
                    <a:pt x="2891" y="48931"/>
                    <a:pt x="362" y="48931"/>
                    <a:pt x="362" y="53691"/>
                  </a:cubicBezTo>
                  <a:cubicBezTo>
                    <a:pt x="362" y="56697"/>
                    <a:pt x="2385" y="56697"/>
                    <a:pt x="7441" y="56697"/>
                  </a:cubicBezTo>
                  <a:lnTo>
                    <a:pt x="29689" y="56697"/>
                  </a:lnTo>
                  <a:cubicBezTo>
                    <a:pt x="11486" y="127845"/>
                    <a:pt x="10475" y="132104"/>
                    <a:pt x="10475" y="136613"/>
                  </a:cubicBezTo>
                  <a:cubicBezTo>
                    <a:pt x="10475" y="150141"/>
                    <a:pt x="20082" y="159661"/>
                    <a:pt x="33734" y="159661"/>
                  </a:cubicBezTo>
                  <a:cubicBezTo>
                    <a:pt x="59521" y="159661"/>
                    <a:pt x="73931" y="123085"/>
                    <a:pt x="73931" y="121081"/>
                  </a:cubicBezTo>
                  <a:cubicBezTo>
                    <a:pt x="73931" y="118576"/>
                    <a:pt x="71908" y="118576"/>
                    <a:pt x="70897" y="118576"/>
                  </a:cubicBezTo>
                  <a:cubicBezTo>
                    <a:pt x="68622" y="118576"/>
                    <a:pt x="68369" y="119327"/>
                    <a:pt x="67105" y="122083"/>
                  </a:cubicBezTo>
                  <a:cubicBezTo>
                    <a:pt x="56234" y="148137"/>
                    <a:pt x="42835" y="154150"/>
                    <a:pt x="34239" y="154150"/>
                  </a:cubicBezTo>
                  <a:cubicBezTo>
                    <a:pt x="28930" y="154150"/>
                    <a:pt x="26402" y="150893"/>
                    <a:pt x="26402" y="142626"/>
                  </a:cubicBezTo>
                  <a:cubicBezTo>
                    <a:pt x="26402" y="136613"/>
                    <a:pt x="26908" y="134860"/>
                    <a:pt x="27919" y="130601"/>
                  </a:cubicBezTo>
                  <a:lnTo>
                    <a:pt x="46627" y="56697"/>
                  </a:lnTo>
                  <a:close/>
                </a:path>
              </a:pathLst>
            </a:custGeom>
            <a:solidFill>
              <a:srgbClr val="000000"/>
            </a:solidFill>
            <a:ln w="25376" cap="flat">
              <a:noFill/>
              <a:prstDash val="solid"/>
              <a:miter/>
            </a:ln>
          </p:spPr>
        </p:sp>
      </p:grpSp>
      <p:grpSp>
        <p:nvGrpSpPr>
          <p:cNvPr id="1847" name="组合 1846" descr="\documentclass{article}&#10;\usepackage{amsmath}&#10;\pagestyle{empty}&#10;\begin{document}&#10;&#10;$$\int_{0}^{T} \cos(2\omega t + \phi) dt = 0$$&#10;&#10;&#10;\end{document}" title="IguanaTex Shape Display">
            <a:extLst>
              <a:ext uri="{FF2B5EF4-FFF2-40B4-BE49-F238E27FC236}">
                <a16:creationId xmlns:a16="http://schemas.microsoft.com/office/drawing/2014/main" id="{06E00BA2-1E53-D385-E5F6-E3D0B101AC63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313090" y="5761646"/>
            <a:ext cx="2306410" cy="481627"/>
            <a:chOff x="7227301" y="4144616"/>
            <a:chExt cx="2497542" cy="629364"/>
          </a:xfrm>
        </p:grpSpPr>
        <p:sp>
          <p:nvSpPr>
            <p:cNvPr id="1830" name="任意多边形: 形状 1829">
              <a:extLst>
                <a:ext uri="{FF2B5EF4-FFF2-40B4-BE49-F238E27FC236}">
                  <a16:creationId xmlns:a16="http://schemas.microsoft.com/office/drawing/2014/main" id="{35DF697D-E747-2F15-6719-ABB12D4FC67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227301" y="4201229"/>
              <a:ext cx="224456" cy="556656"/>
            </a:xfrm>
            <a:custGeom>
              <a:avLst/>
              <a:gdLst>
                <a:gd name="csX0" fmla="*/ 12330 w 224456"/>
                <a:gd name="csY0" fmla="*/ 545449 h 556656"/>
                <a:gd name="csX1" fmla="*/ 24730 w 224456"/>
                <a:gd name="csY1" fmla="*/ 533174 h 556656"/>
                <a:gd name="csX2" fmla="*/ 12583 w 224456"/>
                <a:gd name="csY2" fmla="*/ 520898 h 556656"/>
                <a:gd name="csX3" fmla="*/ 184 w 224456"/>
                <a:gd name="csY3" fmla="*/ 533424 h 556656"/>
                <a:gd name="csX4" fmla="*/ 28273 w 224456"/>
                <a:gd name="csY4" fmla="*/ 556723 h 556656"/>
                <a:gd name="csX5" fmla="*/ 99127 w 224456"/>
                <a:gd name="csY5" fmla="*/ 425450 h 556656"/>
                <a:gd name="csX6" fmla="*/ 148725 w 224456"/>
                <a:gd name="csY6" fmla="*/ 185952 h 556656"/>
                <a:gd name="csX7" fmla="*/ 176054 w 224456"/>
                <a:gd name="csY7" fmla="*/ 50170 h 556656"/>
                <a:gd name="csX8" fmla="*/ 197564 w 224456"/>
                <a:gd name="csY8" fmla="*/ 5578 h 556656"/>
                <a:gd name="csX9" fmla="*/ 212747 w 224456"/>
                <a:gd name="csY9" fmla="*/ 11339 h 556656"/>
                <a:gd name="csX10" fmla="*/ 200094 w 224456"/>
                <a:gd name="csY10" fmla="*/ 23615 h 556656"/>
                <a:gd name="csX11" fmla="*/ 212241 w 224456"/>
                <a:gd name="csY11" fmla="*/ 35891 h 556656"/>
                <a:gd name="csX12" fmla="*/ 224640 w 224456"/>
                <a:gd name="csY12" fmla="*/ 23364 h 556656"/>
                <a:gd name="csX13" fmla="*/ 197058 w 224456"/>
                <a:gd name="csY13" fmla="*/ 66 h 556656"/>
                <a:gd name="csX14" fmla="*/ 149737 w 224456"/>
                <a:gd name="csY14" fmla="*/ 78479 h 556656"/>
                <a:gd name="csX15" fmla="*/ 86727 w 224456"/>
                <a:gd name="csY15" fmla="*/ 370836 h 556656"/>
                <a:gd name="csX16" fmla="*/ 64459 w 224456"/>
                <a:gd name="csY16" fmla="*/ 485825 h 556656"/>
                <a:gd name="csX17" fmla="*/ 27767 w 224456"/>
                <a:gd name="csY17" fmla="*/ 551211 h 556656"/>
                <a:gd name="csX18" fmla="*/ 12330 w 224456"/>
                <a:gd name="csY18" fmla="*/ 545449 h 55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24456" h="556656">
                  <a:moveTo>
                    <a:pt x="12330" y="545449"/>
                  </a:moveTo>
                  <a:cubicBezTo>
                    <a:pt x="20428" y="544948"/>
                    <a:pt x="24730" y="539437"/>
                    <a:pt x="24730" y="533174"/>
                  </a:cubicBezTo>
                  <a:cubicBezTo>
                    <a:pt x="24730" y="524907"/>
                    <a:pt x="18404" y="520898"/>
                    <a:pt x="12583" y="520898"/>
                  </a:cubicBezTo>
                  <a:cubicBezTo>
                    <a:pt x="6510" y="520898"/>
                    <a:pt x="184" y="524656"/>
                    <a:pt x="184" y="533424"/>
                  </a:cubicBezTo>
                  <a:cubicBezTo>
                    <a:pt x="184" y="546201"/>
                    <a:pt x="12837" y="556723"/>
                    <a:pt x="28273" y="556723"/>
                  </a:cubicBezTo>
                  <a:cubicBezTo>
                    <a:pt x="66736" y="556723"/>
                    <a:pt x="81160" y="498101"/>
                    <a:pt x="99127" y="425450"/>
                  </a:cubicBezTo>
                  <a:cubicBezTo>
                    <a:pt x="118612" y="346285"/>
                    <a:pt x="135060" y="266369"/>
                    <a:pt x="148725" y="185952"/>
                  </a:cubicBezTo>
                  <a:cubicBezTo>
                    <a:pt x="158088" y="132591"/>
                    <a:pt x="167451" y="82487"/>
                    <a:pt x="176054" y="50170"/>
                  </a:cubicBezTo>
                  <a:cubicBezTo>
                    <a:pt x="179091" y="37895"/>
                    <a:pt x="187695" y="5578"/>
                    <a:pt x="197564" y="5578"/>
                  </a:cubicBezTo>
                  <a:cubicBezTo>
                    <a:pt x="205408" y="5578"/>
                    <a:pt x="211735" y="10337"/>
                    <a:pt x="212747" y="11339"/>
                  </a:cubicBezTo>
                  <a:cubicBezTo>
                    <a:pt x="204396" y="11841"/>
                    <a:pt x="200094" y="17352"/>
                    <a:pt x="200094" y="23615"/>
                  </a:cubicBezTo>
                  <a:cubicBezTo>
                    <a:pt x="200094" y="31882"/>
                    <a:pt x="206421" y="35891"/>
                    <a:pt x="212241" y="35891"/>
                  </a:cubicBezTo>
                  <a:cubicBezTo>
                    <a:pt x="218314" y="35891"/>
                    <a:pt x="224640" y="32133"/>
                    <a:pt x="224640" y="23364"/>
                  </a:cubicBezTo>
                  <a:cubicBezTo>
                    <a:pt x="224640" y="9836"/>
                    <a:pt x="210976" y="66"/>
                    <a:pt x="197058" y="66"/>
                  </a:cubicBezTo>
                  <a:cubicBezTo>
                    <a:pt x="177826" y="66"/>
                    <a:pt x="163655" y="27373"/>
                    <a:pt x="149737" y="78479"/>
                  </a:cubicBezTo>
                  <a:cubicBezTo>
                    <a:pt x="148978" y="81235"/>
                    <a:pt x="114563" y="206996"/>
                    <a:pt x="86727" y="370836"/>
                  </a:cubicBezTo>
                  <a:cubicBezTo>
                    <a:pt x="80148" y="409166"/>
                    <a:pt x="72810" y="451003"/>
                    <a:pt x="64459" y="485825"/>
                  </a:cubicBezTo>
                  <a:cubicBezTo>
                    <a:pt x="59904" y="504113"/>
                    <a:pt x="48264" y="551211"/>
                    <a:pt x="27767" y="551211"/>
                  </a:cubicBezTo>
                  <a:cubicBezTo>
                    <a:pt x="18657" y="551211"/>
                    <a:pt x="12583" y="545449"/>
                    <a:pt x="12330" y="545449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1" name="任意多边形: 形状 1830">
              <a:extLst>
                <a:ext uri="{FF2B5EF4-FFF2-40B4-BE49-F238E27FC236}">
                  <a16:creationId xmlns:a16="http://schemas.microsoft.com/office/drawing/2014/main" id="{316B10D7-BC49-3D49-CC4F-FCD70AA2112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473798" y="4144616"/>
              <a:ext cx="132320" cy="118546"/>
            </a:xfrm>
            <a:custGeom>
              <a:avLst/>
              <a:gdLst>
                <a:gd name="csX0" fmla="*/ 78665 w 132320"/>
                <a:gd name="csY0" fmla="*/ 12519 h 118546"/>
                <a:gd name="csX1" fmla="*/ 84156 w 132320"/>
                <a:gd name="csY1" fmla="*/ 6557 h 118546"/>
                <a:gd name="csX2" fmla="*/ 94784 w 132320"/>
                <a:gd name="csY2" fmla="*/ 6382 h 118546"/>
                <a:gd name="csX3" fmla="*/ 114624 w 132320"/>
                <a:gd name="csY3" fmla="*/ 7785 h 118546"/>
                <a:gd name="csX4" fmla="*/ 122949 w 132320"/>
                <a:gd name="csY4" fmla="*/ 21638 h 118546"/>
                <a:gd name="csX5" fmla="*/ 121709 w 132320"/>
                <a:gd name="csY5" fmla="*/ 35843 h 118546"/>
                <a:gd name="csX6" fmla="*/ 121355 w 132320"/>
                <a:gd name="csY6" fmla="*/ 37772 h 118546"/>
                <a:gd name="csX7" fmla="*/ 124366 w 132320"/>
                <a:gd name="csY7" fmla="*/ 40402 h 118546"/>
                <a:gd name="csX8" fmla="*/ 127732 w 132320"/>
                <a:gd name="csY8" fmla="*/ 36018 h 118546"/>
                <a:gd name="csX9" fmla="*/ 132514 w 132320"/>
                <a:gd name="csY9" fmla="*/ 2524 h 118546"/>
                <a:gd name="csX10" fmla="*/ 127200 w 132320"/>
                <a:gd name="csY10" fmla="*/ 69 h 118546"/>
                <a:gd name="csX11" fmla="*/ 18262 w 132320"/>
                <a:gd name="csY11" fmla="*/ 69 h 118546"/>
                <a:gd name="csX12" fmla="*/ 12239 w 132320"/>
                <a:gd name="csY12" fmla="*/ 3751 h 118546"/>
                <a:gd name="csX13" fmla="*/ 1080 w 132320"/>
                <a:gd name="csY13" fmla="*/ 34791 h 118546"/>
                <a:gd name="csX14" fmla="*/ 194 w 132320"/>
                <a:gd name="csY14" fmla="*/ 37947 h 118546"/>
                <a:gd name="csX15" fmla="*/ 3205 w 132320"/>
                <a:gd name="csY15" fmla="*/ 40402 h 118546"/>
                <a:gd name="csX16" fmla="*/ 6925 w 132320"/>
                <a:gd name="csY16" fmla="*/ 36194 h 118546"/>
                <a:gd name="csX17" fmla="*/ 49969 w 132320"/>
                <a:gd name="csY17" fmla="*/ 6382 h 118546"/>
                <a:gd name="csX18" fmla="*/ 57409 w 132320"/>
                <a:gd name="csY18" fmla="*/ 6382 h 118546"/>
                <a:gd name="csX19" fmla="*/ 62900 w 132320"/>
                <a:gd name="csY19" fmla="*/ 8135 h 118546"/>
                <a:gd name="csX20" fmla="*/ 62191 w 132320"/>
                <a:gd name="csY20" fmla="*/ 11818 h 118546"/>
                <a:gd name="csX21" fmla="*/ 38810 w 132320"/>
                <a:gd name="csY21" fmla="*/ 104060 h 118546"/>
                <a:gd name="csX22" fmla="*/ 18085 w 132320"/>
                <a:gd name="csY22" fmla="*/ 112302 h 118546"/>
                <a:gd name="csX23" fmla="*/ 10114 w 132320"/>
                <a:gd name="csY23" fmla="*/ 116160 h 118546"/>
                <a:gd name="csX24" fmla="*/ 13125 w 132320"/>
                <a:gd name="csY24" fmla="*/ 118615 h 118546"/>
                <a:gd name="csX25" fmla="*/ 28359 w 132320"/>
                <a:gd name="csY25" fmla="*/ 118089 h 118546"/>
                <a:gd name="csX26" fmla="*/ 43592 w 132320"/>
                <a:gd name="csY26" fmla="*/ 117913 h 118546"/>
                <a:gd name="csX27" fmla="*/ 59534 w 132320"/>
                <a:gd name="csY27" fmla="*/ 118089 h 118546"/>
                <a:gd name="csX28" fmla="*/ 74414 w 132320"/>
                <a:gd name="csY28" fmla="*/ 118615 h 118546"/>
                <a:gd name="csX29" fmla="*/ 78488 w 132320"/>
                <a:gd name="csY29" fmla="*/ 114757 h 118546"/>
                <a:gd name="csX30" fmla="*/ 71225 w 132320"/>
                <a:gd name="csY30" fmla="*/ 112302 h 118546"/>
                <a:gd name="csX31" fmla="*/ 60952 w 132320"/>
                <a:gd name="csY31" fmla="*/ 111951 h 118546"/>
                <a:gd name="csX32" fmla="*/ 54575 w 132320"/>
                <a:gd name="csY32" fmla="*/ 108619 h 118546"/>
                <a:gd name="csX33" fmla="*/ 55283 w 132320"/>
                <a:gd name="csY33" fmla="*/ 104586 h 118546"/>
                <a:gd name="csX34" fmla="*/ 78665 w 132320"/>
                <a:gd name="csY34" fmla="*/ 12519 h 118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32320" h="118546">
                  <a:moveTo>
                    <a:pt x="78665" y="12519"/>
                  </a:moveTo>
                  <a:cubicBezTo>
                    <a:pt x="79905" y="7434"/>
                    <a:pt x="80259" y="6908"/>
                    <a:pt x="84156" y="6557"/>
                  </a:cubicBezTo>
                  <a:cubicBezTo>
                    <a:pt x="85042" y="6382"/>
                    <a:pt x="91242" y="6382"/>
                    <a:pt x="94784" y="6382"/>
                  </a:cubicBezTo>
                  <a:cubicBezTo>
                    <a:pt x="105590" y="6382"/>
                    <a:pt x="110195" y="6382"/>
                    <a:pt x="114624" y="7785"/>
                  </a:cubicBezTo>
                  <a:cubicBezTo>
                    <a:pt x="122595" y="10240"/>
                    <a:pt x="122949" y="15325"/>
                    <a:pt x="122949" y="21638"/>
                  </a:cubicBezTo>
                  <a:cubicBezTo>
                    <a:pt x="122949" y="24444"/>
                    <a:pt x="122949" y="26724"/>
                    <a:pt x="121709" y="35843"/>
                  </a:cubicBezTo>
                  <a:lnTo>
                    <a:pt x="121355" y="37772"/>
                  </a:lnTo>
                  <a:cubicBezTo>
                    <a:pt x="121355" y="39526"/>
                    <a:pt x="122595" y="40402"/>
                    <a:pt x="124366" y="40402"/>
                  </a:cubicBezTo>
                  <a:cubicBezTo>
                    <a:pt x="127023" y="40402"/>
                    <a:pt x="127377" y="38824"/>
                    <a:pt x="127732" y="36018"/>
                  </a:cubicBezTo>
                  <a:lnTo>
                    <a:pt x="132514" y="2524"/>
                  </a:lnTo>
                  <a:cubicBezTo>
                    <a:pt x="132514" y="69"/>
                    <a:pt x="130389" y="69"/>
                    <a:pt x="127200" y="69"/>
                  </a:cubicBezTo>
                  <a:lnTo>
                    <a:pt x="18262" y="69"/>
                  </a:lnTo>
                  <a:cubicBezTo>
                    <a:pt x="13833" y="69"/>
                    <a:pt x="13479" y="69"/>
                    <a:pt x="12239" y="3751"/>
                  </a:cubicBezTo>
                  <a:lnTo>
                    <a:pt x="1080" y="34791"/>
                  </a:lnTo>
                  <a:cubicBezTo>
                    <a:pt x="903" y="35492"/>
                    <a:pt x="194" y="37070"/>
                    <a:pt x="194" y="37947"/>
                  </a:cubicBezTo>
                  <a:cubicBezTo>
                    <a:pt x="194" y="38649"/>
                    <a:pt x="548" y="40402"/>
                    <a:pt x="3205" y="40402"/>
                  </a:cubicBezTo>
                  <a:cubicBezTo>
                    <a:pt x="5508" y="40402"/>
                    <a:pt x="5862" y="39526"/>
                    <a:pt x="6925" y="36194"/>
                  </a:cubicBezTo>
                  <a:cubicBezTo>
                    <a:pt x="17199" y="8135"/>
                    <a:pt x="23044" y="6382"/>
                    <a:pt x="49969" y="6382"/>
                  </a:cubicBezTo>
                  <a:lnTo>
                    <a:pt x="57409" y="6382"/>
                  </a:lnTo>
                  <a:cubicBezTo>
                    <a:pt x="62723" y="6382"/>
                    <a:pt x="62900" y="6557"/>
                    <a:pt x="62900" y="8135"/>
                  </a:cubicBezTo>
                  <a:cubicBezTo>
                    <a:pt x="62900" y="8311"/>
                    <a:pt x="62900" y="9187"/>
                    <a:pt x="62191" y="11818"/>
                  </a:cubicBezTo>
                  <a:lnTo>
                    <a:pt x="38810" y="104060"/>
                  </a:lnTo>
                  <a:cubicBezTo>
                    <a:pt x="37215" y="110548"/>
                    <a:pt x="36684" y="112302"/>
                    <a:pt x="18085" y="112302"/>
                  </a:cubicBezTo>
                  <a:cubicBezTo>
                    <a:pt x="11708" y="112302"/>
                    <a:pt x="10114" y="112302"/>
                    <a:pt x="10114" y="116160"/>
                  </a:cubicBezTo>
                  <a:cubicBezTo>
                    <a:pt x="10114" y="116686"/>
                    <a:pt x="10468" y="118615"/>
                    <a:pt x="13125" y="118615"/>
                  </a:cubicBezTo>
                  <a:cubicBezTo>
                    <a:pt x="18085" y="118615"/>
                    <a:pt x="23399" y="118089"/>
                    <a:pt x="28359" y="118089"/>
                  </a:cubicBezTo>
                  <a:cubicBezTo>
                    <a:pt x="33318" y="118089"/>
                    <a:pt x="38632" y="117913"/>
                    <a:pt x="43592" y="117913"/>
                  </a:cubicBezTo>
                  <a:cubicBezTo>
                    <a:pt x="48552" y="117913"/>
                    <a:pt x="54575" y="117913"/>
                    <a:pt x="59534" y="118089"/>
                  </a:cubicBezTo>
                  <a:cubicBezTo>
                    <a:pt x="64317" y="118264"/>
                    <a:pt x="69631" y="118615"/>
                    <a:pt x="74414" y="118615"/>
                  </a:cubicBezTo>
                  <a:cubicBezTo>
                    <a:pt x="75831" y="118615"/>
                    <a:pt x="78488" y="118615"/>
                    <a:pt x="78488" y="114757"/>
                  </a:cubicBezTo>
                  <a:cubicBezTo>
                    <a:pt x="78488" y="112302"/>
                    <a:pt x="76717" y="112302"/>
                    <a:pt x="71225" y="112302"/>
                  </a:cubicBezTo>
                  <a:cubicBezTo>
                    <a:pt x="67860" y="112302"/>
                    <a:pt x="64317" y="112126"/>
                    <a:pt x="60952" y="111951"/>
                  </a:cubicBezTo>
                  <a:cubicBezTo>
                    <a:pt x="54929" y="111425"/>
                    <a:pt x="54575" y="110723"/>
                    <a:pt x="54575" y="108619"/>
                  </a:cubicBezTo>
                  <a:cubicBezTo>
                    <a:pt x="54575" y="107392"/>
                    <a:pt x="54575" y="107041"/>
                    <a:pt x="55283" y="104586"/>
                  </a:cubicBezTo>
                  <a:lnTo>
                    <a:pt x="78665" y="12519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2" name="任意多边形: 形状 1831">
              <a:extLst>
                <a:ext uri="{FF2B5EF4-FFF2-40B4-BE49-F238E27FC236}">
                  <a16:creationId xmlns:a16="http://schemas.microsoft.com/office/drawing/2014/main" id="{377CBCAB-8892-ED12-5AF2-086E4A245B1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62925" y="4654031"/>
              <a:ext cx="82190" cy="119949"/>
            </a:xfrm>
            <a:custGeom>
              <a:avLst/>
              <a:gdLst>
                <a:gd name="csX0" fmla="*/ 82381 w 82190"/>
                <a:gd name="csY0" fmla="*/ 60589 h 119949"/>
                <a:gd name="csX1" fmla="*/ 71930 w 82190"/>
                <a:gd name="csY1" fmla="*/ 15170 h 119949"/>
                <a:gd name="csX2" fmla="*/ 41285 w 82190"/>
                <a:gd name="csY2" fmla="*/ 89 h 119949"/>
                <a:gd name="csX3" fmla="*/ 190 w 82190"/>
                <a:gd name="csY3" fmla="*/ 60589 h 119949"/>
                <a:gd name="csX4" fmla="*/ 41285 w 82190"/>
                <a:gd name="csY4" fmla="*/ 120038 h 119949"/>
                <a:gd name="csX5" fmla="*/ 82381 w 82190"/>
                <a:gd name="csY5" fmla="*/ 60589 h 119949"/>
                <a:gd name="csX6" fmla="*/ 41285 w 82190"/>
                <a:gd name="csY6" fmla="*/ 115128 h 119949"/>
                <a:gd name="csX7" fmla="*/ 18789 w 82190"/>
                <a:gd name="csY7" fmla="*/ 96013 h 119949"/>
                <a:gd name="csX8" fmla="*/ 16309 w 82190"/>
                <a:gd name="csY8" fmla="*/ 58310 h 119949"/>
                <a:gd name="csX9" fmla="*/ 18966 w 82190"/>
                <a:gd name="csY9" fmla="*/ 22535 h 119949"/>
                <a:gd name="csX10" fmla="*/ 41285 w 82190"/>
                <a:gd name="csY10" fmla="*/ 4999 h 119949"/>
                <a:gd name="csX11" fmla="*/ 63250 w 82190"/>
                <a:gd name="csY11" fmla="*/ 20957 h 119949"/>
                <a:gd name="csX12" fmla="*/ 66261 w 82190"/>
                <a:gd name="csY12" fmla="*/ 58310 h 119949"/>
                <a:gd name="csX13" fmla="*/ 63958 w 82190"/>
                <a:gd name="csY13" fmla="*/ 95312 h 119949"/>
                <a:gd name="csX14" fmla="*/ 41285 w 82190"/>
                <a:gd name="csY14" fmla="*/ 115128 h 119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2190" h="119949">
                  <a:moveTo>
                    <a:pt x="82381" y="60589"/>
                  </a:moveTo>
                  <a:cubicBezTo>
                    <a:pt x="82381" y="41299"/>
                    <a:pt x="80078" y="27446"/>
                    <a:pt x="71930" y="15170"/>
                  </a:cubicBezTo>
                  <a:cubicBezTo>
                    <a:pt x="66438" y="7103"/>
                    <a:pt x="55456" y="89"/>
                    <a:pt x="41285" y="89"/>
                  </a:cubicBezTo>
                  <a:cubicBezTo>
                    <a:pt x="190" y="89"/>
                    <a:pt x="190" y="47963"/>
                    <a:pt x="190" y="60589"/>
                  </a:cubicBezTo>
                  <a:cubicBezTo>
                    <a:pt x="190" y="73216"/>
                    <a:pt x="190" y="120038"/>
                    <a:pt x="41285" y="120038"/>
                  </a:cubicBezTo>
                  <a:cubicBezTo>
                    <a:pt x="82381" y="120038"/>
                    <a:pt x="82381" y="73216"/>
                    <a:pt x="82381" y="60589"/>
                  </a:cubicBezTo>
                  <a:close/>
                  <a:moveTo>
                    <a:pt x="41285" y="115128"/>
                  </a:moveTo>
                  <a:cubicBezTo>
                    <a:pt x="33137" y="115128"/>
                    <a:pt x="22331" y="110393"/>
                    <a:pt x="18789" y="96013"/>
                  </a:cubicBezTo>
                  <a:cubicBezTo>
                    <a:pt x="16309" y="85667"/>
                    <a:pt x="16309" y="71287"/>
                    <a:pt x="16309" y="58310"/>
                  </a:cubicBezTo>
                  <a:cubicBezTo>
                    <a:pt x="16309" y="45508"/>
                    <a:pt x="16309" y="32180"/>
                    <a:pt x="18966" y="22535"/>
                  </a:cubicBezTo>
                  <a:cubicBezTo>
                    <a:pt x="22686" y="8682"/>
                    <a:pt x="34022" y="4999"/>
                    <a:pt x="41285" y="4999"/>
                  </a:cubicBezTo>
                  <a:cubicBezTo>
                    <a:pt x="50850" y="4999"/>
                    <a:pt x="60061" y="10786"/>
                    <a:pt x="63250" y="20957"/>
                  </a:cubicBezTo>
                  <a:cubicBezTo>
                    <a:pt x="66084" y="30427"/>
                    <a:pt x="66261" y="43053"/>
                    <a:pt x="66261" y="58310"/>
                  </a:cubicBezTo>
                  <a:cubicBezTo>
                    <a:pt x="66261" y="71287"/>
                    <a:pt x="66261" y="84264"/>
                    <a:pt x="63958" y="95312"/>
                  </a:cubicBezTo>
                  <a:cubicBezTo>
                    <a:pt x="60416" y="111270"/>
                    <a:pt x="48370" y="115128"/>
                    <a:pt x="41285" y="115128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3" name="任意多边形: 形状 1832">
              <a:extLst>
                <a:ext uri="{FF2B5EF4-FFF2-40B4-BE49-F238E27FC236}">
                  <a16:creationId xmlns:a16="http://schemas.microsoft.com/office/drawing/2014/main" id="{C0FD15DF-4837-E9DD-0AB8-0C1B543CD8C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676372" y="4429985"/>
              <a:ext cx="96412" cy="114988"/>
            </a:xfrm>
            <a:custGeom>
              <a:avLst/>
              <a:gdLst>
                <a:gd name="csX0" fmla="*/ 21205 w 96412"/>
                <a:gd name="csY0" fmla="*/ 57699 h 114988"/>
                <a:gd name="csX1" fmla="*/ 55367 w 96412"/>
                <a:gd name="csY1" fmla="*/ 6343 h 114988"/>
                <a:gd name="csX2" fmla="*/ 82443 w 96412"/>
                <a:gd name="csY2" fmla="*/ 15612 h 114988"/>
                <a:gd name="csX3" fmla="*/ 70550 w 96412"/>
                <a:gd name="csY3" fmla="*/ 27136 h 114988"/>
                <a:gd name="csX4" fmla="*/ 82190 w 96412"/>
                <a:gd name="csY4" fmla="*/ 38660 h 114988"/>
                <a:gd name="csX5" fmla="*/ 93831 w 96412"/>
                <a:gd name="csY5" fmla="*/ 26885 h 114988"/>
                <a:gd name="csX6" fmla="*/ 55114 w 96412"/>
                <a:gd name="csY6" fmla="*/ 80 h 114988"/>
                <a:gd name="csX7" fmla="*/ 202 w 96412"/>
                <a:gd name="csY7" fmla="*/ 58200 h 114988"/>
                <a:gd name="csX8" fmla="*/ 54608 w 96412"/>
                <a:gd name="csY8" fmla="*/ 115069 h 114988"/>
                <a:gd name="csX9" fmla="*/ 96614 w 96412"/>
                <a:gd name="csY9" fmla="*/ 82501 h 114988"/>
                <a:gd name="csX10" fmla="*/ 93325 w 96412"/>
                <a:gd name="csY10" fmla="*/ 79996 h 114988"/>
                <a:gd name="csX11" fmla="*/ 90035 w 96412"/>
                <a:gd name="csY11" fmla="*/ 82501 h 114988"/>
                <a:gd name="csX12" fmla="*/ 56885 w 96412"/>
                <a:gd name="csY12" fmla="*/ 108806 h 114988"/>
                <a:gd name="csX13" fmla="*/ 21205 w 96412"/>
                <a:gd name="csY13" fmla="*/ 57699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6412" h="114988">
                  <a:moveTo>
                    <a:pt x="21205" y="57699"/>
                  </a:moveTo>
                  <a:cubicBezTo>
                    <a:pt x="21205" y="16865"/>
                    <a:pt x="41955" y="6343"/>
                    <a:pt x="55367" y="6343"/>
                  </a:cubicBezTo>
                  <a:cubicBezTo>
                    <a:pt x="57644" y="6343"/>
                    <a:pt x="73587" y="6593"/>
                    <a:pt x="82443" y="15612"/>
                  </a:cubicBezTo>
                  <a:cubicBezTo>
                    <a:pt x="72068" y="16363"/>
                    <a:pt x="70550" y="23879"/>
                    <a:pt x="70550" y="27136"/>
                  </a:cubicBezTo>
                  <a:cubicBezTo>
                    <a:pt x="70550" y="33649"/>
                    <a:pt x="75105" y="38660"/>
                    <a:pt x="82190" y="38660"/>
                  </a:cubicBezTo>
                  <a:cubicBezTo>
                    <a:pt x="88770" y="38660"/>
                    <a:pt x="93831" y="34401"/>
                    <a:pt x="93831" y="26885"/>
                  </a:cubicBezTo>
                  <a:cubicBezTo>
                    <a:pt x="93831" y="9850"/>
                    <a:pt x="74599" y="80"/>
                    <a:pt x="55114" y="80"/>
                  </a:cubicBezTo>
                  <a:cubicBezTo>
                    <a:pt x="23483" y="80"/>
                    <a:pt x="202" y="27136"/>
                    <a:pt x="202" y="58200"/>
                  </a:cubicBezTo>
                  <a:cubicBezTo>
                    <a:pt x="202" y="90267"/>
                    <a:pt x="25254" y="115069"/>
                    <a:pt x="54608" y="115069"/>
                  </a:cubicBezTo>
                  <a:cubicBezTo>
                    <a:pt x="88517" y="115069"/>
                    <a:pt x="96614" y="85006"/>
                    <a:pt x="96614" y="82501"/>
                  </a:cubicBezTo>
                  <a:cubicBezTo>
                    <a:pt x="96614" y="79996"/>
                    <a:pt x="94084" y="79996"/>
                    <a:pt x="93325" y="79996"/>
                  </a:cubicBezTo>
                  <a:cubicBezTo>
                    <a:pt x="91047" y="79996"/>
                    <a:pt x="90541" y="80998"/>
                    <a:pt x="90035" y="82501"/>
                  </a:cubicBezTo>
                  <a:cubicBezTo>
                    <a:pt x="82697" y="105799"/>
                    <a:pt x="66248" y="108806"/>
                    <a:pt x="56885" y="108806"/>
                  </a:cubicBezTo>
                  <a:cubicBezTo>
                    <a:pt x="43474" y="108806"/>
                    <a:pt x="21205" y="98033"/>
                    <a:pt x="21205" y="57699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4" name="任意多边形: 形状 1833">
              <a:extLst>
                <a:ext uri="{FF2B5EF4-FFF2-40B4-BE49-F238E27FC236}">
                  <a16:creationId xmlns:a16="http://schemas.microsoft.com/office/drawing/2014/main" id="{47D4C384-3BFD-8486-63D2-DA977072BAB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787321" y="4429985"/>
              <a:ext cx="112101" cy="114988"/>
            </a:xfrm>
            <a:custGeom>
              <a:avLst/>
              <a:gdLst>
                <a:gd name="csX0" fmla="*/ 112308 w 112101"/>
                <a:gd name="csY0" fmla="*/ 58701 h 114988"/>
                <a:gd name="csX1" fmla="*/ 56384 w 112101"/>
                <a:gd name="csY1" fmla="*/ 80 h 114988"/>
                <a:gd name="csX2" fmla="*/ 206 w 112101"/>
                <a:gd name="csY2" fmla="*/ 58701 h 114988"/>
                <a:gd name="csX3" fmla="*/ 56131 w 112101"/>
                <a:gd name="csY3" fmla="*/ 115069 h 114988"/>
                <a:gd name="csX4" fmla="*/ 112308 w 112101"/>
                <a:gd name="csY4" fmla="*/ 58701 h 114988"/>
                <a:gd name="csX5" fmla="*/ 56384 w 112101"/>
                <a:gd name="csY5" fmla="*/ 108806 h 114988"/>
                <a:gd name="csX6" fmla="*/ 27536 w 112101"/>
                <a:gd name="csY6" fmla="*/ 92021 h 114988"/>
                <a:gd name="csX7" fmla="*/ 21210 w 112101"/>
                <a:gd name="csY7" fmla="*/ 56697 h 114988"/>
                <a:gd name="csX8" fmla="*/ 27283 w 112101"/>
                <a:gd name="csY8" fmla="*/ 22376 h 114988"/>
                <a:gd name="csX9" fmla="*/ 56131 w 112101"/>
                <a:gd name="csY9" fmla="*/ 5591 h 114988"/>
                <a:gd name="csX10" fmla="*/ 84725 w 112101"/>
                <a:gd name="csY10" fmla="*/ 21875 h 114988"/>
                <a:gd name="csX11" fmla="*/ 91305 w 112101"/>
                <a:gd name="csY11" fmla="*/ 56697 h 114988"/>
                <a:gd name="csX12" fmla="*/ 85738 w 112101"/>
                <a:gd name="csY12" fmla="*/ 90267 h 114988"/>
                <a:gd name="csX13" fmla="*/ 56384 w 112101"/>
                <a:gd name="csY13" fmla="*/ 108806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2101" h="114988">
                  <a:moveTo>
                    <a:pt x="112308" y="58701"/>
                  </a:moveTo>
                  <a:cubicBezTo>
                    <a:pt x="112308" y="26635"/>
                    <a:pt x="87003" y="80"/>
                    <a:pt x="56384" y="80"/>
                  </a:cubicBezTo>
                  <a:cubicBezTo>
                    <a:pt x="24752" y="80"/>
                    <a:pt x="206" y="27386"/>
                    <a:pt x="206" y="58701"/>
                  </a:cubicBezTo>
                  <a:cubicBezTo>
                    <a:pt x="206" y="91019"/>
                    <a:pt x="26524" y="115069"/>
                    <a:pt x="56131" y="115069"/>
                  </a:cubicBezTo>
                  <a:cubicBezTo>
                    <a:pt x="86750" y="115069"/>
                    <a:pt x="112308" y="90518"/>
                    <a:pt x="112308" y="58701"/>
                  </a:cubicBezTo>
                  <a:close/>
                  <a:moveTo>
                    <a:pt x="56384" y="108806"/>
                  </a:moveTo>
                  <a:cubicBezTo>
                    <a:pt x="45502" y="108806"/>
                    <a:pt x="34368" y="103545"/>
                    <a:pt x="27536" y="92021"/>
                  </a:cubicBezTo>
                  <a:cubicBezTo>
                    <a:pt x="21210" y="80998"/>
                    <a:pt x="21210" y="65716"/>
                    <a:pt x="21210" y="56697"/>
                  </a:cubicBezTo>
                  <a:cubicBezTo>
                    <a:pt x="21210" y="46927"/>
                    <a:pt x="21210" y="33399"/>
                    <a:pt x="27283" y="22376"/>
                  </a:cubicBezTo>
                  <a:cubicBezTo>
                    <a:pt x="34115" y="10852"/>
                    <a:pt x="46009" y="5591"/>
                    <a:pt x="56131" y="5591"/>
                  </a:cubicBezTo>
                  <a:cubicBezTo>
                    <a:pt x="67265" y="5591"/>
                    <a:pt x="78146" y="11103"/>
                    <a:pt x="84725" y="21875"/>
                  </a:cubicBezTo>
                  <a:cubicBezTo>
                    <a:pt x="91305" y="32647"/>
                    <a:pt x="91305" y="47178"/>
                    <a:pt x="91305" y="56697"/>
                  </a:cubicBezTo>
                  <a:cubicBezTo>
                    <a:pt x="91305" y="65716"/>
                    <a:pt x="91305" y="79244"/>
                    <a:pt x="85738" y="90267"/>
                  </a:cubicBezTo>
                  <a:cubicBezTo>
                    <a:pt x="80170" y="101540"/>
                    <a:pt x="69036" y="108806"/>
                    <a:pt x="56384" y="108806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5" name="任意多边形: 形状 1834">
              <a:extLst>
                <a:ext uri="{FF2B5EF4-FFF2-40B4-BE49-F238E27FC236}">
                  <a16:creationId xmlns:a16="http://schemas.microsoft.com/office/drawing/2014/main" id="{6566AD1A-98B9-6321-5DEF-65D73442580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915113" y="4429985"/>
              <a:ext cx="82747" cy="114988"/>
            </a:xfrm>
            <a:custGeom>
              <a:avLst/>
              <a:gdLst>
                <a:gd name="csX0" fmla="*/ 44495 w 82747"/>
                <a:gd name="csY0" fmla="*/ 63712 h 114988"/>
                <a:gd name="csX1" fmla="*/ 70813 w 82747"/>
                <a:gd name="csY1" fmla="*/ 86760 h 114988"/>
                <a:gd name="csX2" fmla="*/ 42218 w 82747"/>
                <a:gd name="csY2" fmla="*/ 109557 h 114988"/>
                <a:gd name="csX3" fmla="*/ 7044 w 82747"/>
                <a:gd name="csY3" fmla="*/ 73983 h 114988"/>
                <a:gd name="csX4" fmla="*/ 3501 w 82747"/>
                <a:gd name="csY4" fmla="*/ 69724 h 114988"/>
                <a:gd name="csX5" fmla="*/ 211 w 82747"/>
                <a:gd name="csY5" fmla="*/ 75987 h 114988"/>
                <a:gd name="csX6" fmla="*/ 211 w 82747"/>
                <a:gd name="csY6" fmla="*/ 109056 h 114988"/>
                <a:gd name="csX7" fmla="*/ 2995 w 82747"/>
                <a:gd name="csY7" fmla="*/ 115069 h 114988"/>
                <a:gd name="csX8" fmla="*/ 9321 w 82747"/>
                <a:gd name="csY8" fmla="*/ 110058 h 114988"/>
                <a:gd name="csX9" fmla="*/ 14382 w 82747"/>
                <a:gd name="csY9" fmla="*/ 104296 h 114988"/>
                <a:gd name="csX10" fmla="*/ 42218 w 82747"/>
                <a:gd name="csY10" fmla="*/ 115069 h 114988"/>
                <a:gd name="csX11" fmla="*/ 82959 w 82747"/>
                <a:gd name="csY11" fmla="*/ 80246 h 114988"/>
                <a:gd name="csX12" fmla="*/ 72331 w 82747"/>
                <a:gd name="csY12" fmla="*/ 56447 h 114988"/>
                <a:gd name="csX13" fmla="*/ 43483 w 82747"/>
                <a:gd name="csY13" fmla="*/ 44422 h 114988"/>
                <a:gd name="csX14" fmla="*/ 12358 w 82747"/>
                <a:gd name="csY14" fmla="*/ 23879 h 114988"/>
                <a:gd name="csX15" fmla="*/ 40699 w 82747"/>
                <a:gd name="csY15" fmla="*/ 4840 h 114988"/>
                <a:gd name="csX16" fmla="*/ 70306 w 82747"/>
                <a:gd name="csY16" fmla="*/ 35153 h 114988"/>
                <a:gd name="csX17" fmla="*/ 73343 w 82747"/>
                <a:gd name="csY17" fmla="*/ 37407 h 114988"/>
                <a:gd name="csX18" fmla="*/ 76633 w 82747"/>
                <a:gd name="csY18" fmla="*/ 31395 h 114988"/>
                <a:gd name="csX19" fmla="*/ 76633 w 82747"/>
                <a:gd name="csY19" fmla="*/ 6092 h 114988"/>
                <a:gd name="csX20" fmla="*/ 73849 w 82747"/>
                <a:gd name="csY20" fmla="*/ 80 h 114988"/>
                <a:gd name="csX21" fmla="*/ 68788 w 82747"/>
                <a:gd name="csY21" fmla="*/ 3086 h 114988"/>
                <a:gd name="csX22" fmla="*/ 64486 w 82747"/>
                <a:gd name="csY22" fmla="*/ 7094 h 114988"/>
                <a:gd name="csX23" fmla="*/ 40699 w 82747"/>
                <a:gd name="csY23" fmla="*/ 80 h 114988"/>
                <a:gd name="csX24" fmla="*/ 211 w 82747"/>
                <a:gd name="csY24" fmla="*/ 30894 h 114988"/>
                <a:gd name="csX25" fmla="*/ 11092 w 82747"/>
                <a:gd name="csY25" fmla="*/ 52188 h 114988"/>
                <a:gd name="csX26" fmla="*/ 44495 w 82747"/>
                <a:gd name="csY26" fmla="*/ 63712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2747" h="114988">
                  <a:moveTo>
                    <a:pt x="44495" y="63712"/>
                  </a:moveTo>
                  <a:cubicBezTo>
                    <a:pt x="50062" y="64714"/>
                    <a:pt x="70813" y="68722"/>
                    <a:pt x="70813" y="86760"/>
                  </a:cubicBezTo>
                  <a:cubicBezTo>
                    <a:pt x="70813" y="99536"/>
                    <a:pt x="61956" y="109557"/>
                    <a:pt x="42218" y="109557"/>
                  </a:cubicBezTo>
                  <a:cubicBezTo>
                    <a:pt x="20961" y="109557"/>
                    <a:pt x="11852" y="95277"/>
                    <a:pt x="7044" y="73983"/>
                  </a:cubicBezTo>
                  <a:cubicBezTo>
                    <a:pt x="6285" y="70726"/>
                    <a:pt x="6031" y="69724"/>
                    <a:pt x="3501" y="69724"/>
                  </a:cubicBezTo>
                  <a:cubicBezTo>
                    <a:pt x="211" y="69724"/>
                    <a:pt x="211" y="71478"/>
                    <a:pt x="211" y="75987"/>
                  </a:cubicBezTo>
                  <a:lnTo>
                    <a:pt x="211" y="109056"/>
                  </a:lnTo>
                  <a:cubicBezTo>
                    <a:pt x="211" y="113315"/>
                    <a:pt x="211" y="115069"/>
                    <a:pt x="2995" y="115069"/>
                  </a:cubicBezTo>
                  <a:cubicBezTo>
                    <a:pt x="4260" y="115069"/>
                    <a:pt x="4513" y="114818"/>
                    <a:pt x="9321" y="110058"/>
                  </a:cubicBezTo>
                  <a:cubicBezTo>
                    <a:pt x="9827" y="109557"/>
                    <a:pt x="9827" y="109056"/>
                    <a:pt x="14382" y="104296"/>
                  </a:cubicBezTo>
                  <a:cubicBezTo>
                    <a:pt x="25516" y="114818"/>
                    <a:pt x="36904" y="115069"/>
                    <a:pt x="42218" y="115069"/>
                  </a:cubicBezTo>
                  <a:cubicBezTo>
                    <a:pt x="71319" y="115069"/>
                    <a:pt x="82959" y="98284"/>
                    <a:pt x="82959" y="80246"/>
                  </a:cubicBezTo>
                  <a:cubicBezTo>
                    <a:pt x="82959" y="66969"/>
                    <a:pt x="75367" y="59453"/>
                    <a:pt x="72331" y="56447"/>
                  </a:cubicBezTo>
                  <a:cubicBezTo>
                    <a:pt x="63980" y="48430"/>
                    <a:pt x="54111" y="46426"/>
                    <a:pt x="43483" y="44422"/>
                  </a:cubicBezTo>
                  <a:cubicBezTo>
                    <a:pt x="29312" y="41666"/>
                    <a:pt x="12358" y="38409"/>
                    <a:pt x="12358" y="23879"/>
                  </a:cubicBezTo>
                  <a:cubicBezTo>
                    <a:pt x="12358" y="15111"/>
                    <a:pt x="18937" y="4840"/>
                    <a:pt x="40699" y="4840"/>
                  </a:cubicBezTo>
                  <a:cubicBezTo>
                    <a:pt x="68535" y="4840"/>
                    <a:pt x="69800" y="27386"/>
                    <a:pt x="70306" y="35153"/>
                  </a:cubicBezTo>
                  <a:cubicBezTo>
                    <a:pt x="70559" y="37407"/>
                    <a:pt x="72837" y="37407"/>
                    <a:pt x="73343" y="37407"/>
                  </a:cubicBezTo>
                  <a:cubicBezTo>
                    <a:pt x="76633" y="37407"/>
                    <a:pt x="76633" y="36155"/>
                    <a:pt x="76633" y="31395"/>
                  </a:cubicBezTo>
                  <a:lnTo>
                    <a:pt x="76633" y="6092"/>
                  </a:lnTo>
                  <a:cubicBezTo>
                    <a:pt x="76633" y="1833"/>
                    <a:pt x="76633" y="80"/>
                    <a:pt x="73849" y="80"/>
                  </a:cubicBezTo>
                  <a:cubicBezTo>
                    <a:pt x="72584" y="80"/>
                    <a:pt x="72078" y="80"/>
                    <a:pt x="68788" y="3086"/>
                  </a:cubicBezTo>
                  <a:cubicBezTo>
                    <a:pt x="68029" y="4088"/>
                    <a:pt x="65498" y="6343"/>
                    <a:pt x="64486" y="7094"/>
                  </a:cubicBezTo>
                  <a:cubicBezTo>
                    <a:pt x="54870" y="80"/>
                    <a:pt x="44495" y="80"/>
                    <a:pt x="40699" y="80"/>
                  </a:cubicBezTo>
                  <a:cubicBezTo>
                    <a:pt x="9827" y="80"/>
                    <a:pt x="211" y="16865"/>
                    <a:pt x="211" y="30894"/>
                  </a:cubicBezTo>
                  <a:cubicBezTo>
                    <a:pt x="211" y="39662"/>
                    <a:pt x="4260" y="46676"/>
                    <a:pt x="11092" y="52188"/>
                  </a:cubicBezTo>
                  <a:cubicBezTo>
                    <a:pt x="19190" y="58701"/>
                    <a:pt x="26276" y="60205"/>
                    <a:pt x="44495" y="63712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6" name="任意多边形: 形状 1835">
              <a:extLst>
                <a:ext uri="{FF2B5EF4-FFF2-40B4-BE49-F238E27FC236}">
                  <a16:creationId xmlns:a16="http://schemas.microsoft.com/office/drawing/2014/main" id="{87E946B0-B89F-5B5E-4118-8FE1F5A2D91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031628" y="4354328"/>
              <a:ext cx="58707" cy="250520"/>
            </a:xfrm>
            <a:custGeom>
              <a:avLst/>
              <a:gdLst>
                <a:gd name="csX0" fmla="*/ 58923 w 58707"/>
                <a:gd name="csY0" fmla="*/ 248095 h 250520"/>
                <a:gd name="csX1" fmla="*/ 54621 w 58707"/>
                <a:gd name="csY1" fmla="*/ 242584 h 250520"/>
                <a:gd name="csX2" fmla="*/ 14892 w 58707"/>
                <a:gd name="csY2" fmla="*/ 125340 h 250520"/>
                <a:gd name="csX3" fmla="*/ 55633 w 58707"/>
                <a:gd name="csY3" fmla="*/ 6844 h 250520"/>
                <a:gd name="csX4" fmla="*/ 58923 w 58707"/>
                <a:gd name="csY4" fmla="*/ 2585 h 250520"/>
                <a:gd name="csX5" fmla="*/ 56393 w 58707"/>
                <a:gd name="csY5" fmla="*/ 80 h 250520"/>
                <a:gd name="csX6" fmla="*/ 16157 w 58707"/>
                <a:gd name="csY6" fmla="*/ 48931 h 250520"/>
                <a:gd name="csX7" fmla="*/ 215 w 58707"/>
                <a:gd name="csY7" fmla="*/ 125340 h 250520"/>
                <a:gd name="csX8" fmla="*/ 16917 w 58707"/>
                <a:gd name="csY8" fmla="*/ 203502 h 250520"/>
                <a:gd name="csX9" fmla="*/ 56393 w 58707"/>
                <a:gd name="csY9" fmla="*/ 250600 h 250520"/>
                <a:gd name="csX10" fmla="*/ 58923 w 58707"/>
                <a:gd name="csY10" fmla="*/ 248095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707" h="250520">
                  <a:moveTo>
                    <a:pt x="58923" y="248095"/>
                  </a:moveTo>
                  <a:cubicBezTo>
                    <a:pt x="58923" y="247343"/>
                    <a:pt x="58923" y="246842"/>
                    <a:pt x="54621" y="242584"/>
                  </a:cubicBezTo>
                  <a:cubicBezTo>
                    <a:pt x="22990" y="211018"/>
                    <a:pt x="14892" y="163670"/>
                    <a:pt x="14892" y="125340"/>
                  </a:cubicBezTo>
                  <a:cubicBezTo>
                    <a:pt x="14892" y="81749"/>
                    <a:pt x="24508" y="38159"/>
                    <a:pt x="55633" y="6844"/>
                  </a:cubicBezTo>
                  <a:cubicBezTo>
                    <a:pt x="58923" y="3837"/>
                    <a:pt x="58923" y="3336"/>
                    <a:pt x="58923" y="2585"/>
                  </a:cubicBezTo>
                  <a:cubicBezTo>
                    <a:pt x="58923" y="831"/>
                    <a:pt x="57911" y="80"/>
                    <a:pt x="56393" y="80"/>
                  </a:cubicBezTo>
                  <a:cubicBezTo>
                    <a:pt x="53862" y="80"/>
                    <a:pt x="31087" y="17115"/>
                    <a:pt x="16157" y="48931"/>
                  </a:cubicBezTo>
                  <a:cubicBezTo>
                    <a:pt x="3252" y="76488"/>
                    <a:pt x="215" y="104296"/>
                    <a:pt x="215" y="125340"/>
                  </a:cubicBezTo>
                  <a:cubicBezTo>
                    <a:pt x="215" y="144881"/>
                    <a:pt x="2999" y="175193"/>
                    <a:pt x="16917" y="203502"/>
                  </a:cubicBezTo>
                  <a:cubicBezTo>
                    <a:pt x="32100" y="234316"/>
                    <a:pt x="53862" y="250600"/>
                    <a:pt x="56393" y="250600"/>
                  </a:cubicBezTo>
                  <a:cubicBezTo>
                    <a:pt x="57911" y="250600"/>
                    <a:pt x="58923" y="249849"/>
                    <a:pt x="58923" y="248095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7" name="任意多边形: 形状 1836">
              <a:extLst>
                <a:ext uri="{FF2B5EF4-FFF2-40B4-BE49-F238E27FC236}">
                  <a16:creationId xmlns:a16="http://schemas.microsoft.com/office/drawing/2014/main" id="{BE4E2CDA-50F4-E5CB-7AF8-4FB9DD59B93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117638" y="4375371"/>
              <a:ext cx="100967" cy="166846"/>
            </a:xfrm>
            <a:custGeom>
              <a:avLst/>
              <a:gdLst>
                <a:gd name="csX0" fmla="*/ 19704 w 100967"/>
                <a:gd name="csY0" fmla="*/ 147636 h 166846"/>
                <a:gd name="csX1" fmla="*/ 46527 w 100967"/>
                <a:gd name="csY1" fmla="*/ 121833 h 166846"/>
                <a:gd name="csX2" fmla="*/ 101186 w 100967"/>
                <a:gd name="csY2" fmla="*/ 48681 h 166846"/>
                <a:gd name="csX3" fmla="*/ 47540 w 100967"/>
                <a:gd name="csY3" fmla="*/ 80 h 166846"/>
                <a:gd name="csX4" fmla="*/ 219 w 100967"/>
                <a:gd name="csY4" fmla="*/ 45424 h 166846"/>
                <a:gd name="csX5" fmla="*/ 13631 w 100967"/>
                <a:gd name="csY5" fmla="*/ 59453 h 166846"/>
                <a:gd name="csX6" fmla="*/ 26789 w 100967"/>
                <a:gd name="csY6" fmla="*/ 46175 h 166846"/>
                <a:gd name="csX7" fmla="*/ 13378 w 100967"/>
                <a:gd name="csY7" fmla="*/ 33148 h 166846"/>
                <a:gd name="csX8" fmla="*/ 10088 w 100967"/>
                <a:gd name="csY8" fmla="*/ 33399 h 166846"/>
                <a:gd name="csX9" fmla="*/ 44250 w 100967"/>
                <a:gd name="csY9" fmla="*/ 7846 h 166846"/>
                <a:gd name="csX10" fmla="*/ 78159 w 100967"/>
                <a:gd name="csY10" fmla="*/ 48681 h 166846"/>
                <a:gd name="csX11" fmla="*/ 51588 w 100967"/>
                <a:gd name="csY11" fmla="*/ 104046 h 166846"/>
                <a:gd name="csX12" fmla="*/ 3003 w 100967"/>
                <a:gd name="csY12" fmla="*/ 157657 h 166846"/>
                <a:gd name="csX13" fmla="*/ 219 w 100967"/>
                <a:gd name="csY13" fmla="*/ 166926 h 166846"/>
                <a:gd name="csX14" fmla="*/ 94101 w 100967"/>
                <a:gd name="csY14" fmla="*/ 166926 h 166846"/>
                <a:gd name="csX15" fmla="*/ 101186 w 100967"/>
                <a:gd name="csY15" fmla="*/ 123336 h 166846"/>
                <a:gd name="csX16" fmla="*/ 94860 w 100967"/>
                <a:gd name="csY16" fmla="*/ 123336 h 166846"/>
                <a:gd name="csX17" fmla="*/ 89293 w 100967"/>
                <a:gd name="csY17" fmla="*/ 145632 h 166846"/>
                <a:gd name="csX18" fmla="*/ 65253 w 100967"/>
                <a:gd name="csY18" fmla="*/ 147636 h 166846"/>
                <a:gd name="csX19" fmla="*/ 19704 w 100967"/>
                <a:gd name="csY19" fmla="*/ 147636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0967" h="166846">
                  <a:moveTo>
                    <a:pt x="19704" y="147636"/>
                  </a:moveTo>
                  <a:lnTo>
                    <a:pt x="46527" y="121833"/>
                  </a:lnTo>
                  <a:cubicBezTo>
                    <a:pt x="86003" y="87261"/>
                    <a:pt x="101186" y="73733"/>
                    <a:pt x="101186" y="48681"/>
                  </a:cubicBezTo>
                  <a:cubicBezTo>
                    <a:pt x="101186" y="20121"/>
                    <a:pt x="78412" y="80"/>
                    <a:pt x="47540" y="80"/>
                  </a:cubicBezTo>
                  <a:cubicBezTo>
                    <a:pt x="18945" y="80"/>
                    <a:pt x="219" y="23128"/>
                    <a:pt x="219" y="45424"/>
                  </a:cubicBezTo>
                  <a:cubicBezTo>
                    <a:pt x="219" y="59453"/>
                    <a:pt x="12872" y="59453"/>
                    <a:pt x="13631" y="59453"/>
                  </a:cubicBezTo>
                  <a:cubicBezTo>
                    <a:pt x="17933" y="59453"/>
                    <a:pt x="26789" y="56447"/>
                    <a:pt x="26789" y="46175"/>
                  </a:cubicBezTo>
                  <a:cubicBezTo>
                    <a:pt x="26789" y="39662"/>
                    <a:pt x="22235" y="33148"/>
                    <a:pt x="13378" y="33148"/>
                  </a:cubicBezTo>
                  <a:cubicBezTo>
                    <a:pt x="11353" y="33148"/>
                    <a:pt x="10847" y="33148"/>
                    <a:pt x="10088" y="33399"/>
                  </a:cubicBezTo>
                  <a:cubicBezTo>
                    <a:pt x="15908" y="17115"/>
                    <a:pt x="29573" y="7846"/>
                    <a:pt x="44250" y="7846"/>
                  </a:cubicBezTo>
                  <a:cubicBezTo>
                    <a:pt x="67278" y="7846"/>
                    <a:pt x="78159" y="28138"/>
                    <a:pt x="78159" y="48681"/>
                  </a:cubicBezTo>
                  <a:cubicBezTo>
                    <a:pt x="78159" y="68722"/>
                    <a:pt x="65506" y="88513"/>
                    <a:pt x="51588" y="104046"/>
                  </a:cubicBezTo>
                  <a:lnTo>
                    <a:pt x="3003" y="157657"/>
                  </a:lnTo>
                  <a:cubicBezTo>
                    <a:pt x="219" y="160413"/>
                    <a:pt x="219" y="160914"/>
                    <a:pt x="219" y="166926"/>
                  </a:cubicBezTo>
                  <a:lnTo>
                    <a:pt x="94101" y="166926"/>
                  </a:lnTo>
                  <a:lnTo>
                    <a:pt x="101186" y="123336"/>
                  </a:lnTo>
                  <a:lnTo>
                    <a:pt x="94860" y="123336"/>
                  </a:lnTo>
                  <a:cubicBezTo>
                    <a:pt x="93595" y="130851"/>
                    <a:pt x="91824" y="141874"/>
                    <a:pt x="89293" y="145632"/>
                  </a:cubicBezTo>
                  <a:cubicBezTo>
                    <a:pt x="87522" y="147636"/>
                    <a:pt x="70820" y="147636"/>
                    <a:pt x="65253" y="147636"/>
                  </a:cubicBezTo>
                  <a:lnTo>
                    <a:pt x="19704" y="147636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8" name="任意多边形: 形状 1837">
              <a:extLst>
                <a:ext uri="{FF2B5EF4-FFF2-40B4-BE49-F238E27FC236}">
                  <a16:creationId xmlns:a16="http://schemas.microsoft.com/office/drawing/2014/main" id="{71B63B23-084D-4ABC-7F88-37BED6C2BE6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234548" y="4431488"/>
              <a:ext cx="150059" cy="113485"/>
            </a:xfrm>
            <a:custGeom>
              <a:avLst/>
              <a:gdLst>
                <a:gd name="csX0" fmla="*/ 150283 w 150059"/>
                <a:gd name="csY0" fmla="*/ 17616 h 113485"/>
                <a:gd name="csX1" fmla="*/ 140161 w 150059"/>
                <a:gd name="csY1" fmla="*/ 80 h 113485"/>
                <a:gd name="csX2" fmla="*/ 126750 w 150059"/>
                <a:gd name="csY2" fmla="*/ 11854 h 113485"/>
                <a:gd name="csX3" fmla="*/ 130545 w 150059"/>
                <a:gd name="csY3" fmla="*/ 19370 h 113485"/>
                <a:gd name="csX4" fmla="*/ 139402 w 150059"/>
                <a:gd name="csY4" fmla="*/ 40413 h 113485"/>
                <a:gd name="csX5" fmla="*/ 126750 w 150059"/>
                <a:gd name="csY5" fmla="*/ 76238 h 113485"/>
                <a:gd name="csX6" fmla="*/ 97902 w 150059"/>
                <a:gd name="csY6" fmla="*/ 95528 h 113485"/>
                <a:gd name="csX7" fmla="*/ 73356 w 150059"/>
                <a:gd name="csY7" fmla="*/ 72981 h 113485"/>
                <a:gd name="csX8" fmla="*/ 81960 w 150059"/>
                <a:gd name="csY8" fmla="*/ 43420 h 113485"/>
                <a:gd name="csX9" fmla="*/ 77405 w 150059"/>
                <a:gd name="csY9" fmla="*/ 37908 h 113485"/>
                <a:gd name="csX10" fmla="*/ 70572 w 150059"/>
                <a:gd name="csY10" fmla="*/ 42167 h 113485"/>
                <a:gd name="csX11" fmla="*/ 64752 w 150059"/>
                <a:gd name="csY11" fmla="*/ 72480 h 113485"/>
                <a:gd name="csX12" fmla="*/ 30337 w 150059"/>
                <a:gd name="csY12" fmla="*/ 95528 h 113485"/>
                <a:gd name="csX13" fmla="*/ 8322 w 150059"/>
                <a:gd name="csY13" fmla="*/ 66718 h 113485"/>
                <a:gd name="csX14" fmla="*/ 34133 w 150059"/>
                <a:gd name="csY14" fmla="*/ 5842 h 113485"/>
                <a:gd name="csX15" fmla="*/ 29325 w 150059"/>
                <a:gd name="csY15" fmla="*/ 1082 h 113485"/>
                <a:gd name="csX16" fmla="*/ 22746 w 150059"/>
                <a:gd name="csY16" fmla="*/ 6593 h 113485"/>
                <a:gd name="csX17" fmla="*/ 224 w 150059"/>
                <a:gd name="csY17" fmla="*/ 77741 h 113485"/>
                <a:gd name="csX18" fmla="*/ 26794 w 150059"/>
                <a:gd name="csY18" fmla="*/ 113565 h 113485"/>
                <a:gd name="csX19" fmla="*/ 65764 w 150059"/>
                <a:gd name="csY19" fmla="*/ 87261 h 113485"/>
                <a:gd name="csX20" fmla="*/ 93600 w 150059"/>
                <a:gd name="csY20" fmla="*/ 113565 h 113485"/>
                <a:gd name="csX21" fmla="*/ 134594 w 150059"/>
                <a:gd name="csY21" fmla="*/ 79495 h 113485"/>
                <a:gd name="csX22" fmla="*/ 150283 w 150059"/>
                <a:gd name="csY22" fmla="*/ 17616 h 113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0059" h="113485">
                  <a:moveTo>
                    <a:pt x="150283" y="17616"/>
                  </a:moveTo>
                  <a:cubicBezTo>
                    <a:pt x="150283" y="6343"/>
                    <a:pt x="145728" y="80"/>
                    <a:pt x="140161" y="80"/>
                  </a:cubicBezTo>
                  <a:cubicBezTo>
                    <a:pt x="133582" y="80"/>
                    <a:pt x="126750" y="6092"/>
                    <a:pt x="126750" y="11854"/>
                  </a:cubicBezTo>
                  <a:cubicBezTo>
                    <a:pt x="126750" y="14359"/>
                    <a:pt x="128015" y="17115"/>
                    <a:pt x="130545" y="19370"/>
                  </a:cubicBezTo>
                  <a:cubicBezTo>
                    <a:pt x="134847" y="23128"/>
                    <a:pt x="139402" y="29892"/>
                    <a:pt x="139402" y="40413"/>
                  </a:cubicBezTo>
                  <a:cubicBezTo>
                    <a:pt x="139402" y="50434"/>
                    <a:pt x="134594" y="64714"/>
                    <a:pt x="126750" y="76238"/>
                  </a:cubicBezTo>
                  <a:cubicBezTo>
                    <a:pt x="119158" y="87010"/>
                    <a:pt x="109795" y="95528"/>
                    <a:pt x="97902" y="95528"/>
                  </a:cubicBezTo>
                  <a:cubicBezTo>
                    <a:pt x="83478" y="95528"/>
                    <a:pt x="75633" y="86509"/>
                    <a:pt x="73356" y="72981"/>
                  </a:cubicBezTo>
                  <a:cubicBezTo>
                    <a:pt x="76139" y="66468"/>
                    <a:pt x="81960" y="50434"/>
                    <a:pt x="81960" y="43420"/>
                  </a:cubicBezTo>
                  <a:cubicBezTo>
                    <a:pt x="81960" y="40413"/>
                    <a:pt x="80694" y="37908"/>
                    <a:pt x="77405" y="37908"/>
                  </a:cubicBezTo>
                  <a:cubicBezTo>
                    <a:pt x="75380" y="37908"/>
                    <a:pt x="72597" y="38409"/>
                    <a:pt x="70572" y="42167"/>
                  </a:cubicBezTo>
                  <a:cubicBezTo>
                    <a:pt x="67789" y="47177"/>
                    <a:pt x="64752" y="63461"/>
                    <a:pt x="64752" y="72480"/>
                  </a:cubicBezTo>
                  <a:cubicBezTo>
                    <a:pt x="56401" y="84255"/>
                    <a:pt x="46279" y="95528"/>
                    <a:pt x="30337" y="95528"/>
                  </a:cubicBezTo>
                  <a:cubicBezTo>
                    <a:pt x="13636" y="95528"/>
                    <a:pt x="8322" y="80747"/>
                    <a:pt x="8322" y="66718"/>
                  </a:cubicBezTo>
                  <a:cubicBezTo>
                    <a:pt x="8322" y="35403"/>
                    <a:pt x="34133" y="9098"/>
                    <a:pt x="34133" y="5842"/>
                  </a:cubicBezTo>
                  <a:cubicBezTo>
                    <a:pt x="34133" y="3086"/>
                    <a:pt x="32108" y="1082"/>
                    <a:pt x="29325" y="1082"/>
                  </a:cubicBezTo>
                  <a:cubicBezTo>
                    <a:pt x="26035" y="1082"/>
                    <a:pt x="24264" y="4338"/>
                    <a:pt x="22746" y="6593"/>
                  </a:cubicBezTo>
                  <a:cubicBezTo>
                    <a:pt x="9840" y="25132"/>
                    <a:pt x="224" y="54944"/>
                    <a:pt x="224" y="77741"/>
                  </a:cubicBezTo>
                  <a:cubicBezTo>
                    <a:pt x="224" y="95027"/>
                    <a:pt x="6044" y="113565"/>
                    <a:pt x="26794" y="113565"/>
                  </a:cubicBezTo>
                  <a:cubicBezTo>
                    <a:pt x="44761" y="113565"/>
                    <a:pt x="56654" y="101039"/>
                    <a:pt x="65764" y="87261"/>
                  </a:cubicBezTo>
                  <a:cubicBezTo>
                    <a:pt x="68042" y="101791"/>
                    <a:pt x="77911" y="113565"/>
                    <a:pt x="93600" y="113565"/>
                  </a:cubicBezTo>
                  <a:cubicBezTo>
                    <a:pt x="113338" y="113565"/>
                    <a:pt x="125484" y="98284"/>
                    <a:pt x="134594" y="79495"/>
                  </a:cubicBezTo>
                  <a:cubicBezTo>
                    <a:pt x="140667" y="67219"/>
                    <a:pt x="150283" y="33148"/>
                    <a:pt x="150283" y="17616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39" name="任意多边形: 形状 1838">
              <a:extLst>
                <a:ext uri="{FF2B5EF4-FFF2-40B4-BE49-F238E27FC236}">
                  <a16:creationId xmlns:a16="http://schemas.microsoft.com/office/drawing/2014/main" id="{F04D3E67-8F26-10A4-1CE0-FBF6FCDB165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403923" y="4385392"/>
              <a:ext cx="77686" cy="159581"/>
            </a:xfrm>
            <a:custGeom>
              <a:avLst/>
              <a:gdLst>
                <a:gd name="csX0" fmla="*/ 46539 w 77686"/>
                <a:gd name="csY0" fmla="*/ 56697 h 159581"/>
                <a:gd name="csX1" fmla="*/ 70326 w 77686"/>
                <a:gd name="csY1" fmla="*/ 56697 h 159581"/>
                <a:gd name="csX2" fmla="*/ 77917 w 77686"/>
                <a:gd name="csY2" fmla="*/ 51687 h 159581"/>
                <a:gd name="csX3" fmla="*/ 70832 w 77686"/>
                <a:gd name="csY3" fmla="*/ 48931 h 159581"/>
                <a:gd name="csX4" fmla="*/ 48563 w 77686"/>
                <a:gd name="csY4" fmla="*/ 48931 h 159581"/>
                <a:gd name="csX5" fmla="*/ 58938 w 77686"/>
                <a:gd name="csY5" fmla="*/ 6844 h 159581"/>
                <a:gd name="csX6" fmla="*/ 51600 w 77686"/>
                <a:gd name="csY6" fmla="*/ 80 h 159581"/>
                <a:gd name="csX7" fmla="*/ 41478 w 77686"/>
                <a:gd name="csY7" fmla="*/ 9098 h 159581"/>
                <a:gd name="csX8" fmla="*/ 31609 w 77686"/>
                <a:gd name="csY8" fmla="*/ 48931 h 159581"/>
                <a:gd name="csX9" fmla="*/ 7822 w 77686"/>
                <a:gd name="csY9" fmla="*/ 48931 h 159581"/>
                <a:gd name="csX10" fmla="*/ 231 w 77686"/>
                <a:gd name="csY10" fmla="*/ 53691 h 159581"/>
                <a:gd name="csX11" fmla="*/ 7316 w 77686"/>
                <a:gd name="csY11" fmla="*/ 56697 h 159581"/>
                <a:gd name="csX12" fmla="*/ 29585 w 77686"/>
                <a:gd name="csY12" fmla="*/ 56697 h 159581"/>
                <a:gd name="csX13" fmla="*/ 10353 w 77686"/>
                <a:gd name="csY13" fmla="*/ 136613 h 159581"/>
                <a:gd name="csX14" fmla="*/ 33633 w 77686"/>
                <a:gd name="csY14" fmla="*/ 159661 h 159581"/>
                <a:gd name="csX15" fmla="*/ 73868 w 77686"/>
                <a:gd name="csY15" fmla="*/ 121081 h 159581"/>
                <a:gd name="csX16" fmla="*/ 70832 w 77686"/>
                <a:gd name="csY16" fmla="*/ 118576 h 159581"/>
                <a:gd name="csX17" fmla="*/ 67036 w 77686"/>
                <a:gd name="csY17" fmla="*/ 122083 h 159581"/>
                <a:gd name="csX18" fmla="*/ 34139 w 77686"/>
                <a:gd name="csY18" fmla="*/ 154150 h 159581"/>
                <a:gd name="csX19" fmla="*/ 26295 w 77686"/>
                <a:gd name="csY19" fmla="*/ 142626 h 159581"/>
                <a:gd name="csX20" fmla="*/ 27813 w 77686"/>
                <a:gd name="csY20" fmla="*/ 130601 h 159581"/>
                <a:gd name="csX21" fmla="*/ 46539 w 77686"/>
                <a:gd name="csY21" fmla="*/ 56697 h 159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686" h="159581">
                  <a:moveTo>
                    <a:pt x="46539" y="56697"/>
                  </a:moveTo>
                  <a:lnTo>
                    <a:pt x="70326" y="56697"/>
                  </a:lnTo>
                  <a:cubicBezTo>
                    <a:pt x="75387" y="56697"/>
                    <a:pt x="77917" y="56697"/>
                    <a:pt x="77917" y="51687"/>
                  </a:cubicBezTo>
                  <a:cubicBezTo>
                    <a:pt x="77917" y="48931"/>
                    <a:pt x="75387" y="48931"/>
                    <a:pt x="70832" y="48931"/>
                  </a:cubicBezTo>
                  <a:lnTo>
                    <a:pt x="48563" y="48931"/>
                  </a:lnTo>
                  <a:cubicBezTo>
                    <a:pt x="57673" y="13357"/>
                    <a:pt x="58938" y="8347"/>
                    <a:pt x="58938" y="6844"/>
                  </a:cubicBezTo>
                  <a:cubicBezTo>
                    <a:pt x="58938" y="2585"/>
                    <a:pt x="55902" y="80"/>
                    <a:pt x="51600" y="80"/>
                  </a:cubicBezTo>
                  <a:cubicBezTo>
                    <a:pt x="50841" y="80"/>
                    <a:pt x="43755" y="330"/>
                    <a:pt x="41478" y="9098"/>
                  </a:cubicBezTo>
                  <a:lnTo>
                    <a:pt x="31609" y="48931"/>
                  </a:lnTo>
                  <a:lnTo>
                    <a:pt x="7822" y="48931"/>
                  </a:lnTo>
                  <a:cubicBezTo>
                    <a:pt x="2761" y="48931"/>
                    <a:pt x="231" y="48931"/>
                    <a:pt x="231" y="53691"/>
                  </a:cubicBezTo>
                  <a:cubicBezTo>
                    <a:pt x="231" y="56697"/>
                    <a:pt x="2255" y="56697"/>
                    <a:pt x="7316" y="56697"/>
                  </a:cubicBezTo>
                  <a:lnTo>
                    <a:pt x="29585" y="56697"/>
                  </a:lnTo>
                  <a:cubicBezTo>
                    <a:pt x="11365" y="127845"/>
                    <a:pt x="10353" y="132104"/>
                    <a:pt x="10353" y="136613"/>
                  </a:cubicBezTo>
                  <a:cubicBezTo>
                    <a:pt x="10353" y="150141"/>
                    <a:pt x="19969" y="159661"/>
                    <a:pt x="33633" y="159661"/>
                  </a:cubicBezTo>
                  <a:cubicBezTo>
                    <a:pt x="59445" y="159661"/>
                    <a:pt x="73868" y="123085"/>
                    <a:pt x="73868" y="121081"/>
                  </a:cubicBezTo>
                  <a:cubicBezTo>
                    <a:pt x="73868" y="118576"/>
                    <a:pt x="71844" y="118576"/>
                    <a:pt x="70832" y="118576"/>
                  </a:cubicBezTo>
                  <a:cubicBezTo>
                    <a:pt x="68554" y="118576"/>
                    <a:pt x="68301" y="119327"/>
                    <a:pt x="67036" y="122083"/>
                  </a:cubicBezTo>
                  <a:cubicBezTo>
                    <a:pt x="56155" y="148137"/>
                    <a:pt x="42743" y="154150"/>
                    <a:pt x="34139" y="154150"/>
                  </a:cubicBezTo>
                  <a:cubicBezTo>
                    <a:pt x="28825" y="154150"/>
                    <a:pt x="26295" y="150893"/>
                    <a:pt x="26295" y="142626"/>
                  </a:cubicBezTo>
                  <a:cubicBezTo>
                    <a:pt x="26295" y="136613"/>
                    <a:pt x="26801" y="134860"/>
                    <a:pt x="27813" y="130601"/>
                  </a:cubicBezTo>
                  <a:lnTo>
                    <a:pt x="46539" y="56697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0" name="任意多边形: 形状 1839">
              <a:extLst>
                <a:ext uri="{FF2B5EF4-FFF2-40B4-BE49-F238E27FC236}">
                  <a16:creationId xmlns:a16="http://schemas.microsoft.com/office/drawing/2014/main" id="{08DEADD5-F011-455B-D3C8-A1682E02FAA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559886" y="4396164"/>
              <a:ext cx="168278" cy="166846"/>
            </a:xfrm>
            <a:custGeom>
              <a:avLst/>
              <a:gdLst>
                <a:gd name="csX0" fmla="*/ 89563 w 168278"/>
                <a:gd name="csY0" fmla="*/ 88513 h 166846"/>
                <a:gd name="csX1" fmla="*/ 160165 w 168278"/>
                <a:gd name="csY1" fmla="*/ 88513 h 166846"/>
                <a:gd name="csX2" fmla="*/ 168515 w 168278"/>
                <a:gd name="csY2" fmla="*/ 83503 h 166846"/>
                <a:gd name="csX3" fmla="*/ 160165 w 168278"/>
                <a:gd name="csY3" fmla="*/ 78493 h 166846"/>
                <a:gd name="csX4" fmla="*/ 89563 w 168278"/>
                <a:gd name="csY4" fmla="*/ 78493 h 166846"/>
                <a:gd name="csX5" fmla="*/ 89563 w 168278"/>
                <a:gd name="csY5" fmla="*/ 8347 h 166846"/>
                <a:gd name="csX6" fmla="*/ 84502 w 168278"/>
                <a:gd name="csY6" fmla="*/ 80 h 166846"/>
                <a:gd name="csX7" fmla="*/ 79441 w 168278"/>
                <a:gd name="csY7" fmla="*/ 8347 h 166846"/>
                <a:gd name="csX8" fmla="*/ 79441 w 168278"/>
                <a:gd name="csY8" fmla="*/ 78493 h 166846"/>
                <a:gd name="csX9" fmla="*/ 8587 w 168278"/>
                <a:gd name="csY9" fmla="*/ 78493 h 166846"/>
                <a:gd name="csX10" fmla="*/ 236 w 168278"/>
                <a:gd name="csY10" fmla="*/ 83503 h 166846"/>
                <a:gd name="csX11" fmla="*/ 8587 w 168278"/>
                <a:gd name="csY11" fmla="*/ 88513 h 166846"/>
                <a:gd name="csX12" fmla="*/ 79441 w 168278"/>
                <a:gd name="csY12" fmla="*/ 88513 h 166846"/>
                <a:gd name="csX13" fmla="*/ 79441 w 168278"/>
                <a:gd name="csY13" fmla="*/ 158659 h 166846"/>
                <a:gd name="csX14" fmla="*/ 84502 w 168278"/>
                <a:gd name="csY14" fmla="*/ 166926 h 166846"/>
                <a:gd name="csX15" fmla="*/ 89563 w 168278"/>
                <a:gd name="csY15" fmla="*/ 158659 h 166846"/>
                <a:gd name="csX16" fmla="*/ 89563 w 168278"/>
                <a:gd name="csY16" fmla="*/ 88513 h 16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8278" h="166846">
                  <a:moveTo>
                    <a:pt x="89563" y="88513"/>
                  </a:moveTo>
                  <a:lnTo>
                    <a:pt x="160165" y="88513"/>
                  </a:lnTo>
                  <a:cubicBezTo>
                    <a:pt x="163707" y="88513"/>
                    <a:pt x="168515" y="88513"/>
                    <a:pt x="168515" y="83503"/>
                  </a:cubicBezTo>
                  <a:cubicBezTo>
                    <a:pt x="168515" y="78493"/>
                    <a:pt x="163707" y="78493"/>
                    <a:pt x="160165" y="78493"/>
                  </a:cubicBezTo>
                  <a:lnTo>
                    <a:pt x="89563" y="78493"/>
                  </a:lnTo>
                  <a:lnTo>
                    <a:pt x="89563" y="8347"/>
                  </a:lnTo>
                  <a:cubicBezTo>
                    <a:pt x="89563" y="4840"/>
                    <a:pt x="89563" y="80"/>
                    <a:pt x="84502" y="80"/>
                  </a:cubicBezTo>
                  <a:cubicBezTo>
                    <a:pt x="79441" y="80"/>
                    <a:pt x="79441" y="4840"/>
                    <a:pt x="79441" y="8347"/>
                  </a:cubicBezTo>
                  <a:lnTo>
                    <a:pt x="79441" y="78493"/>
                  </a:lnTo>
                  <a:lnTo>
                    <a:pt x="8587" y="78493"/>
                  </a:lnTo>
                  <a:cubicBezTo>
                    <a:pt x="5044" y="78493"/>
                    <a:pt x="236" y="78493"/>
                    <a:pt x="236" y="83503"/>
                  </a:cubicBezTo>
                  <a:cubicBezTo>
                    <a:pt x="236" y="88513"/>
                    <a:pt x="5044" y="88513"/>
                    <a:pt x="8587" y="88513"/>
                  </a:cubicBezTo>
                  <a:lnTo>
                    <a:pt x="79441" y="88513"/>
                  </a:lnTo>
                  <a:lnTo>
                    <a:pt x="79441" y="158659"/>
                  </a:lnTo>
                  <a:cubicBezTo>
                    <a:pt x="79441" y="162166"/>
                    <a:pt x="79441" y="166926"/>
                    <a:pt x="84502" y="166926"/>
                  </a:cubicBezTo>
                  <a:cubicBezTo>
                    <a:pt x="89563" y="166926"/>
                    <a:pt x="89563" y="162166"/>
                    <a:pt x="89563" y="158659"/>
                  </a:cubicBezTo>
                  <a:lnTo>
                    <a:pt x="89563" y="88513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1" name="任意多边形: 形状 1840">
              <a:extLst>
                <a:ext uri="{FF2B5EF4-FFF2-40B4-BE49-F238E27FC236}">
                  <a16:creationId xmlns:a16="http://schemas.microsoft.com/office/drawing/2014/main" id="{96120116-695C-9FE9-E5AE-3701E51FC7F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811165" y="4368357"/>
              <a:ext cx="132598" cy="225217"/>
            </a:xfrm>
            <a:custGeom>
              <a:avLst/>
              <a:gdLst>
                <a:gd name="csX0" fmla="*/ 98430 w 132598"/>
                <a:gd name="csY0" fmla="*/ 6092 h 225217"/>
                <a:gd name="csX1" fmla="*/ 99189 w 132598"/>
                <a:gd name="csY1" fmla="*/ 2585 h 225217"/>
                <a:gd name="csX2" fmla="*/ 96153 w 132598"/>
                <a:gd name="csY2" fmla="*/ 80 h 225217"/>
                <a:gd name="csX3" fmla="*/ 92357 w 132598"/>
                <a:gd name="csY3" fmla="*/ 5090 h 225217"/>
                <a:gd name="csX4" fmla="*/ 77680 w 132598"/>
                <a:gd name="csY4" fmla="*/ 62960 h 225217"/>
                <a:gd name="csX5" fmla="*/ 246 w 132598"/>
                <a:gd name="csY5" fmla="*/ 131603 h 225217"/>
                <a:gd name="csX6" fmla="*/ 48832 w 132598"/>
                <a:gd name="csY6" fmla="*/ 176947 h 225217"/>
                <a:gd name="csX7" fmla="*/ 43012 w 132598"/>
                <a:gd name="csY7" fmla="*/ 200496 h 225217"/>
                <a:gd name="csX8" fmla="*/ 37445 w 132598"/>
                <a:gd name="csY8" fmla="*/ 222542 h 225217"/>
                <a:gd name="csX9" fmla="*/ 40482 w 132598"/>
                <a:gd name="csY9" fmla="*/ 225298 h 225217"/>
                <a:gd name="csX10" fmla="*/ 43012 w 132598"/>
                <a:gd name="csY10" fmla="*/ 224296 h 225217"/>
                <a:gd name="csX11" fmla="*/ 45796 w 132598"/>
                <a:gd name="csY11" fmla="*/ 214275 h 225217"/>
                <a:gd name="csX12" fmla="*/ 55412 w 132598"/>
                <a:gd name="csY12" fmla="*/ 176947 h 225217"/>
                <a:gd name="csX13" fmla="*/ 132845 w 132598"/>
                <a:gd name="csY13" fmla="*/ 108304 h 225217"/>
                <a:gd name="csX14" fmla="*/ 84259 w 132598"/>
                <a:gd name="csY14" fmla="*/ 62960 h 225217"/>
                <a:gd name="csX15" fmla="*/ 98430 w 132598"/>
                <a:gd name="csY15" fmla="*/ 6092 h 225217"/>
                <a:gd name="csX16" fmla="*/ 50097 w 132598"/>
                <a:gd name="csY16" fmla="*/ 171436 h 225217"/>
                <a:gd name="csX17" fmla="*/ 16695 w 132598"/>
                <a:gd name="csY17" fmla="*/ 136864 h 225217"/>
                <a:gd name="csX18" fmla="*/ 76162 w 132598"/>
                <a:gd name="csY18" fmla="*/ 68472 h 225217"/>
                <a:gd name="csX19" fmla="*/ 50097 w 132598"/>
                <a:gd name="csY19" fmla="*/ 171436 h 225217"/>
                <a:gd name="csX20" fmla="*/ 82741 w 132598"/>
                <a:gd name="csY20" fmla="*/ 68472 h 225217"/>
                <a:gd name="csX21" fmla="*/ 116397 w 132598"/>
                <a:gd name="csY21" fmla="*/ 103044 h 225217"/>
                <a:gd name="csX22" fmla="*/ 56677 w 132598"/>
                <a:gd name="csY22" fmla="*/ 171436 h 225217"/>
                <a:gd name="csX23" fmla="*/ 82741 w 132598"/>
                <a:gd name="csY23" fmla="*/ 68472 h 2252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598" h="225217">
                  <a:moveTo>
                    <a:pt x="98430" y="6092"/>
                  </a:moveTo>
                  <a:cubicBezTo>
                    <a:pt x="98430" y="5591"/>
                    <a:pt x="99189" y="2835"/>
                    <a:pt x="99189" y="2585"/>
                  </a:cubicBezTo>
                  <a:cubicBezTo>
                    <a:pt x="99189" y="2334"/>
                    <a:pt x="99189" y="80"/>
                    <a:pt x="96153" y="80"/>
                  </a:cubicBezTo>
                  <a:cubicBezTo>
                    <a:pt x="93622" y="80"/>
                    <a:pt x="93369" y="831"/>
                    <a:pt x="92357" y="5090"/>
                  </a:cubicBezTo>
                  <a:lnTo>
                    <a:pt x="77680" y="62960"/>
                  </a:lnTo>
                  <a:cubicBezTo>
                    <a:pt x="37445" y="64213"/>
                    <a:pt x="246" y="97532"/>
                    <a:pt x="246" y="131603"/>
                  </a:cubicBezTo>
                  <a:cubicBezTo>
                    <a:pt x="246" y="155402"/>
                    <a:pt x="17960" y="175193"/>
                    <a:pt x="48832" y="176947"/>
                  </a:cubicBezTo>
                  <a:cubicBezTo>
                    <a:pt x="46808" y="184713"/>
                    <a:pt x="45036" y="192730"/>
                    <a:pt x="43012" y="200496"/>
                  </a:cubicBezTo>
                  <a:cubicBezTo>
                    <a:pt x="39975" y="212271"/>
                    <a:pt x="37445" y="221790"/>
                    <a:pt x="37445" y="222542"/>
                  </a:cubicBezTo>
                  <a:cubicBezTo>
                    <a:pt x="37445" y="225047"/>
                    <a:pt x="39216" y="225298"/>
                    <a:pt x="40482" y="225298"/>
                  </a:cubicBezTo>
                  <a:cubicBezTo>
                    <a:pt x="41747" y="225298"/>
                    <a:pt x="42253" y="225047"/>
                    <a:pt x="43012" y="224296"/>
                  </a:cubicBezTo>
                  <a:cubicBezTo>
                    <a:pt x="43518" y="223794"/>
                    <a:pt x="45036" y="217782"/>
                    <a:pt x="45796" y="214275"/>
                  </a:cubicBezTo>
                  <a:lnTo>
                    <a:pt x="55412" y="176947"/>
                  </a:lnTo>
                  <a:cubicBezTo>
                    <a:pt x="96153" y="175695"/>
                    <a:pt x="132845" y="141874"/>
                    <a:pt x="132845" y="108304"/>
                  </a:cubicBezTo>
                  <a:cubicBezTo>
                    <a:pt x="132845" y="88513"/>
                    <a:pt x="119433" y="65465"/>
                    <a:pt x="84259" y="62960"/>
                  </a:cubicBezTo>
                  <a:lnTo>
                    <a:pt x="98430" y="6092"/>
                  </a:lnTo>
                  <a:close/>
                  <a:moveTo>
                    <a:pt x="50097" y="171436"/>
                  </a:moveTo>
                  <a:cubicBezTo>
                    <a:pt x="34914" y="170684"/>
                    <a:pt x="16695" y="161916"/>
                    <a:pt x="16695" y="136864"/>
                  </a:cubicBezTo>
                  <a:cubicBezTo>
                    <a:pt x="16695" y="106801"/>
                    <a:pt x="38457" y="71729"/>
                    <a:pt x="76162" y="68472"/>
                  </a:cubicBezTo>
                  <a:lnTo>
                    <a:pt x="50097" y="171436"/>
                  </a:lnTo>
                  <a:close/>
                  <a:moveTo>
                    <a:pt x="82741" y="68472"/>
                  </a:moveTo>
                  <a:cubicBezTo>
                    <a:pt x="101973" y="69474"/>
                    <a:pt x="116397" y="80998"/>
                    <a:pt x="116397" y="103044"/>
                  </a:cubicBezTo>
                  <a:cubicBezTo>
                    <a:pt x="116397" y="132605"/>
                    <a:pt x="94634" y="168429"/>
                    <a:pt x="56677" y="171436"/>
                  </a:cubicBezTo>
                  <a:lnTo>
                    <a:pt x="82741" y="68472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2" name="任意多边形: 形状 1841">
              <a:extLst>
                <a:ext uri="{FF2B5EF4-FFF2-40B4-BE49-F238E27FC236}">
                  <a16:creationId xmlns:a16="http://schemas.microsoft.com/office/drawing/2014/main" id="{9E333AAF-00B3-59A6-2BFC-F986143DAE0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963966" y="4354328"/>
              <a:ext cx="58707" cy="250520"/>
            </a:xfrm>
            <a:custGeom>
              <a:avLst/>
              <a:gdLst>
                <a:gd name="csX0" fmla="*/ 58960 w 58707"/>
                <a:gd name="csY0" fmla="*/ 125340 h 250520"/>
                <a:gd name="csX1" fmla="*/ 42259 w 58707"/>
                <a:gd name="csY1" fmla="*/ 47177 h 250520"/>
                <a:gd name="csX2" fmla="*/ 2783 w 58707"/>
                <a:gd name="csY2" fmla="*/ 80 h 250520"/>
                <a:gd name="csX3" fmla="*/ 252 w 58707"/>
                <a:gd name="csY3" fmla="*/ 2585 h 250520"/>
                <a:gd name="csX4" fmla="*/ 5060 w 58707"/>
                <a:gd name="csY4" fmla="*/ 8347 h 250520"/>
                <a:gd name="csX5" fmla="*/ 44283 w 58707"/>
                <a:gd name="csY5" fmla="*/ 125340 h 250520"/>
                <a:gd name="csX6" fmla="*/ 3542 w 58707"/>
                <a:gd name="csY6" fmla="*/ 243836 h 250520"/>
                <a:gd name="csX7" fmla="*/ 252 w 58707"/>
                <a:gd name="csY7" fmla="*/ 248095 h 250520"/>
                <a:gd name="csX8" fmla="*/ 2783 w 58707"/>
                <a:gd name="csY8" fmla="*/ 250600 h 250520"/>
                <a:gd name="csX9" fmla="*/ 43018 w 58707"/>
                <a:gd name="csY9" fmla="*/ 201749 h 250520"/>
                <a:gd name="csX10" fmla="*/ 58960 w 58707"/>
                <a:gd name="csY10" fmla="*/ 12534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707" h="250520">
                  <a:moveTo>
                    <a:pt x="58960" y="125340"/>
                  </a:moveTo>
                  <a:cubicBezTo>
                    <a:pt x="58960" y="105799"/>
                    <a:pt x="56177" y="75486"/>
                    <a:pt x="42259" y="47177"/>
                  </a:cubicBezTo>
                  <a:cubicBezTo>
                    <a:pt x="27076" y="16363"/>
                    <a:pt x="5313" y="80"/>
                    <a:pt x="2783" y="80"/>
                  </a:cubicBezTo>
                  <a:cubicBezTo>
                    <a:pt x="1265" y="80"/>
                    <a:pt x="252" y="1082"/>
                    <a:pt x="252" y="2585"/>
                  </a:cubicBezTo>
                  <a:cubicBezTo>
                    <a:pt x="252" y="3336"/>
                    <a:pt x="252" y="3837"/>
                    <a:pt x="5060" y="8347"/>
                  </a:cubicBezTo>
                  <a:cubicBezTo>
                    <a:pt x="29859" y="33148"/>
                    <a:pt x="44283" y="72981"/>
                    <a:pt x="44283" y="125340"/>
                  </a:cubicBezTo>
                  <a:cubicBezTo>
                    <a:pt x="44283" y="168179"/>
                    <a:pt x="34920" y="212271"/>
                    <a:pt x="3542" y="243836"/>
                  </a:cubicBezTo>
                  <a:cubicBezTo>
                    <a:pt x="252" y="246842"/>
                    <a:pt x="252" y="247343"/>
                    <a:pt x="252" y="248095"/>
                  </a:cubicBezTo>
                  <a:cubicBezTo>
                    <a:pt x="252" y="249598"/>
                    <a:pt x="1265" y="250600"/>
                    <a:pt x="2783" y="250600"/>
                  </a:cubicBezTo>
                  <a:cubicBezTo>
                    <a:pt x="5313" y="250600"/>
                    <a:pt x="28088" y="233565"/>
                    <a:pt x="43018" y="201749"/>
                  </a:cubicBezTo>
                  <a:cubicBezTo>
                    <a:pt x="55924" y="174191"/>
                    <a:pt x="58960" y="146384"/>
                    <a:pt x="58960" y="125340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3" name="任意多边形: 形状 1842">
              <a:extLst>
                <a:ext uri="{FF2B5EF4-FFF2-40B4-BE49-F238E27FC236}">
                  <a16:creationId xmlns:a16="http://schemas.microsoft.com/office/drawing/2014/main" id="{8F291EC4-F076-ADB1-1EFB-34E55DF3DED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058073" y="4368357"/>
              <a:ext cx="120452" cy="176616"/>
            </a:xfrm>
            <a:custGeom>
              <a:avLst/>
              <a:gdLst>
                <a:gd name="csX0" fmla="*/ 120709 w 120452"/>
                <a:gd name="csY0" fmla="*/ 2835 h 176616"/>
                <a:gd name="csX1" fmla="*/ 117419 w 120452"/>
                <a:gd name="csY1" fmla="*/ 80 h 176616"/>
                <a:gd name="csX2" fmla="*/ 85281 w 120452"/>
                <a:gd name="csY2" fmla="*/ 2835 h 176616"/>
                <a:gd name="csX3" fmla="*/ 81739 w 120452"/>
                <a:gd name="csY3" fmla="*/ 7595 h 176616"/>
                <a:gd name="csX4" fmla="*/ 87812 w 120452"/>
                <a:gd name="csY4" fmla="*/ 10601 h 176616"/>
                <a:gd name="csX5" fmla="*/ 100464 w 120452"/>
                <a:gd name="csY5" fmla="*/ 14860 h 176616"/>
                <a:gd name="csX6" fmla="*/ 99705 w 120452"/>
                <a:gd name="csY6" fmla="*/ 19871 h 176616"/>
                <a:gd name="csX7" fmla="*/ 84522 w 120452"/>
                <a:gd name="csY7" fmla="*/ 79244 h 176616"/>
                <a:gd name="csX8" fmla="*/ 61242 w 120452"/>
                <a:gd name="csY8" fmla="*/ 63211 h 176616"/>
                <a:gd name="csX9" fmla="*/ 256 w 120452"/>
                <a:gd name="csY9" fmla="*/ 136613 h 176616"/>
                <a:gd name="csX10" fmla="*/ 33912 w 120452"/>
                <a:gd name="csY10" fmla="*/ 176697 h 176616"/>
                <a:gd name="csX11" fmla="*/ 66809 w 120452"/>
                <a:gd name="csY11" fmla="*/ 157908 h 176616"/>
                <a:gd name="csX12" fmla="*/ 89836 w 120452"/>
                <a:gd name="csY12" fmla="*/ 176697 h 176616"/>
                <a:gd name="csX13" fmla="*/ 108562 w 120452"/>
                <a:gd name="csY13" fmla="*/ 162918 h 176616"/>
                <a:gd name="csX14" fmla="*/ 116154 w 120452"/>
                <a:gd name="csY14" fmla="*/ 138116 h 176616"/>
                <a:gd name="csX15" fmla="*/ 113117 w 120452"/>
                <a:gd name="csY15" fmla="*/ 135611 h 176616"/>
                <a:gd name="csX16" fmla="*/ 109574 w 120452"/>
                <a:gd name="csY16" fmla="*/ 140121 h 176616"/>
                <a:gd name="csX17" fmla="*/ 90342 w 120452"/>
                <a:gd name="csY17" fmla="*/ 171185 h 176616"/>
                <a:gd name="csX18" fmla="*/ 82751 w 120452"/>
                <a:gd name="csY18" fmla="*/ 159661 h 176616"/>
                <a:gd name="csX19" fmla="*/ 84269 w 120452"/>
                <a:gd name="csY19" fmla="*/ 147636 h 176616"/>
                <a:gd name="csX20" fmla="*/ 120709 w 120452"/>
                <a:gd name="csY20" fmla="*/ 2835 h 176616"/>
                <a:gd name="csX21" fmla="*/ 68074 w 120452"/>
                <a:gd name="csY21" fmla="*/ 144129 h 176616"/>
                <a:gd name="csX22" fmla="*/ 63013 w 120452"/>
                <a:gd name="csY22" fmla="*/ 153398 h 176616"/>
                <a:gd name="csX23" fmla="*/ 34418 w 120452"/>
                <a:gd name="csY23" fmla="*/ 171185 h 176616"/>
                <a:gd name="csX24" fmla="*/ 18223 w 120452"/>
                <a:gd name="csY24" fmla="*/ 147636 h 176616"/>
                <a:gd name="csX25" fmla="*/ 32141 w 120452"/>
                <a:gd name="csY25" fmla="*/ 92772 h 176616"/>
                <a:gd name="csX26" fmla="*/ 61495 w 120452"/>
                <a:gd name="csY26" fmla="*/ 68722 h 176616"/>
                <a:gd name="csX27" fmla="*/ 81486 w 120452"/>
                <a:gd name="csY27" fmla="*/ 90768 h 176616"/>
                <a:gd name="csX28" fmla="*/ 80726 w 120452"/>
                <a:gd name="csY28" fmla="*/ 95027 h 176616"/>
                <a:gd name="csX29" fmla="*/ 68074 w 120452"/>
                <a:gd name="csY29" fmla="*/ 144129 h 176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20452" h="176616">
                  <a:moveTo>
                    <a:pt x="120709" y="2835"/>
                  </a:moveTo>
                  <a:cubicBezTo>
                    <a:pt x="120709" y="2585"/>
                    <a:pt x="120709" y="80"/>
                    <a:pt x="117419" y="80"/>
                  </a:cubicBezTo>
                  <a:cubicBezTo>
                    <a:pt x="113623" y="80"/>
                    <a:pt x="89583" y="2334"/>
                    <a:pt x="85281" y="2835"/>
                  </a:cubicBezTo>
                  <a:cubicBezTo>
                    <a:pt x="83257" y="3086"/>
                    <a:pt x="81739" y="4338"/>
                    <a:pt x="81739" y="7595"/>
                  </a:cubicBezTo>
                  <a:cubicBezTo>
                    <a:pt x="81739" y="10601"/>
                    <a:pt x="84016" y="10601"/>
                    <a:pt x="87812" y="10601"/>
                  </a:cubicBezTo>
                  <a:cubicBezTo>
                    <a:pt x="99958" y="10601"/>
                    <a:pt x="100464" y="12355"/>
                    <a:pt x="100464" y="14860"/>
                  </a:cubicBezTo>
                  <a:lnTo>
                    <a:pt x="99705" y="19871"/>
                  </a:lnTo>
                  <a:lnTo>
                    <a:pt x="84522" y="79244"/>
                  </a:lnTo>
                  <a:cubicBezTo>
                    <a:pt x="79967" y="69975"/>
                    <a:pt x="72629" y="63211"/>
                    <a:pt x="61242" y="63211"/>
                  </a:cubicBezTo>
                  <a:cubicBezTo>
                    <a:pt x="31635" y="63211"/>
                    <a:pt x="256" y="100037"/>
                    <a:pt x="256" y="136613"/>
                  </a:cubicBezTo>
                  <a:cubicBezTo>
                    <a:pt x="256" y="160162"/>
                    <a:pt x="14174" y="176697"/>
                    <a:pt x="33912" y="176697"/>
                  </a:cubicBezTo>
                  <a:cubicBezTo>
                    <a:pt x="38973" y="176697"/>
                    <a:pt x="51626" y="175695"/>
                    <a:pt x="66809" y="157908"/>
                  </a:cubicBezTo>
                  <a:cubicBezTo>
                    <a:pt x="68833" y="168429"/>
                    <a:pt x="77690" y="176697"/>
                    <a:pt x="89836" y="176697"/>
                  </a:cubicBezTo>
                  <a:cubicBezTo>
                    <a:pt x="98693" y="176697"/>
                    <a:pt x="104513" y="170935"/>
                    <a:pt x="108562" y="162918"/>
                  </a:cubicBezTo>
                  <a:cubicBezTo>
                    <a:pt x="112864" y="153899"/>
                    <a:pt x="116154" y="138617"/>
                    <a:pt x="116154" y="138116"/>
                  </a:cubicBezTo>
                  <a:cubicBezTo>
                    <a:pt x="116154" y="135611"/>
                    <a:pt x="113876" y="135611"/>
                    <a:pt x="113117" y="135611"/>
                  </a:cubicBezTo>
                  <a:cubicBezTo>
                    <a:pt x="110586" y="135611"/>
                    <a:pt x="110333" y="136613"/>
                    <a:pt x="109574" y="140121"/>
                  </a:cubicBezTo>
                  <a:cubicBezTo>
                    <a:pt x="105272" y="156404"/>
                    <a:pt x="100717" y="171185"/>
                    <a:pt x="90342" y="171185"/>
                  </a:cubicBezTo>
                  <a:cubicBezTo>
                    <a:pt x="83510" y="171185"/>
                    <a:pt x="82751" y="164672"/>
                    <a:pt x="82751" y="159661"/>
                  </a:cubicBezTo>
                  <a:cubicBezTo>
                    <a:pt x="82751" y="153649"/>
                    <a:pt x="83257" y="151895"/>
                    <a:pt x="84269" y="147636"/>
                  </a:cubicBezTo>
                  <a:lnTo>
                    <a:pt x="120709" y="2835"/>
                  </a:lnTo>
                  <a:close/>
                  <a:moveTo>
                    <a:pt x="68074" y="144129"/>
                  </a:moveTo>
                  <a:cubicBezTo>
                    <a:pt x="66809" y="148638"/>
                    <a:pt x="66809" y="149139"/>
                    <a:pt x="63013" y="153398"/>
                  </a:cubicBezTo>
                  <a:cubicBezTo>
                    <a:pt x="51879" y="167177"/>
                    <a:pt x="41504" y="171185"/>
                    <a:pt x="34418" y="171185"/>
                  </a:cubicBezTo>
                  <a:cubicBezTo>
                    <a:pt x="21766" y="171185"/>
                    <a:pt x="18223" y="157407"/>
                    <a:pt x="18223" y="147636"/>
                  </a:cubicBezTo>
                  <a:cubicBezTo>
                    <a:pt x="18223" y="135110"/>
                    <a:pt x="26320" y="104296"/>
                    <a:pt x="32141" y="92772"/>
                  </a:cubicBezTo>
                  <a:cubicBezTo>
                    <a:pt x="39985" y="77992"/>
                    <a:pt x="51373" y="68722"/>
                    <a:pt x="61495" y="68722"/>
                  </a:cubicBezTo>
                  <a:cubicBezTo>
                    <a:pt x="77943" y="68722"/>
                    <a:pt x="81486" y="89265"/>
                    <a:pt x="81486" y="90768"/>
                  </a:cubicBezTo>
                  <a:cubicBezTo>
                    <a:pt x="81486" y="92271"/>
                    <a:pt x="80980" y="93774"/>
                    <a:pt x="80726" y="95027"/>
                  </a:cubicBezTo>
                  <a:lnTo>
                    <a:pt x="68074" y="144129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4" name="任意多边形: 形状 1843">
              <a:extLst>
                <a:ext uri="{FF2B5EF4-FFF2-40B4-BE49-F238E27FC236}">
                  <a16:creationId xmlns:a16="http://schemas.microsoft.com/office/drawing/2014/main" id="{2983C044-A58F-4B3C-9B02-D254C8F72A1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185481" y="4385392"/>
              <a:ext cx="77686" cy="159581"/>
            </a:xfrm>
            <a:custGeom>
              <a:avLst/>
              <a:gdLst>
                <a:gd name="csX0" fmla="*/ 46570 w 77686"/>
                <a:gd name="csY0" fmla="*/ 56697 h 159581"/>
                <a:gd name="csX1" fmla="*/ 70357 w 77686"/>
                <a:gd name="csY1" fmla="*/ 56697 h 159581"/>
                <a:gd name="csX2" fmla="*/ 77948 w 77686"/>
                <a:gd name="csY2" fmla="*/ 51687 h 159581"/>
                <a:gd name="csX3" fmla="*/ 70863 w 77686"/>
                <a:gd name="csY3" fmla="*/ 48931 h 159581"/>
                <a:gd name="csX4" fmla="*/ 48594 w 77686"/>
                <a:gd name="csY4" fmla="*/ 48931 h 159581"/>
                <a:gd name="csX5" fmla="*/ 58969 w 77686"/>
                <a:gd name="csY5" fmla="*/ 6844 h 159581"/>
                <a:gd name="csX6" fmla="*/ 51631 w 77686"/>
                <a:gd name="csY6" fmla="*/ 80 h 159581"/>
                <a:gd name="csX7" fmla="*/ 41509 w 77686"/>
                <a:gd name="csY7" fmla="*/ 9098 h 159581"/>
                <a:gd name="csX8" fmla="*/ 31640 w 77686"/>
                <a:gd name="csY8" fmla="*/ 48931 h 159581"/>
                <a:gd name="csX9" fmla="*/ 7853 w 77686"/>
                <a:gd name="csY9" fmla="*/ 48931 h 159581"/>
                <a:gd name="csX10" fmla="*/ 261 w 77686"/>
                <a:gd name="csY10" fmla="*/ 53691 h 159581"/>
                <a:gd name="csX11" fmla="*/ 7347 w 77686"/>
                <a:gd name="csY11" fmla="*/ 56697 h 159581"/>
                <a:gd name="csX12" fmla="*/ 29615 w 77686"/>
                <a:gd name="csY12" fmla="*/ 56697 h 159581"/>
                <a:gd name="csX13" fmla="*/ 10383 w 77686"/>
                <a:gd name="csY13" fmla="*/ 136613 h 159581"/>
                <a:gd name="csX14" fmla="*/ 33664 w 77686"/>
                <a:gd name="csY14" fmla="*/ 159661 h 159581"/>
                <a:gd name="csX15" fmla="*/ 73899 w 77686"/>
                <a:gd name="csY15" fmla="*/ 121081 h 159581"/>
                <a:gd name="csX16" fmla="*/ 70863 w 77686"/>
                <a:gd name="csY16" fmla="*/ 118576 h 159581"/>
                <a:gd name="csX17" fmla="*/ 67067 w 77686"/>
                <a:gd name="csY17" fmla="*/ 122083 h 159581"/>
                <a:gd name="csX18" fmla="*/ 34170 w 77686"/>
                <a:gd name="csY18" fmla="*/ 154150 h 159581"/>
                <a:gd name="csX19" fmla="*/ 26326 w 77686"/>
                <a:gd name="csY19" fmla="*/ 142626 h 159581"/>
                <a:gd name="csX20" fmla="*/ 27844 w 77686"/>
                <a:gd name="csY20" fmla="*/ 130601 h 159581"/>
                <a:gd name="csX21" fmla="*/ 46570 w 77686"/>
                <a:gd name="csY21" fmla="*/ 56697 h 159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686" h="159581">
                  <a:moveTo>
                    <a:pt x="46570" y="56697"/>
                  </a:moveTo>
                  <a:lnTo>
                    <a:pt x="70357" y="56697"/>
                  </a:lnTo>
                  <a:cubicBezTo>
                    <a:pt x="75418" y="56697"/>
                    <a:pt x="77948" y="56697"/>
                    <a:pt x="77948" y="51687"/>
                  </a:cubicBezTo>
                  <a:cubicBezTo>
                    <a:pt x="77948" y="48931"/>
                    <a:pt x="75418" y="48931"/>
                    <a:pt x="70863" y="48931"/>
                  </a:cubicBezTo>
                  <a:lnTo>
                    <a:pt x="48594" y="48931"/>
                  </a:lnTo>
                  <a:cubicBezTo>
                    <a:pt x="57704" y="13357"/>
                    <a:pt x="58969" y="8347"/>
                    <a:pt x="58969" y="6844"/>
                  </a:cubicBezTo>
                  <a:cubicBezTo>
                    <a:pt x="58969" y="2585"/>
                    <a:pt x="55933" y="80"/>
                    <a:pt x="51631" y="80"/>
                  </a:cubicBezTo>
                  <a:cubicBezTo>
                    <a:pt x="50872" y="80"/>
                    <a:pt x="43786" y="330"/>
                    <a:pt x="41509" y="9098"/>
                  </a:cubicBezTo>
                  <a:lnTo>
                    <a:pt x="31640" y="48931"/>
                  </a:lnTo>
                  <a:lnTo>
                    <a:pt x="7853" y="48931"/>
                  </a:lnTo>
                  <a:cubicBezTo>
                    <a:pt x="2792" y="48931"/>
                    <a:pt x="261" y="48931"/>
                    <a:pt x="261" y="53691"/>
                  </a:cubicBezTo>
                  <a:cubicBezTo>
                    <a:pt x="261" y="56697"/>
                    <a:pt x="2286" y="56697"/>
                    <a:pt x="7347" y="56697"/>
                  </a:cubicBezTo>
                  <a:lnTo>
                    <a:pt x="29615" y="56697"/>
                  </a:lnTo>
                  <a:cubicBezTo>
                    <a:pt x="11396" y="127845"/>
                    <a:pt x="10383" y="132104"/>
                    <a:pt x="10383" y="136613"/>
                  </a:cubicBezTo>
                  <a:cubicBezTo>
                    <a:pt x="10383" y="150141"/>
                    <a:pt x="19999" y="159661"/>
                    <a:pt x="33664" y="159661"/>
                  </a:cubicBezTo>
                  <a:cubicBezTo>
                    <a:pt x="59475" y="159661"/>
                    <a:pt x="73899" y="123085"/>
                    <a:pt x="73899" y="121081"/>
                  </a:cubicBezTo>
                  <a:cubicBezTo>
                    <a:pt x="73899" y="118576"/>
                    <a:pt x="71875" y="118576"/>
                    <a:pt x="70863" y="118576"/>
                  </a:cubicBezTo>
                  <a:cubicBezTo>
                    <a:pt x="68585" y="118576"/>
                    <a:pt x="68332" y="119327"/>
                    <a:pt x="67067" y="122083"/>
                  </a:cubicBezTo>
                  <a:cubicBezTo>
                    <a:pt x="56186" y="148137"/>
                    <a:pt x="42774" y="154150"/>
                    <a:pt x="34170" y="154150"/>
                  </a:cubicBezTo>
                  <a:cubicBezTo>
                    <a:pt x="28856" y="154150"/>
                    <a:pt x="26326" y="150893"/>
                    <a:pt x="26326" y="142626"/>
                  </a:cubicBezTo>
                  <a:cubicBezTo>
                    <a:pt x="26326" y="136613"/>
                    <a:pt x="26832" y="134860"/>
                    <a:pt x="27844" y="130601"/>
                  </a:cubicBezTo>
                  <a:lnTo>
                    <a:pt x="46570" y="56697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5" name="任意多边形: 形状 1844">
              <a:extLst>
                <a:ext uri="{FF2B5EF4-FFF2-40B4-BE49-F238E27FC236}">
                  <a16:creationId xmlns:a16="http://schemas.microsoft.com/office/drawing/2014/main" id="{0F0D807F-8847-F29B-A415-BEC432DC322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355502" y="4450277"/>
              <a:ext cx="168278" cy="58621"/>
            </a:xfrm>
            <a:custGeom>
              <a:avLst/>
              <a:gdLst>
                <a:gd name="csX0" fmla="*/ 159943 w 168278"/>
                <a:gd name="csY0" fmla="*/ 10100 h 58621"/>
                <a:gd name="csX1" fmla="*/ 168547 w 168278"/>
                <a:gd name="csY1" fmla="*/ 5090 h 58621"/>
                <a:gd name="csX2" fmla="*/ 160196 w 168278"/>
                <a:gd name="csY2" fmla="*/ 80 h 58621"/>
                <a:gd name="csX3" fmla="*/ 8618 w 168278"/>
                <a:gd name="csY3" fmla="*/ 80 h 58621"/>
                <a:gd name="csX4" fmla="*/ 268 w 168278"/>
                <a:gd name="csY4" fmla="*/ 5090 h 58621"/>
                <a:gd name="csX5" fmla="*/ 8872 w 168278"/>
                <a:gd name="csY5" fmla="*/ 10100 h 58621"/>
                <a:gd name="csX6" fmla="*/ 159943 w 168278"/>
                <a:gd name="csY6" fmla="*/ 10100 h 58621"/>
                <a:gd name="csX7" fmla="*/ 160196 w 168278"/>
                <a:gd name="csY7" fmla="*/ 58701 h 58621"/>
                <a:gd name="csX8" fmla="*/ 168547 w 168278"/>
                <a:gd name="csY8" fmla="*/ 53691 h 58621"/>
                <a:gd name="csX9" fmla="*/ 159943 w 168278"/>
                <a:gd name="csY9" fmla="*/ 48681 h 58621"/>
                <a:gd name="csX10" fmla="*/ 8872 w 168278"/>
                <a:gd name="csY10" fmla="*/ 48681 h 58621"/>
                <a:gd name="csX11" fmla="*/ 268 w 168278"/>
                <a:gd name="csY11" fmla="*/ 53691 h 58621"/>
                <a:gd name="csX12" fmla="*/ 8618 w 168278"/>
                <a:gd name="csY12" fmla="*/ 58701 h 58621"/>
                <a:gd name="csX13" fmla="*/ 160196 w 168278"/>
                <a:gd name="csY13" fmla="*/ 58701 h 58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8278" h="58621">
                  <a:moveTo>
                    <a:pt x="159943" y="10100"/>
                  </a:moveTo>
                  <a:cubicBezTo>
                    <a:pt x="163739" y="10100"/>
                    <a:pt x="168547" y="10100"/>
                    <a:pt x="168547" y="5090"/>
                  </a:cubicBezTo>
                  <a:cubicBezTo>
                    <a:pt x="168547" y="80"/>
                    <a:pt x="163739" y="80"/>
                    <a:pt x="160196" y="80"/>
                  </a:cubicBezTo>
                  <a:lnTo>
                    <a:pt x="8618" y="80"/>
                  </a:lnTo>
                  <a:cubicBezTo>
                    <a:pt x="5076" y="80"/>
                    <a:pt x="268" y="80"/>
                    <a:pt x="268" y="5090"/>
                  </a:cubicBezTo>
                  <a:cubicBezTo>
                    <a:pt x="268" y="10100"/>
                    <a:pt x="5076" y="10100"/>
                    <a:pt x="8872" y="10100"/>
                  </a:cubicBezTo>
                  <a:lnTo>
                    <a:pt x="159943" y="10100"/>
                  </a:lnTo>
                  <a:close/>
                  <a:moveTo>
                    <a:pt x="160196" y="58701"/>
                  </a:moveTo>
                  <a:cubicBezTo>
                    <a:pt x="163739" y="58701"/>
                    <a:pt x="168547" y="58701"/>
                    <a:pt x="168547" y="53691"/>
                  </a:cubicBezTo>
                  <a:cubicBezTo>
                    <a:pt x="168547" y="48681"/>
                    <a:pt x="163739" y="48681"/>
                    <a:pt x="159943" y="48681"/>
                  </a:cubicBezTo>
                  <a:lnTo>
                    <a:pt x="8872" y="48681"/>
                  </a:lnTo>
                  <a:cubicBezTo>
                    <a:pt x="5076" y="48681"/>
                    <a:pt x="268" y="48681"/>
                    <a:pt x="268" y="53691"/>
                  </a:cubicBezTo>
                  <a:cubicBezTo>
                    <a:pt x="268" y="58701"/>
                    <a:pt x="5076" y="58701"/>
                    <a:pt x="8618" y="58701"/>
                  </a:cubicBezTo>
                  <a:lnTo>
                    <a:pt x="160196" y="58701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  <p:sp>
          <p:nvSpPr>
            <p:cNvPr id="1846" name="任意多边形: 形状 1845">
              <a:extLst>
                <a:ext uri="{FF2B5EF4-FFF2-40B4-BE49-F238E27FC236}">
                  <a16:creationId xmlns:a16="http://schemas.microsoft.com/office/drawing/2014/main" id="{C5BBEF50-E9CA-36E6-7F8F-99DCA826578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18309" y="4375371"/>
              <a:ext cx="106534" cy="172358"/>
            </a:xfrm>
            <a:custGeom>
              <a:avLst/>
              <a:gdLst>
                <a:gd name="csX0" fmla="*/ 106813 w 106534"/>
                <a:gd name="csY0" fmla="*/ 86760 h 172358"/>
                <a:gd name="csX1" fmla="*/ 96691 w 106534"/>
                <a:gd name="csY1" fmla="*/ 28138 h 172358"/>
                <a:gd name="csX2" fmla="*/ 53672 w 106534"/>
                <a:gd name="csY2" fmla="*/ 80 h 172358"/>
                <a:gd name="csX3" fmla="*/ 9641 w 106534"/>
                <a:gd name="csY3" fmla="*/ 29892 h 172358"/>
                <a:gd name="csX4" fmla="*/ 278 w 106534"/>
                <a:gd name="csY4" fmla="*/ 86760 h 172358"/>
                <a:gd name="csX5" fmla="*/ 11666 w 106534"/>
                <a:gd name="csY5" fmla="*/ 147135 h 172358"/>
                <a:gd name="csX6" fmla="*/ 53419 w 106534"/>
                <a:gd name="csY6" fmla="*/ 172438 h 172358"/>
                <a:gd name="csX7" fmla="*/ 97450 w 106534"/>
                <a:gd name="csY7" fmla="*/ 143377 h 172358"/>
                <a:gd name="csX8" fmla="*/ 106813 w 106534"/>
                <a:gd name="csY8" fmla="*/ 86760 h 172358"/>
                <a:gd name="csX9" fmla="*/ 53419 w 106534"/>
                <a:gd name="csY9" fmla="*/ 166926 h 172358"/>
                <a:gd name="csX10" fmla="*/ 24065 w 106534"/>
                <a:gd name="csY10" fmla="*/ 136613 h 172358"/>
                <a:gd name="csX11" fmla="*/ 21282 w 106534"/>
                <a:gd name="csY11" fmla="*/ 83753 h 172358"/>
                <a:gd name="csX12" fmla="*/ 23306 w 106534"/>
                <a:gd name="csY12" fmla="*/ 37658 h 172358"/>
                <a:gd name="csX13" fmla="*/ 53419 w 106534"/>
                <a:gd name="csY13" fmla="*/ 5591 h 172358"/>
                <a:gd name="csX14" fmla="*/ 83279 w 106534"/>
                <a:gd name="csY14" fmla="*/ 34902 h 172358"/>
                <a:gd name="csX15" fmla="*/ 85810 w 106534"/>
                <a:gd name="csY15" fmla="*/ 83753 h 172358"/>
                <a:gd name="csX16" fmla="*/ 83026 w 106534"/>
                <a:gd name="csY16" fmla="*/ 135611 h 172358"/>
                <a:gd name="csX17" fmla="*/ 53419 w 106534"/>
                <a:gd name="csY17" fmla="*/ 166926 h 172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6534" h="172358">
                  <a:moveTo>
                    <a:pt x="106813" y="86760"/>
                  </a:moveTo>
                  <a:cubicBezTo>
                    <a:pt x="106813" y="66718"/>
                    <a:pt x="105548" y="46676"/>
                    <a:pt x="96691" y="28138"/>
                  </a:cubicBezTo>
                  <a:cubicBezTo>
                    <a:pt x="85050" y="4088"/>
                    <a:pt x="64300" y="80"/>
                    <a:pt x="53672" y="80"/>
                  </a:cubicBezTo>
                  <a:cubicBezTo>
                    <a:pt x="38489" y="80"/>
                    <a:pt x="20016" y="6593"/>
                    <a:pt x="9641" y="29892"/>
                  </a:cubicBezTo>
                  <a:cubicBezTo>
                    <a:pt x="1544" y="47177"/>
                    <a:pt x="278" y="66718"/>
                    <a:pt x="278" y="86760"/>
                  </a:cubicBezTo>
                  <a:cubicBezTo>
                    <a:pt x="278" y="105549"/>
                    <a:pt x="1291" y="128096"/>
                    <a:pt x="11666" y="147135"/>
                  </a:cubicBezTo>
                  <a:cubicBezTo>
                    <a:pt x="22547" y="167427"/>
                    <a:pt x="41020" y="172438"/>
                    <a:pt x="53419" y="172438"/>
                  </a:cubicBezTo>
                  <a:cubicBezTo>
                    <a:pt x="67084" y="172438"/>
                    <a:pt x="86316" y="167177"/>
                    <a:pt x="97450" y="143377"/>
                  </a:cubicBezTo>
                  <a:cubicBezTo>
                    <a:pt x="105548" y="126091"/>
                    <a:pt x="106813" y="106551"/>
                    <a:pt x="106813" y="86760"/>
                  </a:cubicBezTo>
                  <a:close/>
                  <a:moveTo>
                    <a:pt x="53419" y="166926"/>
                  </a:moveTo>
                  <a:cubicBezTo>
                    <a:pt x="43550" y="166926"/>
                    <a:pt x="28620" y="160663"/>
                    <a:pt x="24065" y="136613"/>
                  </a:cubicBezTo>
                  <a:cubicBezTo>
                    <a:pt x="21282" y="121582"/>
                    <a:pt x="21282" y="98534"/>
                    <a:pt x="21282" y="83753"/>
                  </a:cubicBezTo>
                  <a:cubicBezTo>
                    <a:pt x="21282" y="67720"/>
                    <a:pt x="21282" y="51186"/>
                    <a:pt x="23306" y="37658"/>
                  </a:cubicBezTo>
                  <a:cubicBezTo>
                    <a:pt x="28114" y="7846"/>
                    <a:pt x="47093" y="5591"/>
                    <a:pt x="53419" y="5591"/>
                  </a:cubicBezTo>
                  <a:cubicBezTo>
                    <a:pt x="61770" y="5591"/>
                    <a:pt x="78471" y="10100"/>
                    <a:pt x="83279" y="34902"/>
                  </a:cubicBezTo>
                  <a:cubicBezTo>
                    <a:pt x="85810" y="48931"/>
                    <a:pt x="85810" y="67971"/>
                    <a:pt x="85810" y="83753"/>
                  </a:cubicBezTo>
                  <a:cubicBezTo>
                    <a:pt x="85810" y="102543"/>
                    <a:pt x="85810" y="119578"/>
                    <a:pt x="83026" y="135611"/>
                  </a:cubicBezTo>
                  <a:cubicBezTo>
                    <a:pt x="79230" y="159411"/>
                    <a:pt x="64806" y="166926"/>
                    <a:pt x="53419" y="166926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4274025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80B63-5522-DD4E-C5CE-5631D1E8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AutoShape 4">
            <a:extLst>
              <a:ext uri="{FF2B5EF4-FFF2-40B4-BE49-F238E27FC236}">
                <a16:creationId xmlns:a16="http://schemas.microsoft.com/office/drawing/2014/main" id="{089D0D55-D492-8588-CCA9-267564A8C819}"/>
              </a:ext>
            </a:extLst>
          </p:cNvPr>
          <p:cNvSpPr/>
          <p:nvPr/>
        </p:nvSpPr>
        <p:spPr>
          <a:xfrm>
            <a:off x="825868" y="3066314"/>
            <a:ext cx="5408429" cy="2982243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en-US" altLang="zh-CN" dirty="0"/>
              <a:t>	</a:t>
            </a:r>
          </a:p>
        </p:txBody>
      </p:sp>
      <p:sp>
        <p:nvSpPr>
          <p:cNvPr id="58" name="AutoShape 3">
            <a:extLst>
              <a:ext uri="{FF2B5EF4-FFF2-40B4-BE49-F238E27FC236}">
                <a16:creationId xmlns:a16="http://schemas.microsoft.com/office/drawing/2014/main" id="{B3C3F44A-0D9D-46F7-4090-22CD6928FB69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算法发挥：</a:t>
            </a:r>
            <a:r>
              <a:rPr lang="en-US" altLang="zh-CN" sz="3200" b="1" dirty="0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FFT</a:t>
            </a:r>
            <a:endParaRPr lang="en-US" sz="1100" dirty="0"/>
          </a:p>
        </p:txBody>
      </p:sp>
      <p:sp>
        <p:nvSpPr>
          <p:cNvPr id="59" name="AutoShape 4">
            <a:extLst>
              <a:ext uri="{FF2B5EF4-FFF2-40B4-BE49-F238E27FC236}">
                <a16:creationId xmlns:a16="http://schemas.microsoft.com/office/drawing/2014/main" id="{AA78897E-A729-2541-F933-51ED1B82141B}"/>
              </a:ext>
            </a:extLst>
          </p:cNvPr>
          <p:cNvSpPr/>
          <p:nvPr/>
        </p:nvSpPr>
        <p:spPr>
          <a:xfrm>
            <a:off x="762000" y="1432031"/>
            <a:ext cx="5270868" cy="1447512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en-US" altLang="zh-CN" dirty="0"/>
          </a:p>
          <a:p>
            <a:pPr algn="ctr"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  </a:t>
            </a:r>
            <a:r>
              <a:rPr lang="zh-CN" altLang="en-US" dirty="0"/>
              <a:t>叠加多次谐波分量，模拟输出原始波形</a:t>
            </a:r>
            <a:endParaRPr lang="en-US" altLang="zh-CN" dirty="0"/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A321DEEB-BCB6-F906-FF4C-EB40CF6D2999}"/>
              </a:ext>
            </a:extLst>
          </p:cNvPr>
          <p:cNvSpPr/>
          <p:nvPr/>
        </p:nvSpPr>
        <p:spPr>
          <a:xfrm>
            <a:off x="730250" y="1382126"/>
            <a:ext cx="76200" cy="1143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1" name="Picture 6">
            <a:extLst>
              <a:ext uri="{FF2B5EF4-FFF2-40B4-BE49-F238E27FC236}">
                <a16:creationId xmlns:a16="http://schemas.microsoft.com/office/drawing/2014/main" id="{19212FB8-8A01-7FA9-78E0-E5EFCB4F1A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</p:spPr>
      </p:pic>
      <p:sp>
        <p:nvSpPr>
          <p:cNvPr id="62" name="AutoShape 7">
            <a:extLst>
              <a:ext uri="{FF2B5EF4-FFF2-40B4-BE49-F238E27FC236}">
                <a16:creationId xmlns:a16="http://schemas.microsoft.com/office/drawing/2014/main" id="{754A1C38-1DF3-9971-3DF7-649E2DBD60AA}"/>
              </a:ext>
            </a:extLst>
          </p:cNvPr>
          <p:cNvSpPr/>
          <p:nvPr/>
        </p:nvSpPr>
        <p:spPr>
          <a:xfrm>
            <a:off x="1406526" y="1475745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核心目的</a:t>
            </a:r>
            <a:endParaRPr lang="en-US" sz="1100" dirty="0"/>
          </a:p>
        </p:txBody>
      </p:sp>
      <p:sp>
        <p:nvSpPr>
          <p:cNvPr id="64" name="AutoShape 9">
            <a:extLst>
              <a:ext uri="{FF2B5EF4-FFF2-40B4-BE49-F238E27FC236}">
                <a16:creationId xmlns:a16="http://schemas.microsoft.com/office/drawing/2014/main" id="{B3F455B7-292C-6FED-B4D7-756C6E20073A}"/>
              </a:ext>
            </a:extLst>
          </p:cNvPr>
          <p:cNvSpPr/>
          <p:nvPr/>
        </p:nvSpPr>
        <p:spPr>
          <a:xfrm>
            <a:off x="730250" y="3200400"/>
            <a:ext cx="76200" cy="1651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5" name="Picture 10">
            <a:extLst>
              <a:ext uri="{FF2B5EF4-FFF2-40B4-BE49-F238E27FC236}">
                <a16:creationId xmlns:a16="http://schemas.microsoft.com/office/drawing/2014/main" id="{269C13C0-CBD8-0D87-85F6-10856220D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25868" y="3316826"/>
            <a:ext cx="355600" cy="355600"/>
          </a:xfrm>
          <a:prstGeom prst="rect">
            <a:avLst/>
          </a:prstGeom>
        </p:spPr>
      </p:pic>
      <p:sp>
        <p:nvSpPr>
          <p:cNvPr id="66" name="AutoShape 11">
            <a:extLst>
              <a:ext uri="{FF2B5EF4-FFF2-40B4-BE49-F238E27FC236}">
                <a16:creationId xmlns:a16="http://schemas.microsoft.com/office/drawing/2014/main" id="{33A0968B-4375-356B-4748-8A0FD0C0FB6D}"/>
              </a:ext>
            </a:extLst>
          </p:cNvPr>
          <p:cNvSpPr/>
          <p:nvPr/>
        </p:nvSpPr>
        <p:spPr>
          <a:xfrm>
            <a:off x="889002" y="2368796"/>
            <a:ext cx="419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 dirty="0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算法原理</a:t>
            </a:r>
            <a:endParaRPr lang="en-US" sz="1200" b="0" i="0" u="none" strike="noStrike" dirty="0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3" name="AutoShape 18">
            <a:extLst>
              <a:ext uri="{FF2B5EF4-FFF2-40B4-BE49-F238E27FC236}">
                <a16:creationId xmlns:a16="http://schemas.microsoft.com/office/drawing/2014/main" id="{B8B9C8A7-489D-866D-1962-8C2BD248EF50}"/>
              </a:ext>
            </a:extLst>
          </p:cNvPr>
          <p:cNvSpPr/>
          <p:nvPr/>
        </p:nvSpPr>
        <p:spPr>
          <a:xfrm>
            <a:off x="65405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200" b="0" i="0" u="none" strike="noStrike" dirty="0">
              <a:solidFill>
                <a:srgbClr val="607D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E33A53C6-1AA8-9594-B75E-645B049E0307}"/>
              </a:ext>
            </a:extLst>
          </p:cNvPr>
          <p:cNvSpPr txBox="1"/>
          <p:nvPr/>
        </p:nvSpPr>
        <p:spPr>
          <a:xfrm>
            <a:off x="1733550" y="3494626"/>
            <a:ext cx="2127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</a:t>
            </a:r>
            <a:r>
              <a:rPr lang="en-US" altLang="zh-CN" dirty="0"/>
              <a:t>FFT</a:t>
            </a:r>
            <a:r>
              <a:rPr lang="zh-CN" altLang="en-US" dirty="0"/>
              <a:t>的数学表达式可知</a:t>
            </a:r>
          </a:p>
        </p:txBody>
      </p:sp>
      <p:grpSp>
        <p:nvGrpSpPr>
          <p:cNvPr id="2115" name="组合 2114" descr="\documentclass{article}&#10;\usepackage{amsmath}&#10;\pagestyle{empty}&#10;\begin{document}&#10;\[&#10;X(k) = \sum_{n=0}^{N-1} x(n) \, e^{-j 2\pi k n / N}, \quad k = 0,1,\dots,N-1&#10;\]&#10;&#10;&#10;\end{document}" title="IguanaTex Shape Display">
            <a:extLst>
              <a:ext uri="{FF2B5EF4-FFF2-40B4-BE49-F238E27FC236}">
                <a16:creationId xmlns:a16="http://schemas.microsoft.com/office/drawing/2014/main" id="{40054851-02E0-FFC6-06E6-0514AACDB69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43099" y="3785582"/>
            <a:ext cx="4543301" cy="605758"/>
            <a:chOff x="5732863" y="4156530"/>
            <a:chExt cx="5427540" cy="723654"/>
          </a:xfrm>
        </p:grpSpPr>
        <p:sp>
          <p:nvSpPr>
            <p:cNvPr id="2076" name="任意多边形: 形状 2075">
              <a:extLst>
                <a:ext uri="{FF2B5EF4-FFF2-40B4-BE49-F238E27FC236}">
                  <a16:creationId xmlns:a16="http://schemas.microsoft.com/office/drawing/2014/main" id="{26578D60-A491-730F-D640-62678D752B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732863" y="4416435"/>
              <a:ext cx="207790" cy="169853"/>
            </a:xfrm>
            <a:custGeom>
              <a:avLst/>
              <a:gdLst>
                <a:gd name="csX0" fmla="*/ 115621 w 207790"/>
                <a:gd name="csY0" fmla="*/ 67725 h 169853"/>
                <a:gd name="csX1" fmla="*/ 94438 w 207790"/>
                <a:gd name="csY1" fmla="*/ 18236 h 169853"/>
                <a:gd name="csX2" fmla="*/ 93177 w 207790"/>
                <a:gd name="csY2" fmla="*/ 15003 h 169853"/>
                <a:gd name="csX3" fmla="*/ 108056 w 207790"/>
                <a:gd name="csY3" fmla="*/ 7791 h 169853"/>
                <a:gd name="csX4" fmla="*/ 113099 w 207790"/>
                <a:gd name="csY4" fmla="*/ 3066 h 169853"/>
                <a:gd name="csX5" fmla="*/ 109317 w 207790"/>
                <a:gd name="csY5" fmla="*/ 82 h 169853"/>
                <a:gd name="csX6" fmla="*/ 77543 w 207790"/>
                <a:gd name="csY6" fmla="*/ 828 h 169853"/>
                <a:gd name="csX7" fmla="*/ 49299 w 207790"/>
                <a:gd name="csY7" fmla="*/ 82 h 169853"/>
                <a:gd name="csX8" fmla="*/ 44760 w 207790"/>
                <a:gd name="csY8" fmla="*/ 5056 h 169853"/>
                <a:gd name="csX9" fmla="*/ 50560 w 207790"/>
                <a:gd name="csY9" fmla="*/ 7791 h 169853"/>
                <a:gd name="csX10" fmla="*/ 69473 w 207790"/>
                <a:gd name="csY10" fmla="*/ 15749 h 169853"/>
                <a:gd name="csX11" fmla="*/ 99230 w 207790"/>
                <a:gd name="csY11" fmla="*/ 85133 h 169853"/>
                <a:gd name="csX12" fmla="*/ 46021 w 207790"/>
                <a:gd name="csY12" fmla="*/ 141586 h 169853"/>
                <a:gd name="csX13" fmla="*/ 42743 w 207790"/>
                <a:gd name="csY13" fmla="*/ 144321 h 169853"/>
                <a:gd name="csX14" fmla="*/ 5674 w 207790"/>
                <a:gd name="csY14" fmla="*/ 162227 h 169853"/>
                <a:gd name="csX15" fmla="*/ 126 w 207790"/>
                <a:gd name="csY15" fmla="*/ 167200 h 169853"/>
                <a:gd name="csX16" fmla="*/ 3404 w 207790"/>
                <a:gd name="csY16" fmla="*/ 169936 h 169853"/>
                <a:gd name="csX17" fmla="*/ 27108 w 207790"/>
                <a:gd name="csY17" fmla="*/ 169190 h 169853"/>
                <a:gd name="csX18" fmla="*/ 55352 w 207790"/>
                <a:gd name="csY18" fmla="*/ 169936 h 169853"/>
                <a:gd name="csX19" fmla="*/ 59891 w 207790"/>
                <a:gd name="csY19" fmla="*/ 164962 h 169853"/>
                <a:gd name="csX20" fmla="*/ 56865 w 207790"/>
                <a:gd name="csY20" fmla="*/ 162227 h 169853"/>
                <a:gd name="csX21" fmla="*/ 46778 w 207790"/>
                <a:gd name="csY21" fmla="*/ 154517 h 169853"/>
                <a:gd name="csX22" fmla="*/ 53586 w 207790"/>
                <a:gd name="csY22" fmla="*/ 143326 h 169853"/>
                <a:gd name="csX23" fmla="*/ 79308 w 207790"/>
                <a:gd name="csY23" fmla="*/ 116468 h 169853"/>
                <a:gd name="csX24" fmla="*/ 102004 w 207790"/>
                <a:gd name="csY24" fmla="*/ 92097 h 169853"/>
                <a:gd name="csX25" fmla="*/ 127473 w 207790"/>
                <a:gd name="csY25" fmla="*/ 151533 h 169853"/>
                <a:gd name="csX26" fmla="*/ 128734 w 207790"/>
                <a:gd name="csY26" fmla="*/ 155015 h 169853"/>
                <a:gd name="csX27" fmla="*/ 114108 w 207790"/>
                <a:gd name="csY27" fmla="*/ 162227 h 169853"/>
                <a:gd name="csX28" fmla="*/ 109064 w 207790"/>
                <a:gd name="csY28" fmla="*/ 166952 h 169853"/>
                <a:gd name="csX29" fmla="*/ 112847 w 207790"/>
                <a:gd name="csY29" fmla="*/ 169936 h 169853"/>
                <a:gd name="csX30" fmla="*/ 144621 w 207790"/>
                <a:gd name="csY30" fmla="*/ 169190 h 169853"/>
                <a:gd name="csX31" fmla="*/ 172612 w 207790"/>
                <a:gd name="csY31" fmla="*/ 169936 h 169853"/>
                <a:gd name="csX32" fmla="*/ 177403 w 207790"/>
                <a:gd name="csY32" fmla="*/ 165211 h 169853"/>
                <a:gd name="csX33" fmla="*/ 172864 w 207790"/>
                <a:gd name="csY33" fmla="*/ 162227 h 169853"/>
                <a:gd name="csX34" fmla="*/ 151177 w 207790"/>
                <a:gd name="csY34" fmla="*/ 151284 h 169853"/>
                <a:gd name="csX35" fmla="*/ 118647 w 207790"/>
                <a:gd name="csY35" fmla="*/ 74440 h 169853"/>
                <a:gd name="csX36" fmla="*/ 170342 w 207790"/>
                <a:gd name="csY36" fmla="*/ 20474 h 169853"/>
                <a:gd name="csX37" fmla="*/ 202368 w 207790"/>
                <a:gd name="csY37" fmla="*/ 7791 h 169853"/>
                <a:gd name="csX38" fmla="*/ 207916 w 207790"/>
                <a:gd name="csY38" fmla="*/ 2818 h 169853"/>
                <a:gd name="csX39" fmla="*/ 204638 w 207790"/>
                <a:gd name="csY39" fmla="*/ 82 h 169853"/>
                <a:gd name="csX40" fmla="*/ 180933 w 207790"/>
                <a:gd name="csY40" fmla="*/ 828 h 169853"/>
                <a:gd name="csX41" fmla="*/ 152942 w 207790"/>
                <a:gd name="csY41" fmla="*/ 82 h 169853"/>
                <a:gd name="csX42" fmla="*/ 148151 w 207790"/>
                <a:gd name="csY42" fmla="*/ 5056 h 169853"/>
                <a:gd name="csX43" fmla="*/ 151177 w 207790"/>
                <a:gd name="csY43" fmla="*/ 7791 h 169853"/>
                <a:gd name="csX44" fmla="*/ 161264 w 207790"/>
                <a:gd name="csY44" fmla="*/ 15501 h 169853"/>
                <a:gd name="csX45" fmla="*/ 156473 w 207790"/>
                <a:gd name="csY45" fmla="*/ 24453 h 169853"/>
                <a:gd name="csX46" fmla="*/ 115621 w 207790"/>
                <a:gd name="csY46" fmla="*/ 67725 h 1698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207790" h="169853">
                  <a:moveTo>
                    <a:pt x="115621" y="67725"/>
                  </a:moveTo>
                  <a:lnTo>
                    <a:pt x="94438" y="18236"/>
                  </a:lnTo>
                  <a:cubicBezTo>
                    <a:pt x="93682" y="16247"/>
                    <a:pt x="93177" y="15252"/>
                    <a:pt x="93177" y="15003"/>
                  </a:cubicBezTo>
                  <a:cubicBezTo>
                    <a:pt x="93177" y="13511"/>
                    <a:pt x="97464" y="8786"/>
                    <a:pt x="108056" y="7791"/>
                  </a:cubicBezTo>
                  <a:cubicBezTo>
                    <a:pt x="110577" y="7543"/>
                    <a:pt x="113099" y="7294"/>
                    <a:pt x="113099" y="3066"/>
                  </a:cubicBezTo>
                  <a:cubicBezTo>
                    <a:pt x="113099" y="82"/>
                    <a:pt x="110073" y="82"/>
                    <a:pt x="109317" y="82"/>
                  </a:cubicBezTo>
                  <a:cubicBezTo>
                    <a:pt x="98977" y="82"/>
                    <a:pt x="88134" y="828"/>
                    <a:pt x="77543" y="828"/>
                  </a:cubicBezTo>
                  <a:cubicBezTo>
                    <a:pt x="71239" y="828"/>
                    <a:pt x="55604" y="82"/>
                    <a:pt x="49299" y="82"/>
                  </a:cubicBezTo>
                  <a:cubicBezTo>
                    <a:pt x="47786" y="82"/>
                    <a:pt x="44760" y="82"/>
                    <a:pt x="44760" y="5056"/>
                  </a:cubicBezTo>
                  <a:cubicBezTo>
                    <a:pt x="44760" y="7791"/>
                    <a:pt x="47282" y="7791"/>
                    <a:pt x="50560" y="7791"/>
                  </a:cubicBezTo>
                  <a:cubicBezTo>
                    <a:pt x="65691" y="7791"/>
                    <a:pt x="67204" y="10278"/>
                    <a:pt x="69473" y="15749"/>
                  </a:cubicBezTo>
                  <a:lnTo>
                    <a:pt x="99230" y="85133"/>
                  </a:lnTo>
                  <a:lnTo>
                    <a:pt x="46021" y="141586"/>
                  </a:lnTo>
                  <a:lnTo>
                    <a:pt x="42743" y="144321"/>
                  </a:lnTo>
                  <a:cubicBezTo>
                    <a:pt x="30387" y="157502"/>
                    <a:pt x="18534" y="161481"/>
                    <a:pt x="5674" y="162227"/>
                  </a:cubicBezTo>
                  <a:cubicBezTo>
                    <a:pt x="2395" y="162475"/>
                    <a:pt x="126" y="162475"/>
                    <a:pt x="126" y="167200"/>
                  </a:cubicBezTo>
                  <a:cubicBezTo>
                    <a:pt x="126" y="167449"/>
                    <a:pt x="126" y="169936"/>
                    <a:pt x="3404" y="169936"/>
                  </a:cubicBezTo>
                  <a:cubicBezTo>
                    <a:pt x="10969" y="169936"/>
                    <a:pt x="19291" y="169190"/>
                    <a:pt x="27108" y="169190"/>
                  </a:cubicBezTo>
                  <a:cubicBezTo>
                    <a:pt x="36439" y="169190"/>
                    <a:pt x="46273" y="169936"/>
                    <a:pt x="55352" y="169936"/>
                  </a:cubicBezTo>
                  <a:cubicBezTo>
                    <a:pt x="56865" y="169936"/>
                    <a:pt x="59891" y="169936"/>
                    <a:pt x="59891" y="164962"/>
                  </a:cubicBezTo>
                  <a:cubicBezTo>
                    <a:pt x="59891" y="162475"/>
                    <a:pt x="57369" y="162227"/>
                    <a:pt x="56865" y="162227"/>
                  </a:cubicBezTo>
                  <a:cubicBezTo>
                    <a:pt x="54595" y="161978"/>
                    <a:pt x="46778" y="161481"/>
                    <a:pt x="46778" y="154517"/>
                  </a:cubicBezTo>
                  <a:cubicBezTo>
                    <a:pt x="46778" y="150538"/>
                    <a:pt x="50560" y="146559"/>
                    <a:pt x="53586" y="143326"/>
                  </a:cubicBezTo>
                  <a:lnTo>
                    <a:pt x="79308" y="116468"/>
                  </a:lnTo>
                  <a:lnTo>
                    <a:pt x="102004" y="92097"/>
                  </a:lnTo>
                  <a:lnTo>
                    <a:pt x="127473" y="151533"/>
                  </a:lnTo>
                  <a:cubicBezTo>
                    <a:pt x="128482" y="154269"/>
                    <a:pt x="128734" y="154517"/>
                    <a:pt x="128734" y="155015"/>
                  </a:cubicBezTo>
                  <a:cubicBezTo>
                    <a:pt x="128734" y="157004"/>
                    <a:pt x="123943" y="161232"/>
                    <a:pt x="114108" y="162227"/>
                  </a:cubicBezTo>
                  <a:cubicBezTo>
                    <a:pt x="111334" y="162475"/>
                    <a:pt x="109064" y="162724"/>
                    <a:pt x="109064" y="166952"/>
                  </a:cubicBezTo>
                  <a:cubicBezTo>
                    <a:pt x="109064" y="169936"/>
                    <a:pt x="111838" y="169936"/>
                    <a:pt x="112847" y="169936"/>
                  </a:cubicBezTo>
                  <a:cubicBezTo>
                    <a:pt x="119908" y="169936"/>
                    <a:pt x="137560" y="169190"/>
                    <a:pt x="144621" y="169190"/>
                  </a:cubicBezTo>
                  <a:cubicBezTo>
                    <a:pt x="150925" y="169190"/>
                    <a:pt x="166308" y="169936"/>
                    <a:pt x="172612" y="169936"/>
                  </a:cubicBezTo>
                  <a:cubicBezTo>
                    <a:pt x="174377" y="169936"/>
                    <a:pt x="177403" y="169936"/>
                    <a:pt x="177403" y="165211"/>
                  </a:cubicBezTo>
                  <a:cubicBezTo>
                    <a:pt x="177403" y="162227"/>
                    <a:pt x="174881" y="162227"/>
                    <a:pt x="172864" y="162227"/>
                  </a:cubicBezTo>
                  <a:cubicBezTo>
                    <a:pt x="155968" y="161978"/>
                    <a:pt x="155464" y="161232"/>
                    <a:pt x="151177" y="151284"/>
                  </a:cubicBezTo>
                  <a:cubicBezTo>
                    <a:pt x="141342" y="128156"/>
                    <a:pt x="124447" y="89361"/>
                    <a:pt x="118647" y="74440"/>
                  </a:cubicBezTo>
                  <a:cubicBezTo>
                    <a:pt x="135795" y="57032"/>
                    <a:pt x="162273" y="27438"/>
                    <a:pt x="170342" y="20474"/>
                  </a:cubicBezTo>
                  <a:cubicBezTo>
                    <a:pt x="177655" y="14506"/>
                    <a:pt x="187238" y="8537"/>
                    <a:pt x="202368" y="7791"/>
                  </a:cubicBezTo>
                  <a:cubicBezTo>
                    <a:pt x="205646" y="7543"/>
                    <a:pt x="207916" y="7543"/>
                    <a:pt x="207916" y="2818"/>
                  </a:cubicBezTo>
                  <a:cubicBezTo>
                    <a:pt x="207916" y="2569"/>
                    <a:pt x="207916" y="82"/>
                    <a:pt x="204638" y="82"/>
                  </a:cubicBezTo>
                  <a:cubicBezTo>
                    <a:pt x="197073" y="82"/>
                    <a:pt x="188751" y="828"/>
                    <a:pt x="180933" y="828"/>
                  </a:cubicBezTo>
                  <a:cubicBezTo>
                    <a:pt x="171603" y="828"/>
                    <a:pt x="162021" y="82"/>
                    <a:pt x="152942" y="82"/>
                  </a:cubicBezTo>
                  <a:cubicBezTo>
                    <a:pt x="151429" y="82"/>
                    <a:pt x="148151" y="82"/>
                    <a:pt x="148151" y="5056"/>
                  </a:cubicBezTo>
                  <a:cubicBezTo>
                    <a:pt x="148151" y="6797"/>
                    <a:pt x="149412" y="7543"/>
                    <a:pt x="151177" y="7791"/>
                  </a:cubicBezTo>
                  <a:cubicBezTo>
                    <a:pt x="153447" y="8040"/>
                    <a:pt x="161264" y="8537"/>
                    <a:pt x="161264" y="15501"/>
                  </a:cubicBezTo>
                  <a:cubicBezTo>
                    <a:pt x="161264" y="18982"/>
                    <a:pt x="158490" y="22215"/>
                    <a:pt x="156473" y="24453"/>
                  </a:cubicBezTo>
                  <a:lnTo>
                    <a:pt x="115621" y="67725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77" name="任意多边形: 形状 2076">
              <a:extLst>
                <a:ext uri="{FF2B5EF4-FFF2-40B4-BE49-F238E27FC236}">
                  <a16:creationId xmlns:a16="http://schemas.microsoft.com/office/drawing/2014/main" id="{9287E094-1F06-B001-287F-5550774293F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79726" y="4399773"/>
              <a:ext cx="58504" cy="248688"/>
            </a:xfrm>
            <a:custGeom>
              <a:avLst/>
              <a:gdLst>
                <a:gd name="csX0" fmla="*/ 58639 w 58504"/>
                <a:gd name="csY0" fmla="*/ 246283 h 248688"/>
                <a:gd name="csX1" fmla="*/ 54352 w 58504"/>
                <a:gd name="csY1" fmla="*/ 240812 h 248688"/>
                <a:gd name="csX2" fmla="*/ 14761 w 58504"/>
                <a:gd name="csY2" fmla="*/ 124426 h 248688"/>
                <a:gd name="csX3" fmla="*/ 55361 w 58504"/>
                <a:gd name="csY3" fmla="*/ 6797 h 248688"/>
                <a:gd name="csX4" fmla="*/ 58639 w 58504"/>
                <a:gd name="csY4" fmla="*/ 2569 h 248688"/>
                <a:gd name="csX5" fmla="*/ 56117 w 58504"/>
                <a:gd name="csY5" fmla="*/ 82 h 248688"/>
                <a:gd name="csX6" fmla="*/ 16022 w 58504"/>
                <a:gd name="csY6" fmla="*/ 48576 h 248688"/>
                <a:gd name="csX7" fmla="*/ 135 w 58504"/>
                <a:gd name="csY7" fmla="*/ 124426 h 248688"/>
                <a:gd name="csX8" fmla="*/ 16778 w 58504"/>
                <a:gd name="csY8" fmla="*/ 202017 h 248688"/>
                <a:gd name="csX9" fmla="*/ 56117 w 58504"/>
                <a:gd name="csY9" fmla="*/ 248770 h 248688"/>
                <a:gd name="csX10" fmla="*/ 58639 w 58504"/>
                <a:gd name="csY10" fmla="*/ 246283 h 248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504" h="248688">
                  <a:moveTo>
                    <a:pt x="58639" y="246283"/>
                  </a:moveTo>
                  <a:cubicBezTo>
                    <a:pt x="58639" y="245537"/>
                    <a:pt x="58639" y="245040"/>
                    <a:pt x="54352" y="240812"/>
                  </a:cubicBezTo>
                  <a:cubicBezTo>
                    <a:pt x="22830" y="209477"/>
                    <a:pt x="14761" y="162475"/>
                    <a:pt x="14761" y="124426"/>
                  </a:cubicBezTo>
                  <a:cubicBezTo>
                    <a:pt x="14761" y="81154"/>
                    <a:pt x="24343" y="37883"/>
                    <a:pt x="55361" y="6797"/>
                  </a:cubicBezTo>
                  <a:cubicBezTo>
                    <a:pt x="58639" y="3812"/>
                    <a:pt x="58639" y="3315"/>
                    <a:pt x="58639" y="2569"/>
                  </a:cubicBezTo>
                  <a:cubicBezTo>
                    <a:pt x="58639" y="828"/>
                    <a:pt x="57630" y="82"/>
                    <a:pt x="56117" y="82"/>
                  </a:cubicBezTo>
                  <a:cubicBezTo>
                    <a:pt x="53595" y="82"/>
                    <a:pt x="30900" y="16993"/>
                    <a:pt x="16022" y="48576"/>
                  </a:cubicBezTo>
                  <a:cubicBezTo>
                    <a:pt x="3161" y="75932"/>
                    <a:pt x="135" y="103536"/>
                    <a:pt x="135" y="124426"/>
                  </a:cubicBezTo>
                  <a:cubicBezTo>
                    <a:pt x="135" y="143824"/>
                    <a:pt x="2909" y="173915"/>
                    <a:pt x="16778" y="202017"/>
                  </a:cubicBezTo>
                  <a:cubicBezTo>
                    <a:pt x="31909" y="232605"/>
                    <a:pt x="53595" y="248770"/>
                    <a:pt x="56117" y="248770"/>
                  </a:cubicBezTo>
                  <a:cubicBezTo>
                    <a:pt x="57630" y="248770"/>
                    <a:pt x="58639" y="248024"/>
                    <a:pt x="58639" y="246283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78" name="任意多边形: 形状 2077">
              <a:extLst>
                <a:ext uri="{FF2B5EF4-FFF2-40B4-BE49-F238E27FC236}">
                  <a16:creationId xmlns:a16="http://schemas.microsoft.com/office/drawing/2014/main" id="{615334F5-A876-E80F-A1A8-00DF98A8190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66697" y="4413700"/>
              <a:ext cx="114234" cy="175325"/>
            </a:xfrm>
            <a:custGeom>
              <a:avLst/>
              <a:gdLst>
                <a:gd name="csX0" fmla="*/ 58643 w 114234"/>
                <a:gd name="csY0" fmla="*/ 2818 h 175325"/>
                <a:gd name="csX1" fmla="*/ 55365 w 114234"/>
                <a:gd name="csY1" fmla="*/ 82 h 175325"/>
                <a:gd name="csX2" fmla="*/ 24600 w 114234"/>
                <a:gd name="csY2" fmla="*/ 2569 h 175325"/>
                <a:gd name="csX3" fmla="*/ 19808 w 114234"/>
                <a:gd name="csY3" fmla="*/ 7543 h 175325"/>
                <a:gd name="csX4" fmla="*/ 25860 w 114234"/>
                <a:gd name="csY4" fmla="*/ 10527 h 175325"/>
                <a:gd name="csX5" fmla="*/ 38469 w 114234"/>
                <a:gd name="csY5" fmla="*/ 14755 h 175325"/>
                <a:gd name="csX6" fmla="*/ 37712 w 114234"/>
                <a:gd name="csY6" fmla="*/ 19728 h 175325"/>
                <a:gd name="csX7" fmla="*/ 1147 w 114234"/>
                <a:gd name="csY7" fmla="*/ 162973 h 175325"/>
                <a:gd name="csX8" fmla="*/ 139 w 114234"/>
                <a:gd name="csY8" fmla="*/ 168444 h 175325"/>
                <a:gd name="csX9" fmla="*/ 7452 w 114234"/>
                <a:gd name="csY9" fmla="*/ 175407 h 175325"/>
                <a:gd name="csX10" fmla="*/ 16026 w 114234"/>
                <a:gd name="csY10" fmla="*/ 170185 h 175325"/>
                <a:gd name="csX11" fmla="*/ 30147 w 114234"/>
                <a:gd name="csY11" fmla="*/ 115722 h 175325"/>
                <a:gd name="csX12" fmla="*/ 59399 w 114234"/>
                <a:gd name="csY12" fmla="*/ 136860 h 175325"/>
                <a:gd name="csX13" fmla="*/ 58643 w 114234"/>
                <a:gd name="csY13" fmla="*/ 142083 h 175325"/>
                <a:gd name="csX14" fmla="*/ 57634 w 114234"/>
                <a:gd name="csY14" fmla="*/ 150787 h 175325"/>
                <a:gd name="csX15" fmla="*/ 80834 w 114234"/>
                <a:gd name="csY15" fmla="*/ 175407 h 175325"/>
                <a:gd name="csX16" fmla="*/ 100756 w 114234"/>
                <a:gd name="csY16" fmla="*/ 162227 h 175325"/>
                <a:gd name="csX17" fmla="*/ 109834 w 114234"/>
                <a:gd name="csY17" fmla="*/ 137109 h 175325"/>
                <a:gd name="csX18" fmla="*/ 106808 w 114234"/>
                <a:gd name="csY18" fmla="*/ 134622 h 175325"/>
                <a:gd name="csX19" fmla="*/ 103277 w 114234"/>
                <a:gd name="csY19" fmla="*/ 139099 h 175325"/>
                <a:gd name="csX20" fmla="*/ 81338 w 114234"/>
                <a:gd name="csY20" fmla="*/ 169936 h 175325"/>
                <a:gd name="csX21" fmla="*/ 73269 w 114234"/>
                <a:gd name="csY21" fmla="*/ 158248 h 175325"/>
                <a:gd name="csX22" fmla="*/ 75286 w 114234"/>
                <a:gd name="csY22" fmla="*/ 144321 h 175325"/>
                <a:gd name="csX23" fmla="*/ 76295 w 114234"/>
                <a:gd name="csY23" fmla="*/ 136612 h 175325"/>
                <a:gd name="csX24" fmla="*/ 38973 w 114234"/>
                <a:gd name="csY24" fmla="*/ 110499 h 175325"/>
                <a:gd name="csX25" fmla="*/ 60660 w 114234"/>
                <a:gd name="csY25" fmla="*/ 92097 h 175325"/>
                <a:gd name="csX26" fmla="*/ 96721 w 114234"/>
                <a:gd name="csY26" fmla="*/ 68223 h 175325"/>
                <a:gd name="csX27" fmla="*/ 98990 w 114234"/>
                <a:gd name="csY27" fmla="*/ 68471 h 175325"/>
                <a:gd name="csX28" fmla="*/ 104286 w 114234"/>
                <a:gd name="csY28" fmla="*/ 70461 h 175325"/>
                <a:gd name="csX29" fmla="*/ 105295 w 114234"/>
                <a:gd name="csY29" fmla="*/ 71455 h 175325"/>
                <a:gd name="csX30" fmla="*/ 90921 w 114234"/>
                <a:gd name="csY30" fmla="*/ 84885 h 175325"/>
                <a:gd name="csX31" fmla="*/ 100503 w 114234"/>
                <a:gd name="csY31" fmla="*/ 93589 h 175325"/>
                <a:gd name="csX32" fmla="*/ 114373 w 114234"/>
                <a:gd name="csY32" fmla="*/ 78419 h 175325"/>
                <a:gd name="csX33" fmla="*/ 97225 w 114234"/>
                <a:gd name="csY33" fmla="*/ 62751 h 175325"/>
                <a:gd name="csX34" fmla="*/ 60408 w 114234"/>
                <a:gd name="csY34" fmla="*/ 84636 h 175325"/>
                <a:gd name="csX35" fmla="*/ 32417 w 114234"/>
                <a:gd name="csY35" fmla="*/ 107764 h 175325"/>
                <a:gd name="csX36" fmla="*/ 58643 w 114234"/>
                <a:gd name="csY36" fmla="*/ 2818 h 175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14234" h="175325">
                  <a:moveTo>
                    <a:pt x="58643" y="2818"/>
                  </a:moveTo>
                  <a:cubicBezTo>
                    <a:pt x="58643" y="2569"/>
                    <a:pt x="58643" y="82"/>
                    <a:pt x="55365" y="82"/>
                  </a:cubicBezTo>
                  <a:cubicBezTo>
                    <a:pt x="49565" y="82"/>
                    <a:pt x="31156" y="2071"/>
                    <a:pt x="24600" y="2569"/>
                  </a:cubicBezTo>
                  <a:cubicBezTo>
                    <a:pt x="22582" y="2818"/>
                    <a:pt x="19808" y="3066"/>
                    <a:pt x="19808" y="7543"/>
                  </a:cubicBezTo>
                  <a:cubicBezTo>
                    <a:pt x="19808" y="10527"/>
                    <a:pt x="22078" y="10527"/>
                    <a:pt x="25860" y="10527"/>
                  </a:cubicBezTo>
                  <a:cubicBezTo>
                    <a:pt x="37965" y="10527"/>
                    <a:pt x="38469" y="12268"/>
                    <a:pt x="38469" y="14755"/>
                  </a:cubicBezTo>
                  <a:lnTo>
                    <a:pt x="37712" y="19728"/>
                  </a:lnTo>
                  <a:lnTo>
                    <a:pt x="1147" y="162973"/>
                  </a:lnTo>
                  <a:cubicBezTo>
                    <a:pt x="139" y="166454"/>
                    <a:pt x="139" y="166952"/>
                    <a:pt x="139" y="168444"/>
                  </a:cubicBezTo>
                  <a:cubicBezTo>
                    <a:pt x="139" y="174164"/>
                    <a:pt x="5182" y="175407"/>
                    <a:pt x="7452" y="175407"/>
                  </a:cubicBezTo>
                  <a:cubicBezTo>
                    <a:pt x="10730" y="175407"/>
                    <a:pt x="14513" y="173169"/>
                    <a:pt x="16026" y="170185"/>
                  </a:cubicBezTo>
                  <a:cubicBezTo>
                    <a:pt x="17287" y="167946"/>
                    <a:pt x="28634" y="121939"/>
                    <a:pt x="30147" y="115722"/>
                  </a:cubicBezTo>
                  <a:cubicBezTo>
                    <a:pt x="38721" y="116468"/>
                    <a:pt x="59399" y="120447"/>
                    <a:pt x="59399" y="136860"/>
                  </a:cubicBezTo>
                  <a:cubicBezTo>
                    <a:pt x="59399" y="138601"/>
                    <a:pt x="59399" y="139596"/>
                    <a:pt x="58643" y="142083"/>
                  </a:cubicBezTo>
                  <a:cubicBezTo>
                    <a:pt x="58138" y="145067"/>
                    <a:pt x="57634" y="148051"/>
                    <a:pt x="57634" y="150787"/>
                  </a:cubicBezTo>
                  <a:cubicBezTo>
                    <a:pt x="57634" y="165460"/>
                    <a:pt x="67721" y="175407"/>
                    <a:pt x="80834" y="175407"/>
                  </a:cubicBezTo>
                  <a:cubicBezTo>
                    <a:pt x="88399" y="175407"/>
                    <a:pt x="95208" y="171428"/>
                    <a:pt x="100756" y="162227"/>
                  </a:cubicBezTo>
                  <a:cubicBezTo>
                    <a:pt x="107060" y="151284"/>
                    <a:pt x="109834" y="137607"/>
                    <a:pt x="109834" y="137109"/>
                  </a:cubicBezTo>
                  <a:cubicBezTo>
                    <a:pt x="109834" y="134622"/>
                    <a:pt x="107564" y="134622"/>
                    <a:pt x="106808" y="134622"/>
                  </a:cubicBezTo>
                  <a:cubicBezTo>
                    <a:pt x="104286" y="134622"/>
                    <a:pt x="104034" y="135617"/>
                    <a:pt x="103277" y="139099"/>
                  </a:cubicBezTo>
                  <a:cubicBezTo>
                    <a:pt x="98234" y="157253"/>
                    <a:pt x="92434" y="169936"/>
                    <a:pt x="81338" y="169936"/>
                  </a:cubicBezTo>
                  <a:cubicBezTo>
                    <a:pt x="76547" y="169936"/>
                    <a:pt x="73269" y="167200"/>
                    <a:pt x="73269" y="158248"/>
                  </a:cubicBezTo>
                  <a:cubicBezTo>
                    <a:pt x="73269" y="154020"/>
                    <a:pt x="74277" y="148300"/>
                    <a:pt x="75286" y="144321"/>
                  </a:cubicBezTo>
                  <a:cubicBezTo>
                    <a:pt x="76295" y="140093"/>
                    <a:pt x="76295" y="139099"/>
                    <a:pt x="76295" y="136612"/>
                  </a:cubicBezTo>
                  <a:cubicBezTo>
                    <a:pt x="76295" y="120447"/>
                    <a:pt x="60408" y="113235"/>
                    <a:pt x="38973" y="110499"/>
                  </a:cubicBezTo>
                  <a:cubicBezTo>
                    <a:pt x="46791" y="106023"/>
                    <a:pt x="54860" y="98065"/>
                    <a:pt x="60660" y="92097"/>
                  </a:cubicBezTo>
                  <a:cubicBezTo>
                    <a:pt x="72764" y="78916"/>
                    <a:pt x="84364" y="68223"/>
                    <a:pt x="96721" y="68223"/>
                  </a:cubicBezTo>
                  <a:cubicBezTo>
                    <a:pt x="98234" y="68223"/>
                    <a:pt x="98486" y="68223"/>
                    <a:pt x="98990" y="68471"/>
                  </a:cubicBezTo>
                  <a:cubicBezTo>
                    <a:pt x="102016" y="68969"/>
                    <a:pt x="102269" y="68969"/>
                    <a:pt x="104286" y="70461"/>
                  </a:cubicBezTo>
                  <a:cubicBezTo>
                    <a:pt x="104790" y="70709"/>
                    <a:pt x="104790" y="70958"/>
                    <a:pt x="105295" y="71455"/>
                  </a:cubicBezTo>
                  <a:cubicBezTo>
                    <a:pt x="93190" y="72202"/>
                    <a:pt x="90921" y="81900"/>
                    <a:pt x="90921" y="84885"/>
                  </a:cubicBezTo>
                  <a:cubicBezTo>
                    <a:pt x="90921" y="88864"/>
                    <a:pt x="93695" y="93589"/>
                    <a:pt x="100503" y="93589"/>
                  </a:cubicBezTo>
                  <a:cubicBezTo>
                    <a:pt x="107060" y="93589"/>
                    <a:pt x="114373" y="88118"/>
                    <a:pt x="114373" y="78419"/>
                  </a:cubicBezTo>
                  <a:cubicBezTo>
                    <a:pt x="114373" y="70958"/>
                    <a:pt x="108573" y="62751"/>
                    <a:pt x="97225" y="62751"/>
                  </a:cubicBezTo>
                  <a:cubicBezTo>
                    <a:pt x="90164" y="62751"/>
                    <a:pt x="78564" y="64741"/>
                    <a:pt x="60408" y="84636"/>
                  </a:cubicBezTo>
                  <a:cubicBezTo>
                    <a:pt x="51834" y="94086"/>
                    <a:pt x="41999" y="104034"/>
                    <a:pt x="32417" y="107764"/>
                  </a:cubicBezTo>
                  <a:lnTo>
                    <a:pt x="58643" y="2818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79" name="任意多边形: 形状 2078">
              <a:extLst>
                <a:ext uri="{FF2B5EF4-FFF2-40B4-BE49-F238E27FC236}">
                  <a16:creationId xmlns:a16="http://schemas.microsoft.com/office/drawing/2014/main" id="{07BC8809-37B3-4841-7C1F-EB9258FE8EA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206422" y="4399773"/>
              <a:ext cx="58504" cy="248688"/>
            </a:xfrm>
            <a:custGeom>
              <a:avLst/>
              <a:gdLst>
                <a:gd name="csX0" fmla="*/ 58648 w 58504"/>
                <a:gd name="csY0" fmla="*/ 124426 h 248688"/>
                <a:gd name="csX1" fmla="*/ 42005 w 58504"/>
                <a:gd name="csY1" fmla="*/ 46835 h 248688"/>
                <a:gd name="csX2" fmla="*/ 2666 w 58504"/>
                <a:gd name="csY2" fmla="*/ 82 h 248688"/>
                <a:gd name="csX3" fmla="*/ 144 w 58504"/>
                <a:gd name="csY3" fmla="*/ 2569 h 248688"/>
                <a:gd name="csX4" fmla="*/ 4936 w 58504"/>
                <a:gd name="csY4" fmla="*/ 8289 h 248688"/>
                <a:gd name="csX5" fmla="*/ 44022 w 58504"/>
                <a:gd name="csY5" fmla="*/ 124426 h 248688"/>
                <a:gd name="csX6" fmla="*/ 3423 w 58504"/>
                <a:gd name="csY6" fmla="*/ 242056 h 248688"/>
                <a:gd name="csX7" fmla="*/ 144 w 58504"/>
                <a:gd name="csY7" fmla="*/ 246283 h 248688"/>
                <a:gd name="csX8" fmla="*/ 2666 w 58504"/>
                <a:gd name="csY8" fmla="*/ 248770 h 248688"/>
                <a:gd name="csX9" fmla="*/ 42761 w 58504"/>
                <a:gd name="csY9" fmla="*/ 200276 h 248688"/>
                <a:gd name="csX10" fmla="*/ 58648 w 58504"/>
                <a:gd name="csY10" fmla="*/ 124426 h 248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504" h="248688">
                  <a:moveTo>
                    <a:pt x="58648" y="124426"/>
                  </a:moveTo>
                  <a:cubicBezTo>
                    <a:pt x="58648" y="105028"/>
                    <a:pt x="55874" y="74937"/>
                    <a:pt x="42005" y="46835"/>
                  </a:cubicBezTo>
                  <a:cubicBezTo>
                    <a:pt x="26875" y="16247"/>
                    <a:pt x="5188" y="82"/>
                    <a:pt x="2666" y="82"/>
                  </a:cubicBezTo>
                  <a:cubicBezTo>
                    <a:pt x="1153" y="82"/>
                    <a:pt x="144" y="1077"/>
                    <a:pt x="144" y="2569"/>
                  </a:cubicBezTo>
                  <a:cubicBezTo>
                    <a:pt x="144" y="3315"/>
                    <a:pt x="144" y="3812"/>
                    <a:pt x="4936" y="8289"/>
                  </a:cubicBezTo>
                  <a:cubicBezTo>
                    <a:pt x="29648" y="32909"/>
                    <a:pt x="44022" y="72450"/>
                    <a:pt x="44022" y="124426"/>
                  </a:cubicBezTo>
                  <a:cubicBezTo>
                    <a:pt x="44022" y="166952"/>
                    <a:pt x="34692" y="210721"/>
                    <a:pt x="3423" y="242056"/>
                  </a:cubicBezTo>
                  <a:cubicBezTo>
                    <a:pt x="144" y="245040"/>
                    <a:pt x="144" y="245537"/>
                    <a:pt x="144" y="246283"/>
                  </a:cubicBezTo>
                  <a:cubicBezTo>
                    <a:pt x="144" y="247775"/>
                    <a:pt x="1153" y="248770"/>
                    <a:pt x="2666" y="248770"/>
                  </a:cubicBezTo>
                  <a:cubicBezTo>
                    <a:pt x="5188" y="248770"/>
                    <a:pt x="27883" y="231859"/>
                    <a:pt x="42761" y="200276"/>
                  </a:cubicBezTo>
                  <a:cubicBezTo>
                    <a:pt x="55622" y="172920"/>
                    <a:pt x="58648" y="145316"/>
                    <a:pt x="58648" y="124426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0" name="任意多边形: 形状 2079">
              <a:extLst>
                <a:ext uri="{FF2B5EF4-FFF2-40B4-BE49-F238E27FC236}">
                  <a16:creationId xmlns:a16="http://schemas.microsoft.com/office/drawing/2014/main" id="{45DE2C35-36FD-A18F-ED32-EB908FA0925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374284" y="4495021"/>
              <a:ext cx="167694" cy="58193"/>
            </a:xfrm>
            <a:custGeom>
              <a:avLst/>
              <a:gdLst>
                <a:gd name="csX0" fmla="*/ 159272 w 167694"/>
                <a:gd name="csY0" fmla="*/ 10030 h 58193"/>
                <a:gd name="csX1" fmla="*/ 167846 w 167694"/>
                <a:gd name="csY1" fmla="*/ 5056 h 58193"/>
                <a:gd name="csX2" fmla="*/ 159524 w 167694"/>
                <a:gd name="csY2" fmla="*/ 82 h 58193"/>
                <a:gd name="csX3" fmla="*/ 8473 w 167694"/>
                <a:gd name="csY3" fmla="*/ 82 h 58193"/>
                <a:gd name="csX4" fmla="*/ 151 w 167694"/>
                <a:gd name="csY4" fmla="*/ 5056 h 58193"/>
                <a:gd name="csX5" fmla="*/ 8725 w 167694"/>
                <a:gd name="csY5" fmla="*/ 10030 h 58193"/>
                <a:gd name="csX6" fmla="*/ 159272 w 167694"/>
                <a:gd name="csY6" fmla="*/ 10030 h 58193"/>
                <a:gd name="csX7" fmla="*/ 159524 w 167694"/>
                <a:gd name="csY7" fmla="*/ 58275 h 58193"/>
                <a:gd name="csX8" fmla="*/ 167846 w 167694"/>
                <a:gd name="csY8" fmla="*/ 53301 h 58193"/>
                <a:gd name="csX9" fmla="*/ 159272 w 167694"/>
                <a:gd name="csY9" fmla="*/ 48327 h 58193"/>
                <a:gd name="csX10" fmla="*/ 8725 w 167694"/>
                <a:gd name="csY10" fmla="*/ 48327 h 58193"/>
                <a:gd name="csX11" fmla="*/ 151 w 167694"/>
                <a:gd name="csY11" fmla="*/ 53301 h 58193"/>
                <a:gd name="csX12" fmla="*/ 8473 w 167694"/>
                <a:gd name="csY12" fmla="*/ 58275 h 58193"/>
                <a:gd name="csX13" fmla="*/ 159524 w 167694"/>
                <a:gd name="csY13" fmla="*/ 58275 h 581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7694" h="58193">
                  <a:moveTo>
                    <a:pt x="159272" y="10030"/>
                  </a:moveTo>
                  <a:cubicBezTo>
                    <a:pt x="163054" y="10030"/>
                    <a:pt x="167846" y="10030"/>
                    <a:pt x="167846" y="5056"/>
                  </a:cubicBezTo>
                  <a:cubicBezTo>
                    <a:pt x="167846" y="82"/>
                    <a:pt x="163054" y="82"/>
                    <a:pt x="159524" y="82"/>
                  </a:cubicBezTo>
                  <a:lnTo>
                    <a:pt x="8473" y="82"/>
                  </a:lnTo>
                  <a:cubicBezTo>
                    <a:pt x="4942" y="82"/>
                    <a:pt x="151" y="82"/>
                    <a:pt x="151" y="5056"/>
                  </a:cubicBezTo>
                  <a:cubicBezTo>
                    <a:pt x="151" y="10030"/>
                    <a:pt x="4942" y="10030"/>
                    <a:pt x="8725" y="10030"/>
                  </a:cubicBezTo>
                  <a:lnTo>
                    <a:pt x="159272" y="10030"/>
                  </a:lnTo>
                  <a:close/>
                  <a:moveTo>
                    <a:pt x="159524" y="58275"/>
                  </a:moveTo>
                  <a:cubicBezTo>
                    <a:pt x="163054" y="58275"/>
                    <a:pt x="167846" y="58275"/>
                    <a:pt x="167846" y="53301"/>
                  </a:cubicBezTo>
                  <a:cubicBezTo>
                    <a:pt x="167846" y="48327"/>
                    <a:pt x="163054" y="48327"/>
                    <a:pt x="159272" y="48327"/>
                  </a:cubicBezTo>
                  <a:lnTo>
                    <a:pt x="8725" y="48327"/>
                  </a:lnTo>
                  <a:cubicBezTo>
                    <a:pt x="4942" y="48327"/>
                    <a:pt x="151" y="48327"/>
                    <a:pt x="151" y="53301"/>
                  </a:cubicBezTo>
                  <a:cubicBezTo>
                    <a:pt x="151" y="58275"/>
                    <a:pt x="4942" y="58275"/>
                    <a:pt x="8473" y="58275"/>
                  </a:cubicBezTo>
                  <a:lnTo>
                    <a:pt x="159524" y="58275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1" name="任意多边形: 形状 2080">
              <a:extLst>
                <a:ext uri="{FF2B5EF4-FFF2-40B4-BE49-F238E27FC236}">
                  <a16:creationId xmlns:a16="http://schemas.microsoft.com/office/drawing/2014/main" id="{4A7BBC98-D687-5D08-BB38-CA11DDEDE34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638523" y="4156530"/>
              <a:ext cx="157279" cy="118897"/>
            </a:xfrm>
            <a:custGeom>
              <a:avLst/>
              <a:gdLst>
                <a:gd name="csX0" fmla="*/ 135200 w 157279"/>
                <a:gd name="csY0" fmla="*/ 19044 h 118897"/>
                <a:gd name="csX1" fmla="*/ 153911 w 157279"/>
                <a:gd name="csY1" fmla="*/ 6336 h 118897"/>
                <a:gd name="csX2" fmla="*/ 157441 w 157279"/>
                <a:gd name="csY2" fmla="*/ 2507 h 118897"/>
                <a:gd name="csX3" fmla="*/ 154794 w 157279"/>
                <a:gd name="csY3" fmla="*/ 70 h 118897"/>
                <a:gd name="csX4" fmla="*/ 136435 w 157279"/>
                <a:gd name="csY4" fmla="*/ 766 h 118897"/>
                <a:gd name="csX5" fmla="*/ 117724 w 157279"/>
                <a:gd name="csY5" fmla="*/ 70 h 118897"/>
                <a:gd name="csX6" fmla="*/ 114194 w 157279"/>
                <a:gd name="csY6" fmla="*/ 3899 h 118897"/>
                <a:gd name="csX7" fmla="*/ 118077 w 157279"/>
                <a:gd name="csY7" fmla="*/ 6336 h 118897"/>
                <a:gd name="csX8" fmla="*/ 129375 w 157279"/>
                <a:gd name="csY8" fmla="*/ 13474 h 118897"/>
                <a:gd name="csX9" fmla="*/ 128668 w 157279"/>
                <a:gd name="csY9" fmla="*/ 17652 h 118897"/>
                <a:gd name="csX10" fmla="*/ 109428 w 157279"/>
                <a:gd name="csY10" fmla="*/ 93551 h 118897"/>
                <a:gd name="csX11" fmla="*/ 64591 w 157279"/>
                <a:gd name="csY11" fmla="*/ 3029 h 118897"/>
                <a:gd name="csX12" fmla="*/ 58590 w 157279"/>
                <a:gd name="csY12" fmla="*/ 70 h 118897"/>
                <a:gd name="csX13" fmla="*/ 34406 w 157279"/>
                <a:gd name="csY13" fmla="*/ 70 h 118897"/>
                <a:gd name="csX14" fmla="*/ 28758 w 157279"/>
                <a:gd name="csY14" fmla="*/ 3899 h 118897"/>
                <a:gd name="csX15" fmla="*/ 34583 w 157279"/>
                <a:gd name="csY15" fmla="*/ 6336 h 118897"/>
                <a:gd name="csX16" fmla="*/ 45880 w 157279"/>
                <a:gd name="csY16" fmla="*/ 7207 h 118897"/>
                <a:gd name="csX17" fmla="*/ 22227 w 157279"/>
                <a:gd name="csY17" fmla="*/ 100341 h 118897"/>
                <a:gd name="csX18" fmla="*/ 3868 w 157279"/>
                <a:gd name="csY18" fmla="*/ 112700 h 118897"/>
                <a:gd name="csX19" fmla="*/ 161 w 157279"/>
                <a:gd name="csY19" fmla="*/ 116356 h 118897"/>
                <a:gd name="csX20" fmla="*/ 2809 w 157279"/>
                <a:gd name="csY20" fmla="*/ 118967 h 118897"/>
                <a:gd name="csX21" fmla="*/ 21167 w 157279"/>
                <a:gd name="csY21" fmla="*/ 118271 h 118897"/>
                <a:gd name="csX22" fmla="*/ 39879 w 157279"/>
                <a:gd name="csY22" fmla="*/ 118967 h 118897"/>
                <a:gd name="csX23" fmla="*/ 43409 w 157279"/>
                <a:gd name="csY23" fmla="*/ 115312 h 118897"/>
                <a:gd name="csX24" fmla="*/ 39349 w 157279"/>
                <a:gd name="csY24" fmla="*/ 112700 h 118897"/>
                <a:gd name="csX25" fmla="*/ 28228 w 157279"/>
                <a:gd name="csY25" fmla="*/ 105389 h 118897"/>
                <a:gd name="csX26" fmla="*/ 28934 w 157279"/>
                <a:gd name="csY26" fmla="*/ 101037 h 118897"/>
                <a:gd name="csX27" fmla="*/ 51529 w 157279"/>
                <a:gd name="csY27" fmla="*/ 11907 h 118897"/>
                <a:gd name="csX28" fmla="*/ 103073 w 157279"/>
                <a:gd name="csY28" fmla="*/ 116008 h 118897"/>
                <a:gd name="csX29" fmla="*/ 106956 w 157279"/>
                <a:gd name="csY29" fmla="*/ 118967 h 118897"/>
                <a:gd name="csX30" fmla="*/ 110663 w 157279"/>
                <a:gd name="csY30" fmla="*/ 115312 h 118897"/>
                <a:gd name="csX31" fmla="*/ 135200 w 157279"/>
                <a:gd name="csY31" fmla="*/ 19044 h 118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7279" h="118897">
                  <a:moveTo>
                    <a:pt x="135200" y="19044"/>
                  </a:moveTo>
                  <a:cubicBezTo>
                    <a:pt x="136965" y="12429"/>
                    <a:pt x="139789" y="6685"/>
                    <a:pt x="153911" y="6336"/>
                  </a:cubicBezTo>
                  <a:cubicBezTo>
                    <a:pt x="154794" y="6336"/>
                    <a:pt x="157441" y="6162"/>
                    <a:pt x="157441" y="2507"/>
                  </a:cubicBezTo>
                  <a:cubicBezTo>
                    <a:pt x="157441" y="1462"/>
                    <a:pt x="156559" y="70"/>
                    <a:pt x="154794" y="70"/>
                  </a:cubicBezTo>
                  <a:cubicBezTo>
                    <a:pt x="148968" y="70"/>
                    <a:pt x="142437" y="766"/>
                    <a:pt x="136435" y="766"/>
                  </a:cubicBezTo>
                  <a:cubicBezTo>
                    <a:pt x="132199" y="766"/>
                    <a:pt x="121961" y="70"/>
                    <a:pt x="117724" y="70"/>
                  </a:cubicBezTo>
                  <a:cubicBezTo>
                    <a:pt x="116842" y="70"/>
                    <a:pt x="114194" y="70"/>
                    <a:pt x="114194" y="3899"/>
                  </a:cubicBezTo>
                  <a:cubicBezTo>
                    <a:pt x="114194" y="6162"/>
                    <a:pt x="116489" y="6336"/>
                    <a:pt x="118077" y="6336"/>
                  </a:cubicBezTo>
                  <a:cubicBezTo>
                    <a:pt x="126374" y="6511"/>
                    <a:pt x="129375" y="9122"/>
                    <a:pt x="129375" y="13474"/>
                  </a:cubicBezTo>
                  <a:cubicBezTo>
                    <a:pt x="129375" y="14866"/>
                    <a:pt x="129198" y="15737"/>
                    <a:pt x="128668" y="17652"/>
                  </a:cubicBezTo>
                  <a:lnTo>
                    <a:pt x="109428" y="93551"/>
                  </a:lnTo>
                  <a:lnTo>
                    <a:pt x="64591" y="3029"/>
                  </a:lnTo>
                  <a:cubicBezTo>
                    <a:pt x="63179" y="70"/>
                    <a:pt x="62826" y="70"/>
                    <a:pt x="58590" y="70"/>
                  </a:cubicBezTo>
                  <a:lnTo>
                    <a:pt x="34406" y="70"/>
                  </a:lnTo>
                  <a:cubicBezTo>
                    <a:pt x="31053" y="70"/>
                    <a:pt x="28758" y="70"/>
                    <a:pt x="28758" y="3899"/>
                  </a:cubicBezTo>
                  <a:cubicBezTo>
                    <a:pt x="28758" y="6336"/>
                    <a:pt x="30876" y="6336"/>
                    <a:pt x="34583" y="6336"/>
                  </a:cubicBezTo>
                  <a:cubicBezTo>
                    <a:pt x="38290" y="6336"/>
                    <a:pt x="42173" y="6511"/>
                    <a:pt x="45880" y="7207"/>
                  </a:cubicBezTo>
                  <a:lnTo>
                    <a:pt x="22227" y="100341"/>
                  </a:lnTo>
                  <a:cubicBezTo>
                    <a:pt x="20638" y="106956"/>
                    <a:pt x="17637" y="112178"/>
                    <a:pt x="3868" y="112700"/>
                  </a:cubicBezTo>
                  <a:cubicBezTo>
                    <a:pt x="2633" y="112700"/>
                    <a:pt x="161" y="112874"/>
                    <a:pt x="161" y="116356"/>
                  </a:cubicBezTo>
                  <a:cubicBezTo>
                    <a:pt x="161" y="118271"/>
                    <a:pt x="1574" y="118967"/>
                    <a:pt x="2809" y="118967"/>
                  </a:cubicBezTo>
                  <a:cubicBezTo>
                    <a:pt x="8634" y="118967"/>
                    <a:pt x="15166" y="118271"/>
                    <a:pt x="21167" y="118271"/>
                  </a:cubicBezTo>
                  <a:cubicBezTo>
                    <a:pt x="25404" y="118271"/>
                    <a:pt x="35642" y="118967"/>
                    <a:pt x="39879" y="118967"/>
                  </a:cubicBezTo>
                  <a:cubicBezTo>
                    <a:pt x="41644" y="118967"/>
                    <a:pt x="43409" y="118097"/>
                    <a:pt x="43409" y="115312"/>
                  </a:cubicBezTo>
                  <a:cubicBezTo>
                    <a:pt x="43409" y="112874"/>
                    <a:pt x="41291" y="112700"/>
                    <a:pt x="39349" y="112700"/>
                  </a:cubicBezTo>
                  <a:cubicBezTo>
                    <a:pt x="28228" y="112352"/>
                    <a:pt x="28228" y="107826"/>
                    <a:pt x="28228" y="105389"/>
                  </a:cubicBezTo>
                  <a:cubicBezTo>
                    <a:pt x="28228" y="104693"/>
                    <a:pt x="28228" y="103822"/>
                    <a:pt x="28934" y="101037"/>
                  </a:cubicBezTo>
                  <a:lnTo>
                    <a:pt x="51529" y="11907"/>
                  </a:lnTo>
                  <a:lnTo>
                    <a:pt x="103073" y="116008"/>
                  </a:lnTo>
                  <a:cubicBezTo>
                    <a:pt x="104485" y="118793"/>
                    <a:pt x="105191" y="118967"/>
                    <a:pt x="106956" y="118967"/>
                  </a:cubicBezTo>
                  <a:cubicBezTo>
                    <a:pt x="109781" y="118967"/>
                    <a:pt x="109781" y="118445"/>
                    <a:pt x="110663" y="115312"/>
                  </a:cubicBezTo>
                  <a:lnTo>
                    <a:pt x="135200" y="19044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2" name="任意多边形: 形状 2081">
              <a:extLst>
                <a:ext uri="{FF2B5EF4-FFF2-40B4-BE49-F238E27FC236}">
                  <a16:creationId xmlns:a16="http://schemas.microsoft.com/office/drawing/2014/main" id="{C108D36B-51A0-9EE1-FD8D-C83D7C05977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824065" y="4227556"/>
              <a:ext cx="119327" cy="8529"/>
            </a:xfrm>
            <a:custGeom>
              <a:avLst/>
              <a:gdLst>
                <a:gd name="csX0" fmla="*/ 112436 w 119327"/>
                <a:gd name="csY0" fmla="*/ 8600 h 8529"/>
                <a:gd name="csX1" fmla="*/ 119496 w 119327"/>
                <a:gd name="csY1" fmla="*/ 4422 h 8529"/>
                <a:gd name="csX2" fmla="*/ 112436 w 119327"/>
                <a:gd name="csY2" fmla="*/ 70 h 8529"/>
                <a:gd name="csX3" fmla="*/ 7229 w 119327"/>
                <a:gd name="csY3" fmla="*/ 70 h 8529"/>
                <a:gd name="csX4" fmla="*/ 168 w 119327"/>
                <a:gd name="csY4" fmla="*/ 4247 h 8529"/>
                <a:gd name="csX5" fmla="*/ 7229 w 119327"/>
                <a:gd name="csY5" fmla="*/ 8600 h 8529"/>
                <a:gd name="csX6" fmla="*/ 112436 w 119327"/>
                <a:gd name="csY6" fmla="*/ 8600 h 8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9327" h="8529">
                  <a:moveTo>
                    <a:pt x="112436" y="8600"/>
                  </a:moveTo>
                  <a:cubicBezTo>
                    <a:pt x="115260" y="8600"/>
                    <a:pt x="119496" y="8600"/>
                    <a:pt x="119496" y="4422"/>
                  </a:cubicBezTo>
                  <a:cubicBezTo>
                    <a:pt x="119496" y="70"/>
                    <a:pt x="115436" y="70"/>
                    <a:pt x="112436" y="70"/>
                  </a:cubicBezTo>
                  <a:lnTo>
                    <a:pt x="7229" y="70"/>
                  </a:lnTo>
                  <a:cubicBezTo>
                    <a:pt x="4405" y="70"/>
                    <a:pt x="168" y="70"/>
                    <a:pt x="168" y="4247"/>
                  </a:cubicBezTo>
                  <a:cubicBezTo>
                    <a:pt x="168" y="8600"/>
                    <a:pt x="4228" y="8600"/>
                    <a:pt x="7229" y="8600"/>
                  </a:cubicBezTo>
                  <a:lnTo>
                    <a:pt x="112436" y="8600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3" name="任意多边形: 形状 2082">
              <a:extLst>
                <a:ext uri="{FF2B5EF4-FFF2-40B4-BE49-F238E27FC236}">
                  <a16:creationId xmlns:a16="http://schemas.microsoft.com/office/drawing/2014/main" id="{4F3444F7-2168-4E0A-842A-F28C6D8C5E1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981850" y="4159838"/>
              <a:ext cx="64253" cy="115590"/>
            </a:xfrm>
            <a:custGeom>
              <a:avLst/>
              <a:gdLst>
                <a:gd name="csX0" fmla="*/ 40068 w 64253"/>
                <a:gd name="csY0" fmla="*/ 4944 h 115590"/>
                <a:gd name="csX1" fmla="*/ 34773 w 64253"/>
                <a:gd name="csY1" fmla="*/ 70 h 115590"/>
                <a:gd name="csX2" fmla="*/ 175 w 64253"/>
                <a:gd name="csY2" fmla="*/ 11211 h 115590"/>
                <a:gd name="csX3" fmla="*/ 175 w 64253"/>
                <a:gd name="csY3" fmla="*/ 17478 h 115590"/>
                <a:gd name="csX4" fmla="*/ 25770 w 64253"/>
                <a:gd name="csY4" fmla="*/ 12603 h 115590"/>
                <a:gd name="csX5" fmla="*/ 25770 w 64253"/>
                <a:gd name="csY5" fmla="*/ 101385 h 115590"/>
                <a:gd name="csX6" fmla="*/ 8118 w 64253"/>
                <a:gd name="csY6" fmla="*/ 109393 h 115590"/>
                <a:gd name="csX7" fmla="*/ 1410 w 64253"/>
                <a:gd name="csY7" fmla="*/ 109393 h 115590"/>
                <a:gd name="csX8" fmla="*/ 1410 w 64253"/>
                <a:gd name="csY8" fmla="*/ 115660 h 115590"/>
                <a:gd name="csX9" fmla="*/ 32831 w 64253"/>
                <a:gd name="csY9" fmla="*/ 114963 h 115590"/>
                <a:gd name="csX10" fmla="*/ 64428 w 64253"/>
                <a:gd name="csY10" fmla="*/ 115660 h 115590"/>
                <a:gd name="csX11" fmla="*/ 64428 w 64253"/>
                <a:gd name="csY11" fmla="*/ 109393 h 115590"/>
                <a:gd name="csX12" fmla="*/ 57720 w 64253"/>
                <a:gd name="csY12" fmla="*/ 109393 h 115590"/>
                <a:gd name="csX13" fmla="*/ 40068 w 64253"/>
                <a:gd name="csY13" fmla="*/ 101385 h 115590"/>
                <a:gd name="csX14" fmla="*/ 40068 w 64253"/>
                <a:gd name="csY14" fmla="*/ 4944 h 115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4253" h="115590">
                  <a:moveTo>
                    <a:pt x="40068" y="4944"/>
                  </a:moveTo>
                  <a:cubicBezTo>
                    <a:pt x="40068" y="244"/>
                    <a:pt x="39715" y="70"/>
                    <a:pt x="34773" y="70"/>
                  </a:cubicBezTo>
                  <a:cubicBezTo>
                    <a:pt x="23475" y="11037"/>
                    <a:pt x="7412" y="11211"/>
                    <a:pt x="175" y="11211"/>
                  </a:cubicBezTo>
                  <a:lnTo>
                    <a:pt x="175" y="17478"/>
                  </a:lnTo>
                  <a:cubicBezTo>
                    <a:pt x="4411" y="17478"/>
                    <a:pt x="16062" y="17478"/>
                    <a:pt x="25770" y="12603"/>
                  </a:cubicBezTo>
                  <a:lnTo>
                    <a:pt x="25770" y="101385"/>
                  </a:lnTo>
                  <a:cubicBezTo>
                    <a:pt x="25770" y="107130"/>
                    <a:pt x="25770" y="109393"/>
                    <a:pt x="8118" y="109393"/>
                  </a:cubicBezTo>
                  <a:lnTo>
                    <a:pt x="1410" y="109393"/>
                  </a:lnTo>
                  <a:lnTo>
                    <a:pt x="1410" y="115660"/>
                  </a:lnTo>
                  <a:cubicBezTo>
                    <a:pt x="4588" y="115486"/>
                    <a:pt x="26300" y="114963"/>
                    <a:pt x="32831" y="114963"/>
                  </a:cubicBezTo>
                  <a:cubicBezTo>
                    <a:pt x="38303" y="114963"/>
                    <a:pt x="60545" y="115486"/>
                    <a:pt x="64428" y="115660"/>
                  </a:cubicBezTo>
                  <a:lnTo>
                    <a:pt x="64428" y="109393"/>
                  </a:lnTo>
                  <a:lnTo>
                    <a:pt x="57720" y="109393"/>
                  </a:lnTo>
                  <a:cubicBezTo>
                    <a:pt x="40068" y="109393"/>
                    <a:pt x="40068" y="107130"/>
                    <a:pt x="40068" y="101385"/>
                  </a:cubicBezTo>
                  <a:lnTo>
                    <a:pt x="40068" y="4944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4" name="任意多边形: 形状 2083">
              <a:extLst>
                <a:ext uri="{FF2B5EF4-FFF2-40B4-BE49-F238E27FC236}">
                  <a16:creationId xmlns:a16="http://schemas.microsoft.com/office/drawing/2014/main" id="{244445D4-7F55-0E12-6FFC-80AB5E5E688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676732" y="4350034"/>
              <a:ext cx="335641" cy="348163"/>
            </a:xfrm>
            <a:custGeom>
              <a:avLst/>
              <a:gdLst>
                <a:gd name="csX0" fmla="*/ 305291 w 335641"/>
                <a:gd name="csY0" fmla="*/ 348236 h 348163"/>
                <a:gd name="csX1" fmla="*/ 335804 w 335641"/>
                <a:gd name="csY1" fmla="*/ 268656 h 348163"/>
                <a:gd name="csX2" fmla="*/ 329500 w 335641"/>
                <a:gd name="csY2" fmla="*/ 268656 h 348163"/>
                <a:gd name="csX3" fmla="*/ 263935 w 335641"/>
                <a:gd name="csY3" fmla="*/ 318891 h 348163"/>
                <a:gd name="csX4" fmla="*/ 185510 w 335641"/>
                <a:gd name="csY4" fmla="*/ 326600 h 348163"/>
                <a:gd name="csX5" fmla="*/ 33450 w 335641"/>
                <a:gd name="csY5" fmla="*/ 326600 h 348163"/>
                <a:gd name="csX6" fmla="*/ 161805 w 335641"/>
                <a:gd name="csY6" fmla="*/ 178133 h 348163"/>
                <a:gd name="csX7" fmla="*/ 164075 w 335641"/>
                <a:gd name="csY7" fmla="*/ 174154 h 348163"/>
                <a:gd name="csX8" fmla="*/ 162310 w 335641"/>
                <a:gd name="csY8" fmla="*/ 170424 h 348163"/>
                <a:gd name="csX9" fmla="*/ 44797 w 335641"/>
                <a:gd name="csY9" fmla="*/ 12010 h 348163"/>
                <a:gd name="csX10" fmla="*/ 182988 w 335641"/>
                <a:gd name="csY10" fmla="*/ 12010 h 348163"/>
                <a:gd name="csX11" fmla="*/ 241996 w 335641"/>
                <a:gd name="csY11" fmla="*/ 15989 h 348163"/>
                <a:gd name="csX12" fmla="*/ 297474 w 335641"/>
                <a:gd name="csY12" fmla="*/ 34640 h 348163"/>
                <a:gd name="csX13" fmla="*/ 329500 w 335641"/>
                <a:gd name="csY13" fmla="*/ 69954 h 348163"/>
                <a:gd name="csX14" fmla="*/ 335804 w 335641"/>
                <a:gd name="csY14" fmla="*/ 69954 h 348163"/>
                <a:gd name="csX15" fmla="*/ 305291 w 335641"/>
                <a:gd name="csY15" fmla="*/ 73 h 348163"/>
                <a:gd name="csX16" fmla="*/ 7224 w 335641"/>
                <a:gd name="csY16" fmla="*/ 73 h 348163"/>
                <a:gd name="csX17" fmla="*/ 415 w 335641"/>
                <a:gd name="csY17" fmla="*/ 1813 h 348163"/>
                <a:gd name="csX18" fmla="*/ 163 w 335641"/>
                <a:gd name="csY18" fmla="*/ 10020 h 348163"/>
                <a:gd name="csX19" fmla="*/ 133562 w 335641"/>
                <a:gd name="csY19" fmla="*/ 190070 h 348163"/>
                <a:gd name="csX20" fmla="*/ 2937 w 335641"/>
                <a:gd name="csY20" fmla="*/ 341024 h 348163"/>
                <a:gd name="csX21" fmla="*/ 415 w 335641"/>
                <a:gd name="csY21" fmla="*/ 345500 h 348163"/>
                <a:gd name="csX22" fmla="*/ 7224 w 335641"/>
                <a:gd name="csY22" fmla="*/ 348236 h 348163"/>
                <a:gd name="csX23" fmla="*/ 305291 w 335641"/>
                <a:gd name="csY23" fmla="*/ 348236 h 3481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335641" h="348163">
                  <a:moveTo>
                    <a:pt x="305291" y="348236"/>
                  </a:moveTo>
                  <a:lnTo>
                    <a:pt x="335804" y="268656"/>
                  </a:lnTo>
                  <a:lnTo>
                    <a:pt x="329500" y="268656"/>
                  </a:lnTo>
                  <a:cubicBezTo>
                    <a:pt x="319665" y="294519"/>
                    <a:pt x="292935" y="311430"/>
                    <a:pt x="263935" y="318891"/>
                  </a:cubicBezTo>
                  <a:cubicBezTo>
                    <a:pt x="258640" y="320134"/>
                    <a:pt x="233927" y="326600"/>
                    <a:pt x="185510" y="326600"/>
                  </a:cubicBezTo>
                  <a:lnTo>
                    <a:pt x="33450" y="326600"/>
                  </a:lnTo>
                  <a:lnTo>
                    <a:pt x="161805" y="178133"/>
                  </a:lnTo>
                  <a:cubicBezTo>
                    <a:pt x="163571" y="176144"/>
                    <a:pt x="164075" y="175398"/>
                    <a:pt x="164075" y="174154"/>
                  </a:cubicBezTo>
                  <a:cubicBezTo>
                    <a:pt x="164075" y="173657"/>
                    <a:pt x="164075" y="172911"/>
                    <a:pt x="162310" y="170424"/>
                  </a:cubicBezTo>
                  <a:lnTo>
                    <a:pt x="44797" y="12010"/>
                  </a:lnTo>
                  <a:lnTo>
                    <a:pt x="182988" y="12010"/>
                  </a:lnTo>
                  <a:cubicBezTo>
                    <a:pt x="216779" y="12010"/>
                    <a:pt x="239727" y="15491"/>
                    <a:pt x="241996" y="15989"/>
                  </a:cubicBezTo>
                  <a:cubicBezTo>
                    <a:pt x="255614" y="17978"/>
                    <a:pt x="277553" y="22206"/>
                    <a:pt x="297474" y="34640"/>
                  </a:cubicBezTo>
                  <a:cubicBezTo>
                    <a:pt x="303778" y="38619"/>
                    <a:pt x="320926" y="49810"/>
                    <a:pt x="329500" y="69954"/>
                  </a:cubicBezTo>
                  <a:lnTo>
                    <a:pt x="335804" y="69954"/>
                  </a:lnTo>
                  <a:lnTo>
                    <a:pt x="305291" y="73"/>
                  </a:lnTo>
                  <a:lnTo>
                    <a:pt x="7224" y="73"/>
                  </a:lnTo>
                  <a:cubicBezTo>
                    <a:pt x="1424" y="73"/>
                    <a:pt x="1172" y="321"/>
                    <a:pt x="415" y="1813"/>
                  </a:cubicBezTo>
                  <a:cubicBezTo>
                    <a:pt x="163" y="2559"/>
                    <a:pt x="163" y="7284"/>
                    <a:pt x="163" y="10020"/>
                  </a:cubicBezTo>
                  <a:lnTo>
                    <a:pt x="133562" y="190070"/>
                  </a:lnTo>
                  <a:lnTo>
                    <a:pt x="2937" y="341024"/>
                  </a:lnTo>
                  <a:cubicBezTo>
                    <a:pt x="415" y="344008"/>
                    <a:pt x="415" y="345252"/>
                    <a:pt x="415" y="345500"/>
                  </a:cubicBezTo>
                  <a:cubicBezTo>
                    <a:pt x="415" y="348236"/>
                    <a:pt x="2685" y="348236"/>
                    <a:pt x="7224" y="348236"/>
                  </a:cubicBezTo>
                  <a:lnTo>
                    <a:pt x="305291" y="348236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5" name="任意多边形: 形状 2084">
              <a:extLst>
                <a:ext uri="{FF2B5EF4-FFF2-40B4-BE49-F238E27FC236}">
                  <a16:creationId xmlns:a16="http://schemas.microsoft.com/office/drawing/2014/main" id="{227EEE85-532D-9038-478D-D98DCC190CB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663040" y="4799933"/>
              <a:ext cx="107854" cy="78510"/>
            </a:xfrm>
            <a:custGeom>
              <a:avLst/>
              <a:gdLst>
                <a:gd name="csX0" fmla="*/ 13402 w 107854"/>
                <a:gd name="csY0" fmla="*/ 65897 h 78510"/>
                <a:gd name="csX1" fmla="*/ 11636 w 107854"/>
                <a:gd name="csY1" fmla="*/ 73034 h 78510"/>
                <a:gd name="csX2" fmla="*/ 17638 w 107854"/>
                <a:gd name="csY2" fmla="*/ 78604 h 78510"/>
                <a:gd name="csX3" fmla="*/ 24522 w 107854"/>
                <a:gd name="csY3" fmla="*/ 74775 h 78510"/>
                <a:gd name="csX4" fmla="*/ 27700 w 107854"/>
                <a:gd name="csY4" fmla="*/ 63982 h 78510"/>
                <a:gd name="csX5" fmla="*/ 31583 w 107854"/>
                <a:gd name="csY5" fmla="*/ 48314 h 78510"/>
                <a:gd name="csX6" fmla="*/ 34584 w 107854"/>
                <a:gd name="csY6" fmla="*/ 36651 h 78510"/>
                <a:gd name="csX7" fmla="*/ 41998 w 107854"/>
                <a:gd name="csY7" fmla="*/ 20983 h 78510"/>
                <a:gd name="csX8" fmla="*/ 68476 w 107854"/>
                <a:gd name="csY8" fmla="*/ 4968 h 78510"/>
                <a:gd name="csX9" fmla="*/ 78891 w 107854"/>
                <a:gd name="csY9" fmla="*/ 17154 h 78510"/>
                <a:gd name="csX10" fmla="*/ 68476 w 107854"/>
                <a:gd name="csY10" fmla="*/ 54233 h 78510"/>
                <a:gd name="csX11" fmla="*/ 65828 w 107854"/>
                <a:gd name="csY11" fmla="*/ 63633 h 78510"/>
                <a:gd name="csX12" fmla="*/ 82598 w 107854"/>
                <a:gd name="csY12" fmla="*/ 78604 h 78510"/>
                <a:gd name="csX13" fmla="*/ 108017 w 107854"/>
                <a:gd name="csY13" fmla="*/ 51970 h 78510"/>
                <a:gd name="csX14" fmla="*/ 105192 w 107854"/>
                <a:gd name="csY14" fmla="*/ 49707 h 78510"/>
                <a:gd name="csX15" fmla="*/ 101838 w 107854"/>
                <a:gd name="csY15" fmla="*/ 52666 h 78510"/>
                <a:gd name="csX16" fmla="*/ 83127 w 107854"/>
                <a:gd name="csY16" fmla="*/ 73730 h 78510"/>
                <a:gd name="csX17" fmla="*/ 78714 w 107854"/>
                <a:gd name="csY17" fmla="*/ 67637 h 78510"/>
                <a:gd name="csX18" fmla="*/ 82774 w 107854"/>
                <a:gd name="csY18" fmla="*/ 53537 h 78510"/>
                <a:gd name="csX19" fmla="*/ 92130 w 107854"/>
                <a:gd name="csY19" fmla="*/ 19939 h 78510"/>
                <a:gd name="csX20" fmla="*/ 69182 w 107854"/>
                <a:gd name="csY20" fmla="*/ 94 h 78510"/>
                <a:gd name="csX21" fmla="*/ 39350 w 107854"/>
                <a:gd name="csY21" fmla="*/ 15935 h 78510"/>
                <a:gd name="csX22" fmla="*/ 20462 w 107854"/>
                <a:gd name="csY22" fmla="*/ 94 h 78510"/>
                <a:gd name="csX23" fmla="*/ 6517 w 107854"/>
                <a:gd name="csY23" fmla="*/ 9494 h 78510"/>
                <a:gd name="csX24" fmla="*/ 163 w 107854"/>
                <a:gd name="csY24" fmla="*/ 26728 h 78510"/>
                <a:gd name="csX25" fmla="*/ 3163 w 107854"/>
                <a:gd name="csY25" fmla="*/ 28991 h 78510"/>
                <a:gd name="csX26" fmla="*/ 7047 w 107854"/>
                <a:gd name="csY26" fmla="*/ 23769 h 78510"/>
                <a:gd name="csX27" fmla="*/ 19933 w 107854"/>
                <a:gd name="csY27" fmla="*/ 4968 h 78510"/>
                <a:gd name="csX28" fmla="*/ 25758 w 107854"/>
                <a:gd name="csY28" fmla="*/ 13498 h 78510"/>
                <a:gd name="csX29" fmla="*/ 22934 w 107854"/>
                <a:gd name="csY29" fmla="*/ 27947 h 78510"/>
                <a:gd name="csX30" fmla="*/ 19050 w 107854"/>
                <a:gd name="csY30" fmla="*/ 43614 h 78510"/>
                <a:gd name="csX31" fmla="*/ 13402 w 107854"/>
                <a:gd name="csY31" fmla="*/ 65897 h 78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07854" h="78510">
                  <a:moveTo>
                    <a:pt x="13402" y="65897"/>
                  </a:moveTo>
                  <a:cubicBezTo>
                    <a:pt x="12696" y="68160"/>
                    <a:pt x="11636" y="72512"/>
                    <a:pt x="11636" y="73034"/>
                  </a:cubicBezTo>
                  <a:cubicBezTo>
                    <a:pt x="11636" y="76864"/>
                    <a:pt x="14814" y="78604"/>
                    <a:pt x="17638" y="78604"/>
                  </a:cubicBezTo>
                  <a:cubicBezTo>
                    <a:pt x="20815" y="78604"/>
                    <a:pt x="23640" y="76341"/>
                    <a:pt x="24522" y="74775"/>
                  </a:cubicBezTo>
                  <a:cubicBezTo>
                    <a:pt x="25405" y="73208"/>
                    <a:pt x="26817" y="67637"/>
                    <a:pt x="27700" y="63982"/>
                  </a:cubicBezTo>
                  <a:cubicBezTo>
                    <a:pt x="28582" y="60674"/>
                    <a:pt x="30524" y="52666"/>
                    <a:pt x="31583" y="48314"/>
                  </a:cubicBezTo>
                  <a:cubicBezTo>
                    <a:pt x="32642" y="44484"/>
                    <a:pt x="33701" y="40655"/>
                    <a:pt x="34584" y="36651"/>
                  </a:cubicBezTo>
                  <a:cubicBezTo>
                    <a:pt x="36526" y="29513"/>
                    <a:pt x="36879" y="28121"/>
                    <a:pt x="41998" y="20983"/>
                  </a:cubicBezTo>
                  <a:cubicBezTo>
                    <a:pt x="46941" y="14020"/>
                    <a:pt x="55237" y="4968"/>
                    <a:pt x="68476" y="4968"/>
                  </a:cubicBezTo>
                  <a:cubicBezTo>
                    <a:pt x="78714" y="4968"/>
                    <a:pt x="78891" y="13846"/>
                    <a:pt x="78891" y="17154"/>
                  </a:cubicBezTo>
                  <a:cubicBezTo>
                    <a:pt x="78891" y="27599"/>
                    <a:pt x="71300" y="46922"/>
                    <a:pt x="68476" y="54233"/>
                  </a:cubicBezTo>
                  <a:cubicBezTo>
                    <a:pt x="66534" y="59107"/>
                    <a:pt x="65828" y="60674"/>
                    <a:pt x="65828" y="63633"/>
                  </a:cubicBezTo>
                  <a:cubicBezTo>
                    <a:pt x="65828" y="72860"/>
                    <a:pt x="73595" y="78604"/>
                    <a:pt x="82598" y="78604"/>
                  </a:cubicBezTo>
                  <a:cubicBezTo>
                    <a:pt x="100250" y="78604"/>
                    <a:pt x="108017" y="54581"/>
                    <a:pt x="108017" y="51970"/>
                  </a:cubicBezTo>
                  <a:cubicBezTo>
                    <a:pt x="108017" y="49707"/>
                    <a:pt x="105722" y="49707"/>
                    <a:pt x="105192" y="49707"/>
                  </a:cubicBezTo>
                  <a:cubicBezTo>
                    <a:pt x="102721" y="49707"/>
                    <a:pt x="102545" y="50751"/>
                    <a:pt x="101838" y="52666"/>
                  </a:cubicBezTo>
                  <a:cubicBezTo>
                    <a:pt x="97779" y="66593"/>
                    <a:pt x="90188" y="73730"/>
                    <a:pt x="83127" y="73730"/>
                  </a:cubicBezTo>
                  <a:cubicBezTo>
                    <a:pt x="79420" y="73730"/>
                    <a:pt x="78714" y="71293"/>
                    <a:pt x="78714" y="67637"/>
                  </a:cubicBezTo>
                  <a:cubicBezTo>
                    <a:pt x="78714" y="63633"/>
                    <a:pt x="79597" y="61370"/>
                    <a:pt x="82774" y="53537"/>
                  </a:cubicBezTo>
                  <a:cubicBezTo>
                    <a:pt x="84892" y="48140"/>
                    <a:pt x="92130" y="29687"/>
                    <a:pt x="92130" y="19939"/>
                  </a:cubicBezTo>
                  <a:cubicBezTo>
                    <a:pt x="92130" y="3053"/>
                    <a:pt x="78538" y="94"/>
                    <a:pt x="69182" y="94"/>
                  </a:cubicBezTo>
                  <a:cubicBezTo>
                    <a:pt x="54531" y="94"/>
                    <a:pt x="44646" y="8972"/>
                    <a:pt x="39350" y="15935"/>
                  </a:cubicBezTo>
                  <a:cubicBezTo>
                    <a:pt x="38115" y="3923"/>
                    <a:pt x="27700" y="94"/>
                    <a:pt x="20462" y="94"/>
                  </a:cubicBezTo>
                  <a:cubicBezTo>
                    <a:pt x="12872" y="94"/>
                    <a:pt x="8812" y="5490"/>
                    <a:pt x="6517" y="9494"/>
                  </a:cubicBezTo>
                  <a:cubicBezTo>
                    <a:pt x="2634" y="15935"/>
                    <a:pt x="163" y="25858"/>
                    <a:pt x="163" y="26728"/>
                  </a:cubicBezTo>
                  <a:cubicBezTo>
                    <a:pt x="163" y="28991"/>
                    <a:pt x="2634" y="28991"/>
                    <a:pt x="3163" y="28991"/>
                  </a:cubicBezTo>
                  <a:cubicBezTo>
                    <a:pt x="5635" y="28991"/>
                    <a:pt x="5811" y="28469"/>
                    <a:pt x="7047" y="23769"/>
                  </a:cubicBezTo>
                  <a:cubicBezTo>
                    <a:pt x="9695" y="13498"/>
                    <a:pt x="13049" y="4968"/>
                    <a:pt x="19933" y="4968"/>
                  </a:cubicBezTo>
                  <a:cubicBezTo>
                    <a:pt x="24522" y="4968"/>
                    <a:pt x="25758" y="8798"/>
                    <a:pt x="25758" y="13498"/>
                  </a:cubicBezTo>
                  <a:cubicBezTo>
                    <a:pt x="25758" y="16805"/>
                    <a:pt x="24169" y="23246"/>
                    <a:pt x="22934" y="27947"/>
                  </a:cubicBezTo>
                  <a:cubicBezTo>
                    <a:pt x="21698" y="32647"/>
                    <a:pt x="19933" y="39784"/>
                    <a:pt x="19050" y="43614"/>
                  </a:cubicBezTo>
                  <a:lnTo>
                    <a:pt x="13402" y="65897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6" name="任意多边形: 形状 2085">
              <a:extLst>
                <a:ext uri="{FF2B5EF4-FFF2-40B4-BE49-F238E27FC236}">
                  <a16:creationId xmlns:a16="http://schemas.microsoft.com/office/drawing/2014/main" id="{379F2060-E249-730F-8AFB-AC0A1FF2EFB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791757" y="4809682"/>
              <a:ext cx="129919" cy="46827"/>
            </a:xfrm>
            <a:custGeom>
              <a:avLst/>
              <a:gdLst>
                <a:gd name="csX0" fmla="*/ 123379 w 129919"/>
                <a:gd name="csY0" fmla="*/ 8624 h 46827"/>
                <a:gd name="csX1" fmla="*/ 130087 w 129919"/>
                <a:gd name="csY1" fmla="*/ 4272 h 46827"/>
                <a:gd name="csX2" fmla="*/ 123555 w 129919"/>
                <a:gd name="csY2" fmla="*/ 94 h 46827"/>
                <a:gd name="csX3" fmla="*/ 6699 w 129919"/>
                <a:gd name="csY3" fmla="*/ 94 h 46827"/>
                <a:gd name="csX4" fmla="*/ 167 w 129919"/>
                <a:gd name="csY4" fmla="*/ 4272 h 46827"/>
                <a:gd name="csX5" fmla="*/ 6875 w 129919"/>
                <a:gd name="csY5" fmla="*/ 8624 h 46827"/>
                <a:gd name="csX6" fmla="*/ 123379 w 129919"/>
                <a:gd name="csY6" fmla="*/ 8624 h 46827"/>
                <a:gd name="csX7" fmla="*/ 123555 w 129919"/>
                <a:gd name="csY7" fmla="*/ 46922 h 46827"/>
                <a:gd name="csX8" fmla="*/ 130087 w 129919"/>
                <a:gd name="csY8" fmla="*/ 42744 h 46827"/>
                <a:gd name="csX9" fmla="*/ 123379 w 129919"/>
                <a:gd name="csY9" fmla="*/ 38392 h 46827"/>
                <a:gd name="csX10" fmla="*/ 6875 w 129919"/>
                <a:gd name="csY10" fmla="*/ 38392 h 46827"/>
                <a:gd name="csX11" fmla="*/ 167 w 129919"/>
                <a:gd name="csY11" fmla="*/ 42744 h 46827"/>
                <a:gd name="csX12" fmla="*/ 6699 w 129919"/>
                <a:gd name="csY12" fmla="*/ 46922 h 46827"/>
                <a:gd name="csX13" fmla="*/ 123555 w 129919"/>
                <a:gd name="csY13" fmla="*/ 46922 h 468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9919" h="46827">
                  <a:moveTo>
                    <a:pt x="123379" y="8624"/>
                  </a:moveTo>
                  <a:cubicBezTo>
                    <a:pt x="126027" y="8624"/>
                    <a:pt x="130087" y="8624"/>
                    <a:pt x="130087" y="4272"/>
                  </a:cubicBezTo>
                  <a:cubicBezTo>
                    <a:pt x="130087" y="94"/>
                    <a:pt x="125850" y="94"/>
                    <a:pt x="123555" y="94"/>
                  </a:cubicBezTo>
                  <a:lnTo>
                    <a:pt x="6699" y="94"/>
                  </a:lnTo>
                  <a:cubicBezTo>
                    <a:pt x="4404" y="94"/>
                    <a:pt x="167" y="94"/>
                    <a:pt x="167" y="4272"/>
                  </a:cubicBezTo>
                  <a:cubicBezTo>
                    <a:pt x="167" y="8624"/>
                    <a:pt x="4227" y="8624"/>
                    <a:pt x="6875" y="8624"/>
                  </a:cubicBezTo>
                  <a:lnTo>
                    <a:pt x="123379" y="8624"/>
                  </a:lnTo>
                  <a:close/>
                  <a:moveTo>
                    <a:pt x="123555" y="46922"/>
                  </a:moveTo>
                  <a:cubicBezTo>
                    <a:pt x="125850" y="46922"/>
                    <a:pt x="130087" y="46922"/>
                    <a:pt x="130087" y="42744"/>
                  </a:cubicBezTo>
                  <a:cubicBezTo>
                    <a:pt x="130087" y="38392"/>
                    <a:pt x="126027" y="38392"/>
                    <a:pt x="123379" y="38392"/>
                  </a:cubicBezTo>
                  <a:lnTo>
                    <a:pt x="6875" y="38392"/>
                  </a:lnTo>
                  <a:cubicBezTo>
                    <a:pt x="4227" y="38392"/>
                    <a:pt x="167" y="38392"/>
                    <a:pt x="167" y="42744"/>
                  </a:cubicBezTo>
                  <a:cubicBezTo>
                    <a:pt x="167" y="46922"/>
                    <a:pt x="4404" y="46922"/>
                    <a:pt x="6699" y="46922"/>
                  </a:cubicBezTo>
                  <a:lnTo>
                    <a:pt x="123555" y="46922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7" name="任意多边形: 形状 2086">
              <a:extLst>
                <a:ext uri="{FF2B5EF4-FFF2-40B4-BE49-F238E27FC236}">
                  <a16:creationId xmlns:a16="http://schemas.microsoft.com/office/drawing/2014/main" id="{D732DE41-49B3-D626-30D7-0C74FE5EA10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943387" y="4761113"/>
              <a:ext cx="81905" cy="119071"/>
            </a:xfrm>
            <a:custGeom>
              <a:avLst/>
              <a:gdLst>
                <a:gd name="csX0" fmla="*/ 82079 w 81905"/>
                <a:gd name="csY0" fmla="*/ 60152 h 119071"/>
                <a:gd name="csX1" fmla="*/ 71664 w 81905"/>
                <a:gd name="csY1" fmla="*/ 15065 h 119071"/>
                <a:gd name="csX2" fmla="*/ 41126 w 81905"/>
                <a:gd name="csY2" fmla="*/ 94 h 119071"/>
                <a:gd name="csX3" fmla="*/ 174 w 81905"/>
                <a:gd name="csY3" fmla="*/ 60152 h 119071"/>
                <a:gd name="csX4" fmla="*/ 41126 w 81905"/>
                <a:gd name="csY4" fmla="*/ 119165 h 119071"/>
                <a:gd name="csX5" fmla="*/ 82079 w 81905"/>
                <a:gd name="csY5" fmla="*/ 60152 h 119071"/>
                <a:gd name="csX6" fmla="*/ 41126 w 81905"/>
                <a:gd name="csY6" fmla="*/ 114291 h 119071"/>
                <a:gd name="csX7" fmla="*/ 18708 w 81905"/>
                <a:gd name="csY7" fmla="*/ 95316 h 119071"/>
                <a:gd name="csX8" fmla="*/ 16237 w 81905"/>
                <a:gd name="csY8" fmla="*/ 57889 h 119071"/>
                <a:gd name="csX9" fmla="*/ 18885 w 81905"/>
                <a:gd name="csY9" fmla="*/ 22376 h 119071"/>
                <a:gd name="csX10" fmla="*/ 41126 w 81905"/>
                <a:gd name="csY10" fmla="*/ 4968 h 119071"/>
                <a:gd name="csX11" fmla="*/ 63015 w 81905"/>
                <a:gd name="csY11" fmla="*/ 20809 h 119071"/>
                <a:gd name="csX12" fmla="*/ 66016 w 81905"/>
                <a:gd name="csY12" fmla="*/ 57889 h 119071"/>
                <a:gd name="csX13" fmla="*/ 63721 w 81905"/>
                <a:gd name="csY13" fmla="*/ 94620 h 119071"/>
                <a:gd name="csX14" fmla="*/ 41126 w 81905"/>
                <a:gd name="csY14" fmla="*/ 114291 h 11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1905" h="119071">
                  <a:moveTo>
                    <a:pt x="82079" y="60152"/>
                  </a:moveTo>
                  <a:cubicBezTo>
                    <a:pt x="82079" y="41003"/>
                    <a:pt x="79784" y="27250"/>
                    <a:pt x="71664" y="15065"/>
                  </a:cubicBezTo>
                  <a:cubicBezTo>
                    <a:pt x="66192" y="7057"/>
                    <a:pt x="55248" y="94"/>
                    <a:pt x="41126" y="94"/>
                  </a:cubicBezTo>
                  <a:cubicBezTo>
                    <a:pt x="174" y="94"/>
                    <a:pt x="174" y="47618"/>
                    <a:pt x="174" y="60152"/>
                  </a:cubicBezTo>
                  <a:cubicBezTo>
                    <a:pt x="174" y="72686"/>
                    <a:pt x="174" y="119165"/>
                    <a:pt x="41126" y="119165"/>
                  </a:cubicBezTo>
                  <a:cubicBezTo>
                    <a:pt x="82079" y="119165"/>
                    <a:pt x="82079" y="72686"/>
                    <a:pt x="82079" y="60152"/>
                  </a:cubicBezTo>
                  <a:close/>
                  <a:moveTo>
                    <a:pt x="41126" y="114291"/>
                  </a:moveTo>
                  <a:cubicBezTo>
                    <a:pt x="33006" y="114291"/>
                    <a:pt x="22239" y="109591"/>
                    <a:pt x="18708" y="95316"/>
                  </a:cubicBezTo>
                  <a:cubicBezTo>
                    <a:pt x="16237" y="85045"/>
                    <a:pt x="16237" y="70771"/>
                    <a:pt x="16237" y="57889"/>
                  </a:cubicBezTo>
                  <a:cubicBezTo>
                    <a:pt x="16237" y="45181"/>
                    <a:pt x="16237" y="31951"/>
                    <a:pt x="18885" y="22376"/>
                  </a:cubicBezTo>
                  <a:cubicBezTo>
                    <a:pt x="22592" y="8624"/>
                    <a:pt x="33889" y="4968"/>
                    <a:pt x="41126" y="4968"/>
                  </a:cubicBezTo>
                  <a:cubicBezTo>
                    <a:pt x="50659" y="4968"/>
                    <a:pt x="59838" y="10713"/>
                    <a:pt x="63015" y="20809"/>
                  </a:cubicBezTo>
                  <a:cubicBezTo>
                    <a:pt x="65839" y="30210"/>
                    <a:pt x="66016" y="42744"/>
                    <a:pt x="66016" y="57889"/>
                  </a:cubicBezTo>
                  <a:cubicBezTo>
                    <a:pt x="66016" y="70771"/>
                    <a:pt x="66016" y="83653"/>
                    <a:pt x="63721" y="94620"/>
                  </a:cubicBezTo>
                  <a:cubicBezTo>
                    <a:pt x="60191" y="110461"/>
                    <a:pt x="48187" y="114291"/>
                    <a:pt x="41126" y="114291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8" name="任意多边形: 形状 2087">
              <a:extLst>
                <a:ext uri="{FF2B5EF4-FFF2-40B4-BE49-F238E27FC236}">
                  <a16:creationId xmlns:a16="http://schemas.microsoft.com/office/drawing/2014/main" id="{D993628B-B995-020E-8E6C-04996A042E2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112468" y="4476369"/>
              <a:ext cx="125581" cy="112655"/>
            </a:xfrm>
            <a:custGeom>
              <a:avLst/>
              <a:gdLst>
                <a:gd name="csX0" fmla="*/ 77093 w 125581"/>
                <a:gd name="csY0" fmla="*/ 34898 h 112655"/>
                <a:gd name="csX1" fmla="*/ 102058 w 125581"/>
                <a:gd name="csY1" fmla="*/ 5553 h 112655"/>
                <a:gd name="csX2" fmla="*/ 114667 w 125581"/>
                <a:gd name="csY2" fmla="*/ 8786 h 112655"/>
                <a:gd name="csX3" fmla="*/ 102562 w 125581"/>
                <a:gd name="csY3" fmla="*/ 22215 h 112655"/>
                <a:gd name="csX4" fmla="*/ 112145 w 125581"/>
                <a:gd name="csY4" fmla="*/ 30919 h 112655"/>
                <a:gd name="csX5" fmla="*/ 125762 w 125581"/>
                <a:gd name="csY5" fmla="*/ 16495 h 112655"/>
                <a:gd name="csX6" fmla="*/ 102310 w 125581"/>
                <a:gd name="csY6" fmla="*/ 82 h 112655"/>
                <a:gd name="csX7" fmla="*/ 75832 w 125581"/>
                <a:gd name="csY7" fmla="*/ 18982 h 112655"/>
                <a:gd name="csX8" fmla="*/ 48597 w 125581"/>
                <a:gd name="csY8" fmla="*/ 82 h 112655"/>
                <a:gd name="csX9" fmla="*/ 7998 w 125581"/>
                <a:gd name="csY9" fmla="*/ 38380 h 112655"/>
                <a:gd name="csX10" fmla="*/ 11024 w 125581"/>
                <a:gd name="csY10" fmla="*/ 40867 h 112655"/>
                <a:gd name="csX11" fmla="*/ 14302 w 125581"/>
                <a:gd name="csY11" fmla="*/ 38131 h 112655"/>
                <a:gd name="csX12" fmla="*/ 48093 w 125581"/>
                <a:gd name="csY12" fmla="*/ 5553 h 112655"/>
                <a:gd name="csX13" fmla="*/ 61710 w 125581"/>
                <a:gd name="csY13" fmla="*/ 22215 h 112655"/>
                <a:gd name="csX14" fmla="*/ 48093 w 125581"/>
                <a:gd name="csY14" fmla="*/ 81403 h 112655"/>
                <a:gd name="csX15" fmla="*/ 24137 w 125581"/>
                <a:gd name="csY15" fmla="*/ 107267 h 112655"/>
                <a:gd name="csX16" fmla="*/ 11528 w 125581"/>
                <a:gd name="csY16" fmla="*/ 104034 h 112655"/>
                <a:gd name="csX17" fmla="*/ 23380 w 125581"/>
                <a:gd name="csY17" fmla="*/ 90604 h 112655"/>
                <a:gd name="csX18" fmla="*/ 14050 w 125581"/>
                <a:gd name="csY18" fmla="*/ 81900 h 112655"/>
                <a:gd name="csX19" fmla="*/ 180 w 125581"/>
                <a:gd name="csY19" fmla="*/ 96324 h 112655"/>
                <a:gd name="csX20" fmla="*/ 23885 w 125581"/>
                <a:gd name="csY20" fmla="*/ 112738 h 112655"/>
                <a:gd name="csX21" fmla="*/ 50363 w 125581"/>
                <a:gd name="csY21" fmla="*/ 93837 h 112655"/>
                <a:gd name="csX22" fmla="*/ 77597 w 125581"/>
                <a:gd name="csY22" fmla="*/ 112738 h 112655"/>
                <a:gd name="csX23" fmla="*/ 117945 w 125581"/>
                <a:gd name="csY23" fmla="*/ 74440 h 112655"/>
                <a:gd name="csX24" fmla="*/ 114919 w 125581"/>
                <a:gd name="csY24" fmla="*/ 71953 h 112655"/>
                <a:gd name="csX25" fmla="*/ 111641 w 125581"/>
                <a:gd name="csY25" fmla="*/ 74688 h 112655"/>
                <a:gd name="csX26" fmla="*/ 78102 w 125581"/>
                <a:gd name="csY26" fmla="*/ 107267 h 112655"/>
                <a:gd name="csX27" fmla="*/ 64232 w 125581"/>
                <a:gd name="csY27" fmla="*/ 90853 h 112655"/>
                <a:gd name="csX28" fmla="*/ 68519 w 125581"/>
                <a:gd name="csY28" fmla="*/ 68969 h 112655"/>
                <a:gd name="csX29" fmla="*/ 77093 w 125581"/>
                <a:gd name="csY29" fmla="*/ 34898 h 112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25581" h="112655">
                  <a:moveTo>
                    <a:pt x="77093" y="34898"/>
                  </a:moveTo>
                  <a:cubicBezTo>
                    <a:pt x="78606" y="28432"/>
                    <a:pt x="84406" y="5553"/>
                    <a:pt x="102058" y="5553"/>
                  </a:cubicBezTo>
                  <a:cubicBezTo>
                    <a:pt x="103319" y="5553"/>
                    <a:pt x="109371" y="5553"/>
                    <a:pt x="114667" y="8786"/>
                  </a:cubicBezTo>
                  <a:cubicBezTo>
                    <a:pt x="107606" y="10030"/>
                    <a:pt x="102562" y="16247"/>
                    <a:pt x="102562" y="22215"/>
                  </a:cubicBezTo>
                  <a:cubicBezTo>
                    <a:pt x="102562" y="26194"/>
                    <a:pt x="105336" y="30919"/>
                    <a:pt x="112145" y="30919"/>
                  </a:cubicBezTo>
                  <a:cubicBezTo>
                    <a:pt x="117693" y="30919"/>
                    <a:pt x="125762" y="26443"/>
                    <a:pt x="125762" y="16495"/>
                  </a:cubicBezTo>
                  <a:cubicBezTo>
                    <a:pt x="125762" y="3564"/>
                    <a:pt x="110884" y="82"/>
                    <a:pt x="102310" y="82"/>
                  </a:cubicBezTo>
                  <a:cubicBezTo>
                    <a:pt x="87684" y="82"/>
                    <a:pt x="78858" y="13262"/>
                    <a:pt x="75832" y="18982"/>
                  </a:cubicBezTo>
                  <a:cubicBezTo>
                    <a:pt x="69528" y="2569"/>
                    <a:pt x="55910" y="82"/>
                    <a:pt x="48597" y="82"/>
                  </a:cubicBezTo>
                  <a:cubicBezTo>
                    <a:pt x="22372" y="82"/>
                    <a:pt x="7998" y="32163"/>
                    <a:pt x="7998" y="38380"/>
                  </a:cubicBezTo>
                  <a:cubicBezTo>
                    <a:pt x="7998" y="40867"/>
                    <a:pt x="10519" y="40867"/>
                    <a:pt x="11024" y="40867"/>
                  </a:cubicBezTo>
                  <a:cubicBezTo>
                    <a:pt x="13041" y="40867"/>
                    <a:pt x="13798" y="40369"/>
                    <a:pt x="14302" y="38131"/>
                  </a:cubicBezTo>
                  <a:cubicBezTo>
                    <a:pt x="22876" y="11770"/>
                    <a:pt x="39519" y="5553"/>
                    <a:pt x="48093" y="5553"/>
                  </a:cubicBezTo>
                  <a:cubicBezTo>
                    <a:pt x="52884" y="5553"/>
                    <a:pt x="61710" y="7791"/>
                    <a:pt x="61710" y="22215"/>
                  </a:cubicBezTo>
                  <a:cubicBezTo>
                    <a:pt x="61710" y="29925"/>
                    <a:pt x="57423" y="46587"/>
                    <a:pt x="48093" y="81403"/>
                  </a:cubicBezTo>
                  <a:cubicBezTo>
                    <a:pt x="44058" y="96822"/>
                    <a:pt x="35232" y="107267"/>
                    <a:pt x="24137" y="107267"/>
                  </a:cubicBezTo>
                  <a:cubicBezTo>
                    <a:pt x="22624" y="107267"/>
                    <a:pt x="16824" y="107267"/>
                    <a:pt x="11528" y="104034"/>
                  </a:cubicBezTo>
                  <a:cubicBezTo>
                    <a:pt x="17832" y="102790"/>
                    <a:pt x="23380" y="97568"/>
                    <a:pt x="23380" y="90604"/>
                  </a:cubicBezTo>
                  <a:cubicBezTo>
                    <a:pt x="23380" y="83890"/>
                    <a:pt x="17832" y="81900"/>
                    <a:pt x="14050" y="81900"/>
                  </a:cubicBezTo>
                  <a:cubicBezTo>
                    <a:pt x="6485" y="81900"/>
                    <a:pt x="180" y="88366"/>
                    <a:pt x="180" y="96324"/>
                  </a:cubicBezTo>
                  <a:cubicBezTo>
                    <a:pt x="180" y="107764"/>
                    <a:pt x="12789" y="112738"/>
                    <a:pt x="23885" y="112738"/>
                  </a:cubicBezTo>
                  <a:cubicBezTo>
                    <a:pt x="40528" y="112738"/>
                    <a:pt x="49606" y="95330"/>
                    <a:pt x="50363" y="93837"/>
                  </a:cubicBezTo>
                  <a:cubicBezTo>
                    <a:pt x="53389" y="103039"/>
                    <a:pt x="62467" y="112738"/>
                    <a:pt x="77597" y="112738"/>
                  </a:cubicBezTo>
                  <a:cubicBezTo>
                    <a:pt x="103571" y="112738"/>
                    <a:pt x="117945" y="80657"/>
                    <a:pt x="117945" y="74440"/>
                  </a:cubicBezTo>
                  <a:cubicBezTo>
                    <a:pt x="117945" y="71953"/>
                    <a:pt x="115675" y="71953"/>
                    <a:pt x="114919" y="71953"/>
                  </a:cubicBezTo>
                  <a:cubicBezTo>
                    <a:pt x="112649" y="71953"/>
                    <a:pt x="112145" y="72948"/>
                    <a:pt x="111641" y="74688"/>
                  </a:cubicBezTo>
                  <a:cubicBezTo>
                    <a:pt x="103319" y="101298"/>
                    <a:pt x="86171" y="107267"/>
                    <a:pt x="78102" y="107267"/>
                  </a:cubicBezTo>
                  <a:cubicBezTo>
                    <a:pt x="68267" y="107267"/>
                    <a:pt x="64232" y="99309"/>
                    <a:pt x="64232" y="90853"/>
                  </a:cubicBezTo>
                  <a:cubicBezTo>
                    <a:pt x="64232" y="85382"/>
                    <a:pt x="65745" y="79911"/>
                    <a:pt x="68519" y="68969"/>
                  </a:cubicBezTo>
                  <a:lnTo>
                    <a:pt x="77093" y="34898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89" name="任意多边形: 形状 2088">
              <a:extLst>
                <a:ext uri="{FF2B5EF4-FFF2-40B4-BE49-F238E27FC236}">
                  <a16:creationId xmlns:a16="http://schemas.microsoft.com/office/drawing/2014/main" id="{8934CFC9-767F-C03D-E785-6FC8A67923D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274244" y="4399773"/>
              <a:ext cx="58504" cy="248688"/>
            </a:xfrm>
            <a:custGeom>
              <a:avLst/>
              <a:gdLst>
                <a:gd name="csX0" fmla="*/ 58690 w 58504"/>
                <a:gd name="csY0" fmla="*/ 246283 h 248688"/>
                <a:gd name="csX1" fmla="*/ 54403 w 58504"/>
                <a:gd name="csY1" fmla="*/ 240812 h 248688"/>
                <a:gd name="csX2" fmla="*/ 14812 w 58504"/>
                <a:gd name="csY2" fmla="*/ 124426 h 248688"/>
                <a:gd name="csX3" fmla="*/ 55412 w 58504"/>
                <a:gd name="csY3" fmla="*/ 6797 h 248688"/>
                <a:gd name="csX4" fmla="*/ 58690 w 58504"/>
                <a:gd name="csY4" fmla="*/ 2569 h 248688"/>
                <a:gd name="csX5" fmla="*/ 56168 w 58504"/>
                <a:gd name="csY5" fmla="*/ 82 h 248688"/>
                <a:gd name="csX6" fmla="*/ 16073 w 58504"/>
                <a:gd name="csY6" fmla="*/ 48576 h 248688"/>
                <a:gd name="csX7" fmla="*/ 186 w 58504"/>
                <a:gd name="csY7" fmla="*/ 124426 h 248688"/>
                <a:gd name="csX8" fmla="*/ 16829 w 58504"/>
                <a:gd name="csY8" fmla="*/ 202017 h 248688"/>
                <a:gd name="csX9" fmla="*/ 56168 w 58504"/>
                <a:gd name="csY9" fmla="*/ 248770 h 248688"/>
                <a:gd name="csX10" fmla="*/ 58690 w 58504"/>
                <a:gd name="csY10" fmla="*/ 246283 h 248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504" h="248688">
                  <a:moveTo>
                    <a:pt x="58690" y="246283"/>
                  </a:moveTo>
                  <a:cubicBezTo>
                    <a:pt x="58690" y="245537"/>
                    <a:pt x="58690" y="245040"/>
                    <a:pt x="54403" y="240812"/>
                  </a:cubicBezTo>
                  <a:cubicBezTo>
                    <a:pt x="22882" y="209477"/>
                    <a:pt x="14812" y="162475"/>
                    <a:pt x="14812" y="124426"/>
                  </a:cubicBezTo>
                  <a:cubicBezTo>
                    <a:pt x="14812" y="81154"/>
                    <a:pt x="24395" y="37883"/>
                    <a:pt x="55412" y="6797"/>
                  </a:cubicBezTo>
                  <a:cubicBezTo>
                    <a:pt x="58690" y="3812"/>
                    <a:pt x="58690" y="3315"/>
                    <a:pt x="58690" y="2569"/>
                  </a:cubicBezTo>
                  <a:cubicBezTo>
                    <a:pt x="58690" y="828"/>
                    <a:pt x="57681" y="82"/>
                    <a:pt x="56168" y="82"/>
                  </a:cubicBezTo>
                  <a:cubicBezTo>
                    <a:pt x="53647" y="82"/>
                    <a:pt x="30951" y="16993"/>
                    <a:pt x="16073" y="48576"/>
                  </a:cubicBezTo>
                  <a:cubicBezTo>
                    <a:pt x="3212" y="75932"/>
                    <a:pt x="186" y="103536"/>
                    <a:pt x="186" y="124426"/>
                  </a:cubicBezTo>
                  <a:cubicBezTo>
                    <a:pt x="186" y="143824"/>
                    <a:pt x="2960" y="173915"/>
                    <a:pt x="16829" y="202017"/>
                  </a:cubicBezTo>
                  <a:cubicBezTo>
                    <a:pt x="31960" y="232605"/>
                    <a:pt x="53647" y="248770"/>
                    <a:pt x="56168" y="248770"/>
                  </a:cubicBezTo>
                  <a:cubicBezTo>
                    <a:pt x="57681" y="248770"/>
                    <a:pt x="58690" y="248024"/>
                    <a:pt x="58690" y="246283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0" name="任意多边形: 形状 2089">
              <a:extLst>
                <a:ext uri="{FF2B5EF4-FFF2-40B4-BE49-F238E27FC236}">
                  <a16:creationId xmlns:a16="http://schemas.microsoft.com/office/drawing/2014/main" id="{3FBF607F-3156-66B0-B0B2-3CA854BF375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354659" y="4476369"/>
              <a:ext cx="136677" cy="112655"/>
            </a:xfrm>
            <a:custGeom>
              <a:avLst/>
              <a:gdLst>
                <a:gd name="csX0" fmla="*/ 15068 w 136677"/>
                <a:gd name="csY0" fmla="*/ 95330 h 112655"/>
                <a:gd name="csX1" fmla="*/ 12799 w 136677"/>
                <a:gd name="csY1" fmla="*/ 106023 h 112655"/>
                <a:gd name="csX2" fmla="*/ 20112 w 136677"/>
                <a:gd name="csY2" fmla="*/ 112738 h 112655"/>
                <a:gd name="csX3" fmla="*/ 29442 w 136677"/>
                <a:gd name="csY3" fmla="*/ 105774 h 112655"/>
                <a:gd name="csX4" fmla="*/ 34233 w 136677"/>
                <a:gd name="csY4" fmla="*/ 87372 h 112655"/>
                <a:gd name="csX5" fmla="*/ 39781 w 136677"/>
                <a:gd name="csY5" fmla="*/ 64990 h 112655"/>
                <a:gd name="csX6" fmla="*/ 44068 w 136677"/>
                <a:gd name="csY6" fmla="*/ 48327 h 112655"/>
                <a:gd name="csX7" fmla="*/ 47346 w 136677"/>
                <a:gd name="csY7" fmla="*/ 35893 h 112655"/>
                <a:gd name="csX8" fmla="*/ 88450 w 136677"/>
                <a:gd name="csY8" fmla="*/ 5553 h 112655"/>
                <a:gd name="csX9" fmla="*/ 102068 w 136677"/>
                <a:gd name="csY9" fmla="*/ 22961 h 112655"/>
                <a:gd name="csX10" fmla="*/ 85676 w 136677"/>
                <a:gd name="csY10" fmla="*/ 80906 h 112655"/>
                <a:gd name="csX11" fmla="*/ 83155 w 136677"/>
                <a:gd name="csY11" fmla="*/ 92345 h 112655"/>
                <a:gd name="csX12" fmla="*/ 103833 w 136677"/>
                <a:gd name="csY12" fmla="*/ 112738 h 112655"/>
                <a:gd name="csX13" fmla="*/ 136867 w 136677"/>
                <a:gd name="csY13" fmla="*/ 74440 h 112655"/>
                <a:gd name="csX14" fmla="*/ 133841 w 136677"/>
                <a:gd name="csY14" fmla="*/ 71953 h 112655"/>
                <a:gd name="csX15" fmla="*/ 130059 w 136677"/>
                <a:gd name="csY15" fmla="*/ 76429 h 112655"/>
                <a:gd name="csX16" fmla="*/ 104337 w 136677"/>
                <a:gd name="csY16" fmla="*/ 107267 h 112655"/>
                <a:gd name="csX17" fmla="*/ 98285 w 136677"/>
                <a:gd name="csY17" fmla="*/ 99060 h 112655"/>
                <a:gd name="csX18" fmla="*/ 102824 w 136677"/>
                <a:gd name="csY18" fmla="*/ 81403 h 112655"/>
                <a:gd name="csX19" fmla="*/ 118207 w 136677"/>
                <a:gd name="csY19" fmla="*/ 26692 h 112655"/>
                <a:gd name="csX20" fmla="*/ 89207 w 136677"/>
                <a:gd name="csY20" fmla="*/ 82 h 112655"/>
                <a:gd name="csX21" fmla="*/ 49868 w 136677"/>
                <a:gd name="csY21" fmla="*/ 21718 h 112655"/>
                <a:gd name="csX22" fmla="*/ 26668 w 136677"/>
                <a:gd name="csY22" fmla="*/ 82 h 112655"/>
                <a:gd name="csX23" fmla="*/ 7755 w 136677"/>
                <a:gd name="csY23" fmla="*/ 14257 h 112655"/>
                <a:gd name="csX24" fmla="*/ 190 w 136677"/>
                <a:gd name="csY24" fmla="*/ 38380 h 112655"/>
                <a:gd name="csX25" fmla="*/ 3216 w 136677"/>
                <a:gd name="csY25" fmla="*/ 40867 h 112655"/>
                <a:gd name="csX26" fmla="*/ 7503 w 136677"/>
                <a:gd name="csY26" fmla="*/ 35147 h 112655"/>
                <a:gd name="csX27" fmla="*/ 25912 w 136677"/>
                <a:gd name="csY27" fmla="*/ 5553 h 112655"/>
                <a:gd name="csX28" fmla="*/ 33729 w 136677"/>
                <a:gd name="csY28" fmla="*/ 16993 h 112655"/>
                <a:gd name="csX29" fmla="*/ 29694 w 136677"/>
                <a:gd name="csY29" fmla="*/ 37883 h 112655"/>
                <a:gd name="csX30" fmla="*/ 15068 w 136677"/>
                <a:gd name="csY30" fmla="*/ 95330 h 112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36677" h="112655">
                  <a:moveTo>
                    <a:pt x="15068" y="95330"/>
                  </a:moveTo>
                  <a:cubicBezTo>
                    <a:pt x="14312" y="99060"/>
                    <a:pt x="12799" y="104780"/>
                    <a:pt x="12799" y="106023"/>
                  </a:cubicBezTo>
                  <a:cubicBezTo>
                    <a:pt x="12799" y="110500"/>
                    <a:pt x="16329" y="112738"/>
                    <a:pt x="20112" y="112738"/>
                  </a:cubicBezTo>
                  <a:cubicBezTo>
                    <a:pt x="23138" y="112738"/>
                    <a:pt x="27677" y="110748"/>
                    <a:pt x="29442" y="105774"/>
                  </a:cubicBezTo>
                  <a:cubicBezTo>
                    <a:pt x="29694" y="105277"/>
                    <a:pt x="32720" y="93589"/>
                    <a:pt x="34233" y="87372"/>
                  </a:cubicBezTo>
                  <a:lnTo>
                    <a:pt x="39781" y="64990"/>
                  </a:lnTo>
                  <a:cubicBezTo>
                    <a:pt x="41294" y="59518"/>
                    <a:pt x="42807" y="54047"/>
                    <a:pt x="44068" y="48327"/>
                  </a:cubicBezTo>
                  <a:cubicBezTo>
                    <a:pt x="45077" y="44100"/>
                    <a:pt x="47094" y="36888"/>
                    <a:pt x="47346" y="35893"/>
                  </a:cubicBezTo>
                  <a:cubicBezTo>
                    <a:pt x="51129" y="28184"/>
                    <a:pt x="64494" y="5553"/>
                    <a:pt x="88450" y="5553"/>
                  </a:cubicBezTo>
                  <a:cubicBezTo>
                    <a:pt x="99798" y="5553"/>
                    <a:pt x="102068" y="14755"/>
                    <a:pt x="102068" y="22961"/>
                  </a:cubicBezTo>
                  <a:cubicBezTo>
                    <a:pt x="102068" y="38380"/>
                    <a:pt x="89711" y="70212"/>
                    <a:pt x="85676" y="80906"/>
                  </a:cubicBezTo>
                  <a:cubicBezTo>
                    <a:pt x="83407" y="86625"/>
                    <a:pt x="83155" y="89610"/>
                    <a:pt x="83155" y="92345"/>
                  </a:cubicBezTo>
                  <a:cubicBezTo>
                    <a:pt x="83155" y="104034"/>
                    <a:pt x="91981" y="112738"/>
                    <a:pt x="103833" y="112738"/>
                  </a:cubicBezTo>
                  <a:cubicBezTo>
                    <a:pt x="127537" y="112738"/>
                    <a:pt x="136867" y="76429"/>
                    <a:pt x="136867" y="74440"/>
                  </a:cubicBezTo>
                  <a:cubicBezTo>
                    <a:pt x="136867" y="71953"/>
                    <a:pt x="134598" y="71953"/>
                    <a:pt x="133841" y="71953"/>
                  </a:cubicBezTo>
                  <a:cubicBezTo>
                    <a:pt x="131320" y="71953"/>
                    <a:pt x="131320" y="72699"/>
                    <a:pt x="130059" y="76429"/>
                  </a:cubicBezTo>
                  <a:cubicBezTo>
                    <a:pt x="125015" y="93340"/>
                    <a:pt x="116694" y="107267"/>
                    <a:pt x="104337" y="107267"/>
                  </a:cubicBezTo>
                  <a:cubicBezTo>
                    <a:pt x="100050" y="107267"/>
                    <a:pt x="98285" y="104780"/>
                    <a:pt x="98285" y="99060"/>
                  </a:cubicBezTo>
                  <a:cubicBezTo>
                    <a:pt x="98285" y="92843"/>
                    <a:pt x="100555" y="86874"/>
                    <a:pt x="102824" y="81403"/>
                  </a:cubicBezTo>
                  <a:cubicBezTo>
                    <a:pt x="107615" y="68223"/>
                    <a:pt x="118207" y="40867"/>
                    <a:pt x="118207" y="26692"/>
                  </a:cubicBezTo>
                  <a:cubicBezTo>
                    <a:pt x="118207" y="10030"/>
                    <a:pt x="107363" y="82"/>
                    <a:pt x="89207" y="82"/>
                  </a:cubicBezTo>
                  <a:cubicBezTo>
                    <a:pt x="66511" y="82"/>
                    <a:pt x="54155" y="15998"/>
                    <a:pt x="49868" y="21718"/>
                  </a:cubicBezTo>
                  <a:cubicBezTo>
                    <a:pt x="48607" y="7791"/>
                    <a:pt x="38268" y="82"/>
                    <a:pt x="26668" y="82"/>
                  </a:cubicBezTo>
                  <a:cubicBezTo>
                    <a:pt x="15068" y="82"/>
                    <a:pt x="10277" y="9781"/>
                    <a:pt x="7755" y="14257"/>
                  </a:cubicBezTo>
                  <a:cubicBezTo>
                    <a:pt x="3720" y="22713"/>
                    <a:pt x="190" y="37385"/>
                    <a:pt x="190" y="38380"/>
                  </a:cubicBezTo>
                  <a:cubicBezTo>
                    <a:pt x="190" y="40867"/>
                    <a:pt x="2712" y="40867"/>
                    <a:pt x="3216" y="40867"/>
                  </a:cubicBezTo>
                  <a:cubicBezTo>
                    <a:pt x="5738" y="40867"/>
                    <a:pt x="5990" y="40618"/>
                    <a:pt x="7503" y="35147"/>
                  </a:cubicBezTo>
                  <a:cubicBezTo>
                    <a:pt x="11790" y="17490"/>
                    <a:pt x="16833" y="5553"/>
                    <a:pt x="25912" y="5553"/>
                  </a:cubicBezTo>
                  <a:cubicBezTo>
                    <a:pt x="30955" y="5553"/>
                    <a:pt x="33729" y="8786"/>
                    <a:pt x="33729" y="16993"/>
                  </a:cubicBezTo>
                  <a:cubicBezTo>
                    <a:pt x="33729" y="22215"/>
                    <a:pt x="32972" y="24951"/>
                    <a:pt x="29694" y="37883"/>
                  </a:cubicBezTo>
                  <a:lnTo>
                    <a:pt x="15068" y="95330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1" name="任意多边形: 形状 2090">
              <a:extLst>
                <a:ext uri="{FF2B5EF4-FFF2-40B4-BE49-F238E27FC236}">
                  <a16:creationId xmlns:a16="http://schemas.microsoft.com/office/drawing/2014/main" id="{9775AAAC-02EA-6D40-1C71-54BB5E6D0C7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513083" y="4399773"/>
              <a:ext cx="58504" cy="248688"/>
            </a:xfrm>
            <a:custGeom>
              <a:avLst/>
              <a:gdLst>
                <a:gd name="csX0" fmla="*/ 58700 w 58504"/>
                <a:gd name="csY0" fmla="*/ 124426 h 248688"/>
                <a:gd name="csX1" fmla="*/ 42057 w 58504"/>
                <a:gd name="csY1" fmla="*/ 46835 h 248688"/>
                <a:gd name="csX2" fmla="*/ 2718 w 58504"/>
                <a:gd name="csY2" fmla="*/ 82 h 248688"/>
                <a:gd name="csX3" fmla="*/ 196 w 58504"/>
                <a:gd name="csY3" fmla="*/ 2569 h 248688"/>
                <a:gd name="csX4" fmla="*/ 4987 w 58504"/>
                <a:gd name="csY4" fmla="*/ 8289 h 248688"/>
                <a:gd name="csX5" fmla="*/ 44074 w 58504"/>
                <a:gd name="csY5" fmla="*/ 124426 h 248688"/>
                <a:gd name="csX6" fmla="*/ 3474 w 58504"/>
                <a:gd name="csY6" fmla="*/ 242056 h 248688"/>
                <a:gd name="csX7" fmla="*/ 196 w 58504"/>
                <a:gd name="csY7" fmla="*/ 246283 h 248688"/>
                <a:gd name="csX8" fmla="*/ 2718 w 58504"/>
                <a:gd name="csY8" fmla="*/ 248770 h 248688"/>
                <a:gd name="csX9" fmla="*/ 42813 w 58504"/>
                <a:gd name="csY9" fmla="*/ 200276 h 248688"/>
                <a:gd name="csX10" fmla="*/ 58700 w 58504"/>
                <a:gd name="csY10" fmla="*/ 124426 h 248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504" h="248688">
                  <a:moveTo>
                    <a:pt x="58700" y="124426"/>
                  </a:moveTo>
                  <a:cubicBezTo>
                    <a:pt x="58700" y="105028"/>
                    <a:pt x="55926" y="74937"/>
                    <a:pt x="42057" y="46835"/>
                  </a:cubicBezTo>
                  <a:cubicBezTo>
                    <a:pt x="26926" y="16247"/>
                    <a:pt x="5239" y="82"/>
                    <a:pt x="2718" y="82"/>
                  </a:cubicBezTo>
                  <a:cubicBezTo>
                    <a:pt x="1205" y="82"/>
                    <a:pt x="196" y="1077"/>
                    <a:pt x="196" y="2569"/>
                  </a:cubicBezTo>
                  <a:cubicBezTo>
                    <a:pt x="196" y="3315"/>
                    <a:pt x="196" y="3812"/>
                    <a:pt x="4987" y="8289"/>
                  </a:cubicBezTo>
                  <a:cubicBezTo>
                    <a:pt x="29700" y="32909"/>
                    <a:pt x="44074" y="72450"/>
                    <a:pt x="44074" y="124426"/>
                  </a:cubicBezTo>
                  <a:cubicBezTo>
                    <a:pt x="44074" y="166952"/>
                    <a:pt x="34744" y="210721"/>
                    <a:pt x="3474" y="242056"/>
                  </a:cubicBezTo>
                  <a:cubicBezTo>
                    <a:pt x="196" y="245040"/>
                    <a:pt x="196" y="245537"/>
                    <a:pt x="196" y="246283"/>
                  </a:cubicBezTo>
                  <a:cubicBezTo>
                    <a:pt x="196" y="247775"/>
                    <a:pt x="1205" y="248770"/>
                    <a:pt x="2718" y="248770"/>
                  </a:cubicBezTo>
                  <a:cubicBezTo>
                    <a:pt x="5239" y="248770"/>
                    <a:pt x="27935" y="231859"/>
                    <a:pt x="42813" y="200276"/>
                  </a:cubicBezTo>
                  <a:cubicBezTo>
                    <a:pt x="55674" y="172920"/>
                    <a:pt x="58700" y="145316"/>
                    <a:pt x="58700" y="124426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2" name="任意多边形: 形状 2091">
              <a:extLst>
                <a:ext uri="{FF2B5EF4-FFF2-40B4-BE49-F238E27FC236}">
                  <a16:creationId xmlns:a16="http://schemas.microsoft.com/office/drawing/2014/main" id="{FAED605D-7524-71F2-B9E8-7E74F18735F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650404" y="4476369"/>
              <a:ext cx="96834" cy="112655"/>
            </a:xfrm>
            <a:custGeom>
              <a:avLst/>
              <a:gdLst>
                <a:gd name="csX0" fmla="*/ 35758 w 96834"/>
                <a:gd name="csY0" fmla="*/ 52555 h 112655"/>
                <a:gd name="csX1" fmla="*/ 74340 w 96834"/>
                <a:gd name="csY1" fmla="*/ 46835 h 112655"/>
                <a:gd name="csX2" fmla="*/ 93253 w 96834"/>
                <a:gd name="csY2" fmla="*/ 21220 h 112655"/>
                <a:gd name="csX3" fmla="*/ 66271 w 96834"/>
                <a:gd name="csY3" fmla="*/ 82 h 112655"/>
                <a:gd name="csX4" fmla="*/ 201 w 96834"/>
                <a:gd name="csY4" fmla="*/ 67725 h 112655"/>
                <a:gd name="csX5" fmla="*/ 39793 w 96834"/>
                <a:gd name="csY5" fmla="*/ 112738 h 112655"/>
                <a:gd name="csX6" fmla="*/ 97036 w 96834"/>
                <a:gd name="csY6" fmla="*/ 83393 h 112655"/>
                <a:gd name="csX7" fmla="*/ 94010 w 96834"/>
                <a:gd name="csY7" fmla="*/ 80160 h 112655"/>
                <a:gd name="csX8" fmla="*/ 90731 w 96834"/>
                <a:gd name="csY8" fmla="*/ 82646 h 112655"/>
                <a:gd name="csX9" fmla="*/ 40297 w 96834"/>
                <a:gd name="csY9" fmla="*/ 107267 h 112655"/>
                <a:gd name="csX10" fmla="*/ 18358 w 96834"/>
                <a:gd name="csY10" fmla="*/ 78419 h 112655"/>
                <a:gd name="csX11" fmla="*/ 22393 w 96834"/>
                <a:gd name="csY11" fmla="*/ 52555 h 112655"/>
                <a:gd name="csX12" fmla="*/ 35758 w 96834"/>
                <a:gd name="csY12" fmla="*/ 52555 h 112655"/>
                <a:gd name="csX13" fmla="*/ 23906 w 96834"/>
                <a:gd name="csY13" fmla="*/ 47084 h 112655"/>
                <a:gd name="csX14" fmla="*/ 66271 w 96834"/>
                <a:gd name="csY14" fmla="*/ 5553 h 112655"/>
                <a:gd name="csX15" fmla="*/ 84931 w 96834"/>
                <a:gd name="csY15" fmla="*/ 21220 h 112655"/>
                <a:gd name="csX16" fmla="*/ 34245 w 96834"/>
                <a:gd name="csY16" fmla="*/ 47084 h 112655"/>
                <a:gd name="csX17" fmla="*/ 23906 w 96834"/>
                <a:gd name="csY17" fmla="*/ 47084 h 112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96834" h="112655">
                  <a:moveTo>
                    <a:pt x="35758" y="52555"/>
                  </a:moveTo>
                  <a:cubicBezTo>
                    <a:pt x="43071" y="52555"/>
                    <a:pt x="61732" y="52058"/>
                    <a:pt x="74340" y="46835"/>
                  </a:cubicBezTo>
                  <a:cubicBezTo>
                    <a:pt x="91992" y="39375"/>
                    <a:pt x="93253" y="24702"/>
                    <a:pt x="93253" y="21220"/>
                  </a:cubicBezTo>
                  <a:cubicBezTo>
                    <a:pt x="93253" y="10278"/>
                    <a:pt x="83671" y="82"/>
                    <a:pt x="66271" y="82"/>
                  </a:cubicBezTo>
                  <a:cubicBezTo>
                    <a:pt x="38279" y="82"/>
                    <a:pt x="201" y="24205"/>
                    <a:pt x="201" y="67725"/>
                  </a:cubicBezTo>
                  <a:cubicBezTo>
                    <a:pt x="201" y="93091"/>
                    <a:pt x="15080" y="112738"/>
                    <a:pt x="39793" y="112738"/>
                  </a:cubicBezTo>
                  <a:cubicBezTo>
                    <a:pt x="75853" y="112738"/>
                    <a:pt x="97036" y="86377"/>
                    <a:pt x="97036" y="83393"/>
                  </a:cubicBezTo>
                  <a:cubicBezTo>
                    <a:pt x="97036" y="81900"/>
                    <a:pt x="95523" y="80160"/>
                    <a:pt x="94010" y="80160"/>
                  </a:cubicBezTo>
                  <a:cubicBezTo>
                    <a:pt x="92749" y="80160"/>
                    <a:pt x="92244" y="80657"/>
                    <a:pt x="90731" y="82646"/>
                  </a:cubicBezTo>
                  <a:cubicBezTo>
                    <a:pt x="70810" y="107267"/>
                    <a:pt x="43323" y="107267"/>
                    <a:pt x="40297" y="107267"/>
                  </a:cubicBezTo>
                  <a:cubicBezTo>
                    <a:pt x="20627" y="107267"/>
                    <a:pt x="18358" y="86377"/>
                    <a:pt x="18358" y="78419"/>
                  </a:cubicBezTo>
                  <a:cubicBezTo>
                    <a:pt x="18358" y="75434"/>
                    <a:pt x="18610" y="67725"/>
                    <a:pt x="22393" y="52555"/>
                  </a:cubicBezTo>
                  <a:lnTo>
                    <a:pt x="35758" y="52555"/>
                  </a:lnTo>
                  <a:close/>
                  <a:moveTo>
                    <a:pt x="23906" y="47084"/>
                  </a:moveTo>
                  <a:cubicBezTo>
                    <a:pt x="33740" y="9283"/>
                    <a:pt x="59714" y="5553"/>
                    <a:pt x="66271" y="5553"/>
                  </a:cubicBezTo>
                  <a:cubicBezTo>
                    <a:pt x="78123" y="5553"/>
                    <a:pt x="84931" y="12765"/>
                    <a:pt x="84931" y="21220"/>
                  </a:cubicBezTo>
                  <a:cubicBezTo>
                    <a:pt x="84931" y="47084"/>
                    <a:pt x="44584" y="47084"/>
                    <a:pt x="34245" y="47084"/>
                  </a:cubicBezTo>
                  <a:lnTo>
                    <a:pt x="23906" y="47084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3" name="任意多边形: 形状 2092">
              <a:extLst>
                <a:ext uri="{FF2B5EF4-FFF2-40B4-BE49-F238E27FC236}">
                  <a16:creationId xmlns:a16="http://schemas.microsoft.com/office/drawing/2014/main" id="{945F1DC3-A439-C039-EA38-103DD944467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775287" y="4435736"/>
              <a:ext cx="119327" cy="8529"/>
            </a:xfrm>
            <a:custGeom>
              <a:avLst/>
              <a:gdLst>
                <a:gd name="csX0" fmla="*/ 112473 w 119327"/>
                <a:gd name="csY0" fmla="*/ 8608 h 8529"/>
                <a:gd name="csX1" fmla="*/ 119534 w 119327"/>
                <a:gd name="csY1" fmla="*/ 4430 h 8529"/>
                <a:gd name="csX2" fmla="*/ 112473 w 119327"/>
                <a:gd name="csY2" fmla="*/ 78 h 8529"/>
                <a:gd name="csX3" fmla="*/ 7267 w 119327"/>
                <a:gd name="csY3" fmla="*/ 78 h 8529"/>
                <a:gd name="csX4" fmla="*/ 206 w 119327"/>
                <a:gd name="csY4" fmla="*/ 4256 h 8529"/>
                <a:gd name="csX5" fmla="*/ 7267 w 119327"/>
                <a:gd name="csY5" fmla="*/ 8608 h 8529"/>
                <a:gd name="csX6" fmla="*/ 112473 w 119327"/>
                <a:gd name="csY6" fmla="*/ 8608 h 8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9327" h="8529">
                  <a:moveTo>
                    <a:pt x="112473" y="8608"/>
                  </a:moveTo>
                  <a:cubicBezTo>
                    <a:pt x="115298" y="8608"/>
                    <a:pt x="119534" y="8608"/>
                    <a:pt x="119534" y="4430"/>
                  </a:cubicBezTo>
                  <a:cubicBezTo>
                    <a:pt x="119534" y="78"/>
                    <a:pt x="115474" y="78"/>
                    <a:pt x="112473" y="78"/>
                  </a:cubicBezTo>
                  <a:lnTo>
                    <a:pt x="7267" y="78"/>
                  </a:lnTo>
                  <a:cubicBezTo>
                    <a:pt x="4443" y="78"/>
                    <a:pt x="206" y="78"/>
                    <a:pt x="206" y="4256"/>
                  </a:cubicBezTo>
                  <a:cubicBezTo>
                    <a:pt x="206" y="8608"/>
                    <a:pt x="4266" y="8608"/>
                    <a:pt x="7267" y="8608"/>
                  </a:cubicBezTo>
                  <a:lnTo>
                    <a:pt x="112473" y="8608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4" name="任意多边形: 形状 2093">
              <a:extLst>
                <a:ext uri="{FF2B5EF4-FFF2-40B4-BE49-F238E27FC236}">
                  <a16:creationId xmlns:a16="http://schemas.microsoft.com/office/drawing/2014/main" id="{D7764D8C-A68C-636A-EA6B-FC3049A9B61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913831" y="4368192"/>
              <a:ext cx="77492" cy="150928"/>
            </a:xfrm>
            <a:custGeom>
              <a:avLst/>
              <a:gdLst>
                <a:gd name="csX0" fmla="*/ 77705 w 77492"/>
                <a:gd name="csY0" fmla="*/ 6693 h 150928"/>
                <a:gd name="csX1" fmla="*/ 70644 w 77492"/>
                <a:gd name="csY1" fmla="*/ 78 h 150928"/>
                <a:gd name="csX2" fmla="*/ 60759 w 77492"/>
                <a:gd name="csY2" fmla="*/ 9652 h 150928"/>
                <a:gd name="csX3" fmla="*/ 67820 w 77492"/>
                <a:gd name="csY3" fmla="*/ 16267 h 150928"/>
                <a:gd name="csX4" fmla="*/ 77705 w 77492"/>
                <a:gd name="csY4" fmla="*/ 6693 h 150928"/>
                <a:gd name="csX5" fmla="*/ 40283 w 77492"/>
                <a:gd name="csY5" fmla="*/ 124024 h 150928"/>
                <a:gd name="csX6" fmla="*/ 17511 w 77492"/>
                <a:gd name="csY6" fmla="*/ 146132 h 150928"/>
                <a:gd name="csX7" fmla="*/ 11157 w 77492"/>
                <a:gd name="csY7" fmla="*/ 145088 h 150928"/>
                <a:gd name="csX8" fmla="*/ 17158 w 77492"/>
                <a:gd name="csY8" fmla="*/ 136210 h 150928"/>
                <a:gd name="csX9" fmla="*/ 10274 w 77492"/>
                <a:gd name="csY9" fmla="*/ 129769 h 150928"/>
                <a:gd name="csX10" fmla="*/ 212 w 77492"/>
                <a:gd name="csY10" fmla="*/ 140040 h 150928"/>
                <a:gd name="csX11" fmla="*/ 17688 w 77492"/>
                <a:gd name="csY11" fmla="*/ 151007 h 150928"/>
                <a:gd name="csX12" fmla="*/ 54404 w 77492"/>
                <a:gd name="csY12" fmla="*/ 123502 h 150928"/>
                <a:gd name="csX13" fmla="*/ 70291 w 77492"/>
                <a:gd name="csY13" fmla="*/ 61181 h 150928"/>
                <a:gd name="csX14" fmla="*/ 71174 w 77492"/>
                <a:gd name="csY14" fmla="*/ 55088 h 150928"/>
                <a:gd name="csX15" fmla="*/ 52286 w 77492"/>
                <a:gd name="csY15" fmla="*/ 38724 h 150928"/>
                <a:gd name="csX16" fmla="*/ 21395 w 77492"/>
                <a:gd name="csY16" fmla="*/ 65358 h 150928"/>
                <a:gd name="csX17" fmla="*/ 24396 w 77492"/>
                <a:gd name="csY17" fmla="*/ 67622 h 150928"/>
                <a:gd name="csX18" fmla="*/ 27926 w 77492"/>
                <a:gd name="csY18" fmla="*/ 64488 h 150928"/>
                <a:gd name="csX19" fmla="*/ 51756 w 77492"/>
                <a:gd name="csY19" fmla="*/ 43598 h 150928"/>
                <a:gd name="csX20" fmla="*/ 57758 w 77492"/>
                <a:gd name="csY20" fmla="*/ 52128 h 150928"/>
                <a:gd name="csX21" fmla="*/ 57228 w 77492"/>
                <a:gd name="csY21" fmla="*/ 57351 h 150928"/>
                <a:gd name="csX22" fmla="*/ 40283 w 77492"/>
                <a:gd name="csY22" fmla="*/ 124024 h 150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77492" h="150928">
                  <a:moveTo>
                    <a:pt x="77705" y="6693"/>
                  </a:moveTo>
                  <a:cubicBezTo>
                    <a:pt x="77705" y="3734"/>
                    <a:pt x="75410" y="78"/>
                    <a:pt x="70644" y="78"/>
                  </a:cubicBezTo>
                  <a:cubicBezTo>
                    <a:pt x="65525" y="78"/>
                    <a:pt x="60759" y="4952"/>
                    <a:pt x="60759" y="9652"/>
                  </a:cubicBezTo>
                  <a:cubicBezTo>
                    <a:pt x="60759" y="12438"/>
                    <a:pt x="62877" y="16267"/>
                    <a:pt x="67820" y="16267"/>
                  </a:cubicBezTo>
                  <a:cubicBezTo>
                    <a:pt x="72586" y="16267"/>
                    <a:pt x="77705" y="11741"/>
                    <a:pt x="77705" y="6693"/>
                  </a:cubicBezTo>
                  <a:close/>
                  <a:moveTo>
                    <a:pt x="40283" y="124024"/>
                  </a:moveTo>
                  <a:cubicBezTo>
                    <a:pt x="37282" y="136036"/>
                    <a:pt x="27926" y="146132"/>
                    <a:pt x="17511" y="146132"/>
                  </a:cubicBezTo>
                  <a:cubicBezTo>
                    <a:pt x="15217" y="146132"/>
                    <a:pt x="13098" y="145784"/>
                    <a:pt x="11157" y="145088"/>
                  </a:cubicBezTo>
                  <a:cubicBezTo>
                    <a:pt x="15746" y="142999"/>
                    <a:pt x="17158" y="138821"/>
                    <a:pt x="17158" y="136210"/>
                  </a:cubicBezTo>
                  <a:cubicBezTo>
                    <a:pt x="17158" y="132032"/>
                    <a:pt x="13804" y="129769"/>
                    <a:pt x="10274" y="129769"/>
                  </a:cubicBezTo>
                  <a:cubicBezTo>
                    <a:pt x="4802" y="129769"/>
                    <a:pt x="212" y="134469"/>
                    <a:pt x="212" y="140040"/>
                  </a:cubicBezTo>
                  <a:cubicBezTo>
                    <a:pt x="212" y="146655"/>
                    <a:pt x="7097" y="151007"/>
                    <a:pt x="17688" y="151007"/>
                  </a:cubicBezTo>
                  <a:cubicBezTo>
                    <a:pt x="28279" y="151007"/>
                    <a:pt x="48932" y="144740"/>
                    <a:pt x="54404" y="123502"/>
                  </a:cubicBezTo>
                  <a:lnTo>
                    <a:pt x="70291" y="61181"/>
                  </a:lnTo>
                  <a:cubicBezTo>
                    <a:pt x="70821" y="59266"/>
                    <a:pt x="71174" y="57699"/>
                    <a:pt x="71174" y="55088"/>
                  </a:cubicBezTo>
                  <a:cubicBezTo>
                    <a:pt x="71174" y="45513"/>
                    <a:pt x="62877" y="38724"/>
                    <a:pt x="52286" y="38724"/>
                  </a:cubicBezTo>
                  <a:cubicBezTo>
                    <a:pt x="32692" y="38724"/>
                    <a:pt x="21395" y="62921"/>
                    <a:pt x="21395" y="65358"/>
                  </a:cubicBezTo>
                  <a:cubicBezTo>
                    <a:pt x="21395" y="67622"/>
                    <a:pt x="23866" y="67622"/>
                    <a:pt x="24396" y="67622"/>
                  </a:cubicBezTo>
                  <a:cubicBezTo>
                    <a:pt x="26514" y="67622"/>
                    <a:pt x="26690" y="67099"/>
                    <a:pt x="27926" y="64488"/>
                  </a:cubicBezTo>
                  <a:cubicBezTo>
                    <a:pt x="32339" y="54391"/>
                    <a:pt x="41518" y="43598"/>
                    <a:pt x="51756" y="43598"/>
                  </a:cubicBezTo>
                  <a:cubicBezTo>
                    <a:pt x="56169" y="43598"/>
                    <a:pt x="57758" y="46558"/>
                    <a:pt x="57758" y="52128"/>
                  </a:cubicBezTo>
                  <a:cubicBezTo>
                    <a:pt x="57758" y="54043"/>
                    <a:pt x="57405" y="56480"/>
                    <a:pt x="57228" y="57351"/>
                  </a:cubicBezTo>
                  <a:lnTo>
                    <a:pt x="40283" y="124024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5" name="任意多边形: 形状 2094">
              <a:extLst>
                <a:ext uri="{FF2B5EF4-FFF2-40B4-BE49-F238E27FC236}">
                  <a16:creationId xmlns:a16="http://schemas.microsoft.com/office/drawing/2014/main" id="{2C259668-3E42-0DC8-6F8C-29E5843624D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018598" y="4368018"/>
              <a:ext cx="78022" cy="115590"/>
            </a:xfrm>
            <a:custGeom>
              <a:avLst/>
              <a:gdLst>
                <a:gd name="csX0" fmla="*/ 78238 w 78022"/>
                <a:gd name="csY0" fmla="*/ 83985 h 115590"/>
                <a:gd name="csX1" fmla="*/ 72236 w 78022"/>
                <a:gd name="csY1" fmla="*/ 83985 h 115590"/>
                <a:gd name="csX2" fmla="*/ 67647 w 78022"/>
                <a:gd name="csY2" fmla="*/ 99827 h 115590"/>
                <a:gd name="csX3" fmla="*/ 50171 w 78022"/>
                <a:gd name="csY3" fmla="*/ 100871 h 115590"/>
                <a:gd name="csX4" fmla="*/ 17692 w 78022"/>
                <a:gd name="csY4" fmla="*/ 100871 h 115590"/>
                <a:gd name="csX5" fmla="*/ 52996 w 78022"/>
                <a:gd name="csY5" fmla="*/ 71625 h 115590"/>
                <a:gd name="csX6" fmla="*/ 78238 w 78022"/>
                <a:gd name="csY6" fmla="*/ 34024 h 115590"/>
                <a:gd name="csX7" fmla="*/ 36932 w 78022"/>
                <a:gd name="csY7" fmla="*/ 78 h 115590"/>
                <a:gd name="csX8" fmla="*/ 216 w 78022"/>
                <a:gd name="csY8" fmla="*/ 31238 h 115590"/>
                <a:gd name="csX9" fmla="*/ 9572 w 78022"/>
                <a:gd name="csY9" fmla="*/ 40987 h 115590"/>
                <a:gd name="csX10" fmla="*/ 18927 w 78022"/>
                <a:gd name="csY10" fmla="*/ 31761 h 115590"/>
                <a:gd name="csX11" fmla="*/ 8512 w 78022"/>
                <a:gd name="csY11" fmla="*/ 22534 h 115590"/>
                <a:gd name="csX12" fmla="*/ 34285 w 78022"/>
                <a:gd name="csY12" fmla="*/ 6345 h 115590"/>
                <a:gd name="csX13" fmla="*/ 61116 w 78022"/>
                <a:gd name="csY13" fmla="*/ 34024 h 115590"/>
                <a:gd name="csX14" fmla="*/ 44523 w 78022"/>
                <a:gd name="csY14" fmla="*/ 67447 h 115590"/>
                <a:gd name="csX15" fmla="*/ 1981 w 78022"/>
                <a:gd name="csY15" fmla="*/ 108879 h 115590"/>
                <a:gd name="csX16" fmla="*/ 216 w 78022"/>
                <a:gd name="csY16" fmla="*/ 115668 h 115590"/>
                <a:gd name="csX17" fmla="*/ 72943 w 78022"/>
                <a:gd name="csY17" fmla="*/ 115668 h 115590"/>
                <a:gd name="csX18" fmla="*/ 78238 w 78022"/>
                <a:gd name="csY18" fmla="*/ 83985 h 115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8022" h="115590">
                  <a:moveTo>
                    <a:pt x="78238" y="83985"/>
                  </a:moveTo>
                  <a:lnTo>
                    <a:pt x="72236" y="83985"/>
                  </a:lnTo>
                  <a:cubicBezTo>
                    <a:pt x="71707" y="87815"/>
                    <a:pt x="69942" y="98086"/>
                    <a:pt x="67647" y="99827"/>
                  </a:cubicBezTo>
                  <a:cubicBezTo>
                    <a:pt x="66235" y="100871"/>
                    <a:pt x="52643" y="100871"/>
                    <a:pt x="50171" y="100871"/>
                  </a:cubicBezTo>
                  <a:lnTo>
                    <a:pt x="17692" y="100871"/>
                  </a:lnTo>
                  <a:cubicBezTo>
                    <a:pt x="36226" y="84682"/>
                    <a:pt x="42404" y="79807"/>
                    <a:pt x="52996" y="71625"/>
                  </a:cubicBezTo>
                  <a:cubicBezTo>
                    <a:pt x="66058" y="61355"/>
                    <a:pt x="78238" y="50562"/>
                    <a:pt x="78238" y="34024"/>
                  </a:cubicBezTo>
                  <a:cubicBezTo>
                    <a:pt x="78238" y="12960"/>
                    <a:pt x="59527" y="78"/>
                    <a:pt x="36932" y="78"/>
                  </a:cubicBezTo>
                  <a:cubicBezTo>
                    <a:pt x="15044" y="78"/>
                    <a:pt x="216" y="15223"/>
                    <a:pt x="216" y="31238"/>
                  </a:cubicBezTo>
                  <a:cubicBezTo>
                    <a:pt x="216" y="40117"/>
                    <a:pt x="7806" y="40987"/>
                    <a:pt x="9572" y="40987"/>
                  </a:cubicBezTo>
                  <a:cubicBezTo>
                    <a:pt x="13808" y="40987"/>
                    <a:pt x="18927" y="38028"/>
                    <a:pt x="18927" y="31761"/>
                  </a:cubicBezTo>
                  <a:cubicBezTo>
                    <a:pt x="18927" y="28627"/>
                    <a:pt x="17692" y="22534"/>
                    <a:pt x="8512" y="22534"/>
                  </a:cubicBezTo>
                  <a:cubicBezTo>
                    <a:pt x="13985" y="10175"/>
                    <a:pt x="25988" y="6345"/>
                    <a:pt x="34285" y="6345"/>
                  </a:cubicBezTo>
                  <a:cubicBezTo>
                    <a:pt x="51937" y="6345"/>
                    <a:pt x="61116" y="19923"/>
                    <a:pt x="61116" y="34024"/>
                  </a:cubicBezTo>
                  <a:cubicBezTo>
                    <a:pt x="61116" y="49169"/>
                    <a:pt x="50171" y="61181"/>
                    <a:pt x="44523" y="67447"/>
                  </a:cubicBezTo>
                  <a:lnTo>
                    <a:pt x="1981" y="108879"/>
                  </a:lnTo>
                  <a:cubicBezTo>
                    <a:pt x="216" y="110446"/>
                    <a:pt x="216" y="110794"/>
                    <a:pt x="216" y="115668"/>
                  </a:cubicBezTo>
                  <a:lnTo>
                    <a:pt x="72943" y="115668"/>
                  </a:lnTo>
                  <a:lnTo>
                    <a:pt x="78238" y="83985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6" name="任意多边形: 形状 2095">
              <a:extLst>
                <a:ext uri="{FF2B5EF4-FFF2-40B4-BE49-F238E27FC236}">
                  <a16:creationId xmlns:a16="http://schemas.microsoft.com/office/drawing/2014/main" id="{2A5E94FD-4311-381C-25EE-A4EA910E7B2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115940" y="4408579"/>
              <a:ext cx="105735" cy="76770"/>
            </a:xfrm>
            <a:custGeom>
              <a:avLst/>
              <a:gdLst>
                <a:gd name="csX0" fmla="*/ 47174 w 105735"/>
                <a:gd name="csY0" fmla="*/ 11915 h 76770"/>
                <a:gd name="csX1" fmla="*/ 68180 w 105735"/>
                <a:gd name="csY1" fmla="*/ 11915 h 76770"/>
                <a:gd name="csX2" fmla="*/ 61649 w 105735"/>
                <a:gd name="csY2" fmla="*/ 51954 h 76770"/>
                <a:gd name="csX3" fmla="*/ 63591 w 105735"/>
                <a:gd name="csY3" fmla="*/ 67447 h 76770"/>
                <a:gd name="csX4" fmla="*/ 71534 w 105735"/>
                <a:gd name="csY4" fmla="*/ 76848 h 76770"/>
                <a:gd name="csX5" fmla="*/ 79831 w 105735"/>
                <a:gd name="csY5" fmla="*/ 69014 h 76770"/>
                <a:gd name="csX6" fmla="*/ 78419 w 105735"/>
                <a:gd name="csY6" fmla="*/ 65184 h 76770"/>
                <a:gd name="csX7" fmla="*/ 71887 w 105735"/>
                <a:gd name="csY7" fmla="*/ 34546 h 76770"/>
                <a:gd name="csX8" fmla="*/ 74359 w 105735"/>
                <a:gd name="csY8" fmla="*/ 11915 h 76770"/>
                <a:gd name="csX9" fmla="*/ 96424 w 105735"/>
                <a:gd name="csY9" fmla="*/ 11915 h 76770"/>
                <a:gd name="csX10" fmla="*/ 102955 w 105735"/>
                <a:gd name="csY10" fmla="*/ 10523 h 76770"/>
                <a:gd name="csX11" fmla="*/ 105956 w 105735"/>
                <a:gd name="csY11" fmla="*/ 5126 h 76770"/>
                <a:gd name="csX12" fmla="*/ 98365 w 105735"/>
                <a:gd name="csY12" fmla="*/ 78 h 76770"/>
                <a:gd name="csX13" fmla="*/ 31817 w 105735"/>
                <a:gd name="csY13" fmla="*/ 78 h 76770"/>
                <a:gd name="csX14" fmla="*/ 11694 w 105735"/>
                <a:gd name="csY14" fmla="*/ 8956 h 76770"/>
                <a:gd name="csX15" fmla="*/ 220 w 105735"/>
                <a:gd name="csY15" fmla="*/ 23927 h 76770"/>
                <a:gd name="csX16" fmla="*/ 3221 w 105735"/>
                <a:gd name="csY16" fmla="*/ 26016 h 76770"/>
                <a:gd name="csX17" fmla="*/ 6398 w 105735"/>
                <a:gd name="csY17" fmla="*/ 24101 h 76770"/>
                <a:gd name="csX18" fmla="*/ 30228 w 105735"/>
                <a:gd name="csY18" fmla="*/ 11915 h 76770"/>
                <a:gd name="csX19" fmla="*/ 40996 w 105735"/>
                <a:gd name="csY19" fmla="*/ 11915 h 76770"/>
                <a:gd name="csX20" fmla="*/ 20696 w 105735"/>
                <a:gd name="csY20" fmla="*/ 62051 h 76770"/>
                <a:gd name="csX21" fmla="*/ 17342 w 105735"/>
                <a:gd name="csY21" fmla="*/ 68666 h 76770"/>
                <a:gd name="csX22" fmla="*/ 16813 w 105735"/>
                <a:gd name="csY22" fmla="*/ 71277 h 76770"/>
                <a:gd name="csX23" fmla="*/ 22991 w 105735"/>
                <a:gd name="csY23" fmla="*/ 76848 h 76770"/>
                <a:gd name="csX24" fmla="*/ 36230 w 105735"/>
                <a:gd name="csY24" fmla="*/ 53347 h 76770"/>
                <a:gd name="csX25" fmla="*/ 47174 w 105735"/>
                <a:gd name="csY25" fmla="*/ 11915 h 76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5735" h="76770">
                  <a:moveTo>
                    <a:pt x="47174" y="11915"/>
                  </a:moveTo>
                  <a:lnTo>
                    <a:pt x="68180" y="11915"/>
                  </a:lnTo>
                  <a:cubicBezTo>
                    <a:pt x="65533" y="22360"/>
                    <a:pt x="61649" y="38202"/>
                    <a:pt x="61649" y="51954"/>
                  </a:cubicBezTo>
                  <a:cubicBezTo>
                    <a:pt x="61649" y="58917"/>
                    <a:pt x="62532" y="63618"/>
                    <a:pt x="63591" y="67447"/>
                  </a:cubicBezTo>
                  <a:cubicBezTo>
                    <a:pt x="66415" y="76152"/>
                    <a:pt x="68710" y="76848"/>
                    <a:pt x="71534" y="76848"/>
                  </a:cubicBezTo>
                  <a:cubicBezTo>
                    <a:pt x="75594" y="76848"/>
                    <a:pt x="79831" y="73192"/>
                    <a:pt x="79831" y="69014"/>
                  </a:cubicBezTo>
                  <a:cubicBezTo>
                    <a:pt x="79831" y="67622"/>
                    <a:pt x="79478" y="66925"/>
                    <a:pt x="78419" y="65184"/>
                  </a:cubicBezTo>
                  <a:cubicBezTo>
                    <a:pt x="75065" y="58743"/>
                    <a:pt x="71887" y="48821"/>
                    <a:pt x="71887" y="34546"/>
                  </a:cubicBezTo>
                  <a:cubicBezTo>
                    <a:pt x="71887" y="31238"/>
                    <a:pt x="71887" y="24275"/>
                    <a:pt x="74359" y="11915"/>
                  </a:cubicBezTo>
                  <a:lnTo>
                    <a:pt x="96424" y="11915"/>
                  </a:lnTo>
                  <a:cubicBezTo>
                    <a:pt x="99601" y="11915"/>
                    <a:pt x="101013" y="11915"/>
                    <a:pt x="102955" y="10523"/>
                  </a:cubicBezTo>
                  <a:cubicBezTo>
                    <a:pt x="105426" y="8782"/>
                    <a:pt x="105956" y="5997"/>
                    <a:pt x="105956" y="5126"/>
                  </a:cubicBezTo>
                  <a:cubicBezTo>
                    <a:pt x="105956" y="78"/>
                    <a:pt x="101366" y="78"/>
                    <a:pt x="98365" y="78"/>
                  </a:cubicBezTo>
                  <a:lnTo>
                    <a:pt x="31817" y="78"/>
                  </a:lnTo>
                  <a:cubicBezTo>
                    <a:pt x="24580" y="78"/>
                    <a:pt x="19637" y="1645"/>
                    <a:pt x="11694" y="8956"/>
                  </a:cubicBezTo>
                  <a:cubicBezTo>
                    <a:pt x="7104" y="12960"/>
                    <a:pt x="220" y="22360"/>
                    <a:pt x="220" y="23927"/>
                  </a:cubicBezTo>
                  <a:cubicBezTo>
                    <a:pt x="220" y="26016"/>
                    <a:pt x="2515" y="26016"/>
                    <a:pt x="3221" y="26016"/>
                  </a:cubicBezTo>
                  <a:cubicBezTo>
                    <a:pt x="5163" y="26016"/>
                    <a:pt x="5339" y="25668"/>
                    <a:pt x="6398" y="24101"/>
                  </a:cubicBezTo>
                  <a:cubicBezTo>
                    <a:pt x="15401" y="11915"/>
                    <a:pt x="26345" y="11915"/>
                    <a:pt x="30228" y="11915"/>
                  </a:cubicBezTo>
                  <a:lnTo>
                    <a:pt x="40996" y="11915"/>
                  </a:lnTo>
                  <a:cubicBezTo>
                    <a:pt x="35524" y="31064"/>
                    <a:pt x="25992" y="51606"/>
                    <a:pt x="20696" y="62051"/>
                  </a:cubicBezTo>
                  <a:cubicBezTo>
                    <a:pt x="19637" y="64314"/>
                    <a:pt x="17872" y="67970"/>
                    <a:pt x="17342" y="68666"/>
                  </a:cubicBezTo>
                  <a:cubicBezTo>
                    <a:pt x="17166" y="69362"/>
                    <a:pt x="16813" y="70059"/>
                    <a:pt x="16813" y="71277"/>
                  </a:cubicBezTo>
                  <a:cubicBezTo>
                    <a:pt x="16813" y="74063"/>
                    <a:pt x="18931" y="76848"/>
                    <a:pt x="22991" y="76848"/>
                  </a:cubicBezTo>
                  <a:cubicBezTo>
                    <a:pt x="30052" y="76848"/>
                    <a:pt x="31994" y="69014"/>
                    <a:pt x="36230" y="53347"/>
                  </a:cubicBezTo>
                  <a:lnTo>
                    <a:pt x="47174" y="11915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7" name="任意多边形: 形状 2096">
              <a:extLst>
                <a:ext uri="{FF2B5EF4-FFF2-40B4-BE49-F238E27FC236}">
                  <a16:creationId xmlns:a16="http://schemas.microsoft.com/office/drawing/2014/main" id="{A0718AC3-95D6-F404-CCD1-56895A6D853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245492" y="4362795"/>
              <a:ext cx="86848" cy="122553"/>
            </a:xfrm>
            <a:custGeom>
              <a:avLst/>
              <a:gdLst>
                <a:gd name="csX0" fmla="*/ 42237 w 86848"/>
                <a:gd name="csY0" fmla="*/ 5300 h 122553"/>
                <a:gd name="csX1" fmla="*/ 42943 w 86848"/>
                <a:gd name="csY1" fmla="*/ 2515 h 122553"/>
                <a:gd name="csX2" fmla="*/ 40119 w 86848"/>
                <a:gd name="csY2" fmla="*/ 78 h 122553"/>
                <a:gd name="csX3" fmla="*/ 17524 w 86848"/>
                <a:gd name="csY3" fmla="*/ 1819 h 122553"/>
                <a:gd name="csX4" fmla="*/ 13640 w 86848"/>
                <a:gd name="csY4" fmla="*/ 5823 h 122553"/>
                <a:gd name="csX5" fmla="*/ 18230 w 86848"/>
                <a:gd name="csY5" fmla="*/ 8260 h 122553"/>
                <a:gd name="csX6" fmla="*/ 26703 w 86848"/>
                <a:gd name="csY6" fmla="*/ 10871 h 122553"/>
                <a:gd name="csX7" fmla="*/ 25997 w 86848"/>
                <a:gd name="csY7" fmla="*/ 14701 h 122553"/>
                <a:gd name="csX8" fmla="*/ 1107 w 86848"/>
                <a:gd name="csY8" fmla="*/ 113231 h 122553"/>
                <a:gd name="csX9" fmla="*/ 225 w 86848"/>
                <a:gd name="csY9" fmla="*/ 117061 h 122553"/>
                <a:gd name="csX10" fmla="*/ 6227 w 86848"/>
                <a:gd name="csY10" fmla="*/ 122631 h 122553"/>
                <a:gd name="csX11" fmla="*/ 14347 w 86848"/>
                <a:gd name="csY11" fmla="*/ 115320 h 122553"/>
                <a:gd name="csX12" fmla="*/ 22996 w 86848"/>
                <a:gd name="csY12" fmla="*/ 81548 h 122553"/>
                <a:gd name="csX13" fmla="*/ 45591 w 86848"/>
                <a:gd name="csY13" fmla="*/ 95823 h 122553"/>
                <a:gd name="csX14" fmla="*/ 45238 w 86848"/>
                <a:gd name="csY14" fmla="*/ 99304 h 122553"/>
                <a:gd name="csX15" fmla="*/ 44532 w 86848"/>
                <a:gd name="csY15" fmla="*/ 104701 h 122553"/>
                <a:gd name="csX16" fmla="*/ 63243 w 86848"/>
                <a:gd name="csY16" fmla="*/ 122631 h 122553"/>
                <a:gd name="csX17" fmla="*/ 85661 w 86848"/>
                <a:gd name="csY17" fmla="*/ 95997 h 122553"/>
                <a:gd name="csX18" fmla="*/ 82837 w 86848"/>
                <a:gd name="csY18" fmla="*/ 93734 h 122553"/>
                <a:gd name="csX19" fmla="*/ 79306 w 86848"/>
                <a:gd name="csY19" fmla="*/ 97912 h 122553"/>
                <a:gd name="csX20" fmla="*/ 63772 w 86848"/>
                <a:gd name="csY20" fmla="*/ 117757 h 122553"/>
                <a:gd name="csX21" fmla="*/ 57594 w 86848"/>
                <a:gd name="csY21" fmla="*/ 108705 h 122553"/>
                <a:gd name="csX22" fmla="*/ 58653 w 86848"/>
                <a:gd name="csY22" fmla="*/ 100871 h 122553"/>
                <a:gd name="csX23" fmla="*/ 59536 w 86848"/>
                <a:gd name="csY23" fmla="*/ 95475 h 122553"/>
                <a:gd name="csX24" fmla="*/ 30939 w 86848"/>
                <a:gd name="csY24" fmla="*/ 77022 h 122553"/>
                <a:gd name="csX25" fmla="*/ 45591 w 86848"/>
                <a:gd name="csY25" fmla="*/ 65533 h 122553"/>
                <a:gd name="csX26" fmla="*/ 73304 w 86848"/>
                <a:gd name="csY26" fmla="*/ 48995 h 122553"/>
                <a:gd name="csX27" fmla="*/ 79130 w 86848"/>
                <a:gd name="csY27" fmla="*/ 51258 h 122553"/>
                <a:gd name="csX28" fmla="*/ 69951 w 86848"/>
                <a:gd name="csY28" fmla="*/ 61006 h 122553"/>
                <a:gd name="csX29" fmla="*/ 77011 w 86848"/>
                <a:gd name="csY29" fmla="*/ 67447 h 122553"/>
                <a:gd name="csX30" fmla="*/ 87073 w 86848"/>
                <a:gd name="csY30" fmla="*/ 56306 h 122553"/>
                <a:gd name="csX31" fmla="*/ 73481 w 86848"/>
                <a:gd name="csY31" fmla="*/ 44121 h 122553"/>
                <a:gd name="csX32" fmla="*/ 45238 w 86848"/>
                <a:gd name="csY32" fmla="*/ 59440 h 122553"/>
                <a:gd name="csX33" fmla="*/ 24761 w 86848"/>
                <a:gd name="csY33" fmla="*/ 74759 h 122553"/>
                <a:gd name="csX34" fmla="*/ 42237 w 86848"/>
                <a:gd name="csY34" fmla="*/ 5300 h 122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86848" h="122553">
                  <a:moveTo>
                    <a:pt x="42237" y="5300"/>
                  </a:moveTo>
                  <a:cubicBezTo>
                    <a:pt x="42413" y="4952"/>
                    <a:pt x="42943" y="2689"/>
                    <a:pt x="42943" y="2515"/>
                  </a:cubicBezTo>
                  <a:cubicBezTo>
                    <a:pt x="42943" y="1645"/>
                    <a:pt x="42237" y="78"/>
                    <a:pt x="40119" y="78"/>
                  </a:cubicBezTo>
                  <a:cubicBezTo>
                    <a:pt x="36588" y="78"/>
                    <a:pt x="21937" y="1471"/>
                    <a:pt x="17524" y="1819"/>
                  </a:cubicBezTo>
                  <a:cubicBezTo>
                    <a:pt x="16112" y="1993"/>
                    <a:pt x="13640" y="2167"/>
                    <a:pt x="13640" y="5823"/>
                  </a:cubicBezTo>
                  <a:cubicBezTo>
                    <a:pt x="13640" y="8260"/>
                    <a:pt x="16112" y="8260"/>
                    <a:pt x="18230" y="8260"/>
                  </a:cubicBezTo>
                  <a:cubicBezTo>
                    <a:pt x="26703" y="8260"/>
                    <a:pt x="26703" y="9478"/>
                    <a:pt x="26703" y="10871"/>
                  </a:cubicBezTo>
                  <a:cubicBezTo>
                    <a:pt x="26703" y="12090"/>
                    <a:pt x="26350" y="13134"/>
                    <a:pt x="25997" y="14701"/>
                  </a:cubicBezTo>
                  <a:lnTo>
                    <a:pt x="1107" y="113231"/>
                  </a:lnTo>
                  <a:cubicBezTo>
                    <a:pt x="225" y="116364"/>
                    <a:pt x="225" y="116713"/>
                    <a:pt x="225" y="117061"/>
                  </a:cubicBezTo>
                  <a:cubicBezTo>
                    <a:pt x="225" y="119672"/>
                    <a:pt x="2343" y="122631"/>
                    <a:pt x="6227" y="122631"/>
                  </a:cubicBezTo>
                  <a:cubicBezTo>
                    <a:pt x="10993" y="122631"/>
                    <a:pt x="13287" y="119150"/>
                    <a:pt x="14347" y="115320"/>
                  </a:cubicBezTo>
                  <a:cubicBezTo>
                    <a:pt x="14700" y="114624"/>
                    <a:pt x="22290" y="83985"/>
                    <a:pt x="22996" y="81548"/>
                  </a:cubicBezTo>
                  <a:cubicBezTo>
                    <a:pt x="35529" y="82767"/>
                    <a:pt x="45591" y="86771"/>
                    <a:pt x="45591" y="95823"/>
                  </a:cubicBezTo>
                  <a:cubicBezTo>
                    <a:pt x="45591" y="96693"/>
                    <a:pt x="45591" y="97564"/>
                    <a:pt x="45238" y="99304"/>
                  </a:cubicBezTo>
                  <a:cubicBezTo>
                    <a:pt x="44532" y="101916"/>
                    <a:pt x="44532" y="102786"/>
                    <a:pt x="44532" y="104701"/>
                  </a:cubicBezTo>
                  <a:cubicBezTo>
                    <a:pt x="44532" y="117061"/>
                    <a:pt x="54770" y="122631"/>
                    <a:pt x="63243" y="122631"/>
                  </a:cubicBezTo>
                  <a:cubicBezTo>
                    <a:pt x="80365" y="122631"/>
                    <a:pt x="85661" y="96171"/>
                    <a:pt x="85661" y="95997"/>
                  </a:cubicBezTo>
                  <a:cubicBezTo>
                    <a:pt x="85661" y="93734"/>
                    <a:pt x="83366" y="93734"/>
                    <a:pt x="82837" y="93734"/>
                  </a:cubicBezTo>
                  <a:cubicBezTo>
                    <a:pt x="80365" y="93734"/>
                    <a:pt x="80189" y="94604"/>
                    <a:pt x="79306" y="97912"/>
                  </a:cubicBezTo>
                  <a:cubicBezTo>
                    <a:pt x="77188" y="105397"/>
                    <a:pt x="72422" y="117757"/>
                    <a:pt x="63772" y="117757"/>
                  </a:cubicBezTo>
                  <a:cubicBezTo>
                    <a:pt x="59006" y="117757"/>
                    <a:pt x="57594" y="113405"/>
                    <a:pt x="57594" y="108705"/>
                  </a:cubicBezTo>
                  <a:cubicBezTo>
                    <a:pt x="57594" y="105745"/>
                    <a:pt x="57594" y="105397"/>
                    <a:pt x="58653" y="100871"/>
                  </a:cubicBezTo>
                  <a:cubicBezTo>
                    <a:pt x="58830" y="100349"/>
                    <a:pt x="59536" y="97390"/>
                    <a:pt x="59536" y="95475"/>
                  </a:cubicBezTo>
                  <a:cubicBezTo>
                    <a:pt x="59536" y="79981"/>
                    <a:pt x="38353" y="77544"/>
                    <a:pt x="30939" y="77022"/>
                  </a:cubicBezTo>
                  <a:cubicBezTo>
                    <a:pt x="36059" y="73889"/>
                    <a:pt x="42590" y="68144"/>
                    <a:pt x="45591" y="65533"/>
                  </a:cubicBezTo>
                  <a:cubicBezTo>
                    <a:pt x="54593" y="57177"/>
                    <a:pt x="63419" y="48995"/>
                    <a:pt x="73304" y="48995"/>
                  </a:cubicBezTo>
                  <a:cubicBezTo>
                    <a:pt x="75423" y="48995"/>
                    <a:pt x="77717" y="49517"/>
                    <a:pt x="79130" y="51258"/>
                  </a:cubicBezTo>
                  <a:cubicBezTo>
                    <a:pt x="71539" y="52476"/>
                    <a:pt x="69951" y="58395"/>
                    <a:pt x="69951" y="61006"/>
                  </a:cubicBezTo>
                  <a:cubicBezTo>
                    <a:pt x="69951" y="64836"/>
                    <a:pt x="72951" y="67447"/>
                    <a:pt x="77011" y="67447"/>
                  </a:cubicBezTo>
                  <a:cubicBezTo>
                    <a:pt x="81777" y="67447"/>
                    <a:pt x="87073" y="63618"/>
                    <a:pt x="87073" y="56306"/>
                  </a:cubicBezTo>
                  <a:cubicBezTo>
                    <a:pt x="87073" y="50562"/>
                    <a:pt x="82837" y="44121"/>
                    <a:pt x="73481" y="44121"/>
                  </a:cubicBezTo>
                  <a:cubicBezTo>
                    <a:pt x="63419" y="44121"/>
                    <a:pt x="54240" y="51258"/>
                    <a:pt x="45238" y="59440"/>
                  </a:cubicBezTo>
                  <a:cubicBezTo>
                    <a:pt x="37824" y="66403"/>
                    <a:pt x="31999" y="71800"/>
                    <a:pt x="24761" y="74759"/>
                  </a:cubicBezTo>
                  <a:lnTo>
                    <a:pt x="42237" y="5300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8" name="任意多边形: 形状 2097">
              <a:extLst>
                <a:ext uri="{FF2B5EF4-FFF2-40B4-BE49-F238E27FC236}">
                  <a16:creationId xmlns:a16="http://schemas.microsoft.com/office/drawing/2014/main" id="{47B27588-DDB4-DE71-D3BA-0B18C31C63F9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352014" y="4406838"/>
              <a:ext cx="107854" cy="78510"/>
            </a:xfrm>
            <a:custGeom>
              <a:avLst/>
              <a:gdLst>
                <a:gd name="csX0" fmla="*/ 13468 w 107854"/>
                <a:gd name="csY0" fmla="*/ 65881 h 78510"/>
                <a:gd name="csX1" fmla="*/ 11703 w 107854"/>
                <a:gd name="csY1" fmla="*/ 73018 h 78510"/>
                <a:gd name="csX2" fmla="*/ 17705 w 107854"/>
                <a:gd name="csY2" fmla="*/ 78589 h 78510"/>
                <a:gd name="csX3" fmla="*/ 24589 w 107854"/>
                <a:gd name="csY3" fmla="*/ 74759 h 78510"/>
                <a:gd name="csX4" fmla="*/ 27767 w 107854"/>
                <a:gd name="csY4" fmla="*/ 63966 h 78510"/>
                <a:gd name="csX5" fmla="*/ 31650 w 107854"/>
                <a:gd name="csY5" fmla="*/ 48298 h 78510"/>
                <a:gd name="csX6" fmla="*/ 34651 w 107854"/>
                <a:gd name="csY6" fmla="*/ 36635 h 78510"/>
                <a:gd name="csX7" fmla="*/ 42065 w 107854"/>
                <a:gd name="csY7" fmla="*/ 20968 h 78510"/>
                <a:gd name="csX8" fmla="*/ 68543 w 107854"/>
                <a:gd name="csY8" fmla="*/ 4952 h 78510"/>
                <a:gd name="csX9" fmla="*/ 78958 w 107854"/>
                <a:gd name="csY9" fmla="*/ 17138 h 78510"/>
                <a:gd name="csX10" fmla="*/ 68543 w 107854"/>
                <a:gd name="csY10" fmla="*/ 54217 h 78510"/>
                <a:gd name="csX11" fmla="*/ 65895 w 107854"/>
                <a:gd name="csY11" fmla="*/ 63618 h 78510"/>
                <a:gd name="csX12" fmla="*/ 82664 w 107854"/>
                <a:gd name="csY12" fmla="*/ 78589 h 78510"/>
                <a:gd name="csX13" fmla="*/ 108083 w 107854"/>
                <a:gd name="csY13" fmla="*/ 51954 h 78510"/>
                <a:gd name="csX14" fmla="*/ 105259 w 107854"/>
                <a:gd name="csY14" fmla="*/ 49691 h 78510"/>
                <a:gd name="csX15" fmla="*/ 101905 w 107854"/>
                <a:gd name="csY15" fmla="*/ 52651 h 78510"/>
                <a:gd name="csX16" fmla="*/ 83194 w 107854"/>
                <a:gd name="csY16" fmla="*/ 73714 h 78510"/>
                <a:gd name="csX17" fmla="*/ 78781 w 107854"/>
                <a:gd name="csY17" fmla="*/ 67622 h 78510"/>
                <a:gd name="csX18" fmla="*/ 82841 w 107854"/>
                <a:gd name="csY18" fmla="*/ 53521 h 78510"/>
                <a:gd name="csX19" fmla="*/ 92197 w 107854"/>
                <a:gd name="csY19" fmla="*/ 19923 h 78510"/>
                <a:gd name="csX20" fmla="*/ 69249 w 107854"/>
                <a:gd name="csY20" fmla="*/ 78 h 78510"/>
                <a:gd name="csX21" fmla="*/ 39417 w 107854"/>
                <a:gd name="csY21" fmla="*/ 15919 h 78510"/>
                <a:gd name="csX22" fmla="*/ 20529 w 107854"/>
                <a:gd name="csY22" fmla="*/ 78 h 78510"/>
                <a:gd name="csX23" fmla="*/ 6584 w 107854"/>
                <a:gd name="csY23" fmla="*/ 9478 h 78510"/>
                <a:gd name="csX24" fmla="*/ 229 w 107854"/>
                <a:gd name="csY24" fmla="*/ 26712 h 78510"/>
                <a:gd name="csX25" fmla="*/ 3230 w 107854"/>
                <a:gd name="csY25" fmla="*/ 28975 h 78510"/>
                <a:gd name="csX26" fmla="*/ 7114 w 107854"/>
                <a:gd name="csY26" fmla="*/ 23753 h 78510"/>
                <a:gd name="csX27" fmla="*/ 20000 w 107854"/>
                <a:gd name="csY27" fmla="*/ 4952 h 78510"/>
                <a:gd name="csX28" fmla="*/ 25825 w 107854"/>
                <a:gd name="csY28" fmla="*/ 13482 h 78510"/>
                <a:gd name="csX29" fmla="*/ 23000 w 107854"/>
                <a:gd name="csY29" fmla="*/ 27931 h 78510"/>
                <a:gd name="csX30" fmla="*/ 19117 w 107854"/>
                <a:gd name="csY30" fmla="*/ 43598 h 78510"/>
                <a:gd name="csX31" fmla="*/ 13468 w 107854"/>
                <a:gd name="csY31" fmla="*/ 65881 h 78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07854" h="78510">
                  <a:moveTo>
                    <a:pt x="13468" y="65881"/>
                  </a:moveTo>
                  <a:cubicBezTo>
                    <a:pt x="12762" y="68144"/>
                    <a:pt x="11703" y="72496"/>
                    <a:pt x="11703" y="73018"/>
                  </a:cubicBezTo>
                  <a:cubicBezTo>
                    <a:pt x="11703" y="76848"/>
                    <a:pt x="14880" y="78589"/>
                    <a:pt x="17705" y="78589"/>
                  </a:cubicBezTo>
                  <a:cubicBezTo>
                    <a:pt x="20882" y="78589"/>
                    <a:pt x="23707" y="76326"/>
                    <a:pt x="24589" y="74759"/>
                  </a:cubicBezTo>
                  <a:cubicBezTo>
                    <a:pt x="25472" y="73192"/>
                    <a:pt x="26884" y="67622"/>
                    <a:pt x="27767" y="63966"/>
                  </a:cubicBezTo>
                  <a:cubicBezTo>
                    <a:pt x="28649" y="60658"/>
                    <a:pt x="30591" y="52651"/>
                    <a:pt x="31650" y="48298"/>
                  </a:cubicBezTo>
                  <a:cubicBezTo>
                    <a:pt x="32709" y="44469"/>
                    <a:pt x="33768" y="40639"/>
                    <a:pt x="34651" y="36635"/>
                  </a:cubicBezTo>
                  <a:cubicBezTo>
                    <a:pt x="36593" y="29498"/>
                    <a:pt x="36946" y="28105"/>
                    <a:pt x="42065" y="20968"/>
                  </a:cubicBezTo>
                  <a:cubicBezTo>
                    <a:pt x="47007" y="14004"/>
                    <a:pt x="55304" y="4952"/>
                    <a:pt x="68543" y="4952"/>
                  </a:cubicBezTo>
                  <a:cubicBezTo>
                    <a:pt x="78781" y="4952"/>
                    <a:pt x="78958" y="13830"/>
                    <a:pt x="78958" y="17138"/>
                  </a:cubicBezTo>
                  <a:cubicBezTo>
                    <a:pt x="78958" y="27583"/>
                    <a:pt x="71367" y="46906"/>
                    <a:pt x="68543" y="54217"/>
                  </a:cubicBezTo>
                  <a:cubicBezTo>
                    <a:pt x="66601" y="59092"/>
                    <a:pt x="65895" y="60658"/>
                    <a:pt x="65895" y="63618"/>
                  </a:cubicBezTo>
                  <a:cubicBezTo>
                    <a:pt x="65895" y="72844"/>
                    <a:pt x="73662" y="78589"/>
                    <a:pt x="82664" y="78589"/>
                  </a:cubicBezTo>
                  <a:cubicBezTo>
                    <a:pt x="100317" y="78589"/>
                    <a:pt x="108083" y="54565"/>
                    <a:pt x="108083" y="51954"/>
                  </a:cubicBezTo>
                  <a:cubicBezTo>
                    <a:pt x="108083" y="49691"/>
                    <a:pt x="105789" y="49691"/>
                    <a:pt x="105259" y="49691"/>
                  </a:cubicBezTo>
                  <a:cubicBezTo>
                    <a:pt x="102788" y="49691"/>
                    <a:pt x="102611" y="50736"/>
                    <a:pt x="101905" y="52651"/>
                  </a:cubicBezTo>
                  <a:cubicBezTo>
                    <a:pt x="97845" y="66577"/>
                    <a:pt x="90255" y="73714"/>
                    <a:pt x="83194" y="73714"/>
                  </a:cubicBezTo>
                  <a:cubicBezTo>
                    <a:pt x="79487" y="73714"/>
                    <a:pt x="78781" y="71277"/>
                    <a:pt x="78781" y="67622"/>
                  </a:cubicBezTo>
                  <a:cubicBezTo>
                    <a:pt x="78781" y="63618"/>
                    <a:pt x="79664" y="61355"/>
                    <a:pt x="82841" y="53521"/>
                  </a:cubicBezTo>
                  <a:cubicBezTo>
                    <a:pt x="84959" y="48124"/>
                    <a:pt x="92197" y="29672"/>
                    <a:pt x="92197" y="19923"/>
                  </a:cubicBezTo>
                  <a:cubicBezTo>
                    <a:pt x="92197" y="3037"/>
                    <a:pt x="78604" y="78"/>
                    <a:pt x="69249" y="78"/>
                  </a:cubicBezTo>
                  <a:cubicBezTo>
                    <a:pt x="54598" y="78"/>
                    <a:pt x="44713" y="8956"/>
                    <a:pt x="39417" y="15919"/>
                  </a:cubicBezTo>
                  <a:cubicBezTo>
                    <a:pt x="38181" y="3908"/>
                    <a:pt x="27767" y="78"/>
                    <a:pt x="20529" y="78"/>
                  </a:cubicBezTo>
                  <a:cubicBezTo>
                    <a:pt x="12939" y="78"/>
                    <a:pt x="8879" y="5474"/>
                    <a:pt x="6584" y="9478"/>
                  </a:cubicBezTo>
                  <a:cubicBezTo>
                    <a:pt x="2701" y="15919"/>
                    <a:pt x="229" y="25842"/>
                    <a:pt x="229" y="26712"/>
                  </a:cubicBezTo>
                  <a:cubicBezTo>
                    <a:pt x="229" y="28975"/>
                    <a:pt x="2701" y="28975"/>
                    <a:pt x="3230" y="28975"/>
                  </a:cubicBezTo>
                  <a:cubicBezTo>
                    <a:pt x="5701" y="28975"/>
                    <a:pt x="5878" y="28453"/>
                    <a:pt x="7114" y="23753"/>
                  </a:cubicBezTo>
                  <a:cubicBezTo>
                    <a:pt x="9761" y="13482"/>
                    <a:pt x="13115" y="4952"/>
                    <a:pt x="20000" y="4952"/>
                  </a:cubicBezTo>
                  <a:cubicBezTo>
                    <a:pt x="24589" y="4952"/>
                    <a:pt x="25825" y="8782"/>
                    <a:pt x="25825" y="13482"/>
                  </a:cubicBezTo>
                  <a:cubicBezTo>
                    <a:pt x="25825" y="16790"/>
                    <a:pt x="24236" y="23231"/>
                    <a:pt x="23000" y="27931"/>
                  </a:cubicBezTo>
                  <a:cubicBezTo>
                    <a:pt x="21765" y="32631"/>
                    <a:pt x="20000" y="39768"/>
                    <a:pt x="19117" y="43598"/>
                  </a:cubicBezTo>
                  <a:lnTo>
                    <a:pt x="13468" y="65881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099" name="任意多边形: 形状 2098">
              <a:extLst>
                <a:ext uri="{FF2B5EF4-FFF2-40B4-BE49-F238E27FC236}">
                  <a16:creationId xmlns:a16="http://schemas.microsoft.com/office/drawing/2014/main" id="{11220E14-29BA-36BA-8BE6-110F3DD60C45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481967" y="4353047"/>
              <a:ext cx="75903" cy="174081"/>
            </a:xfrm>
            <a:custGeom>
              <a:avLst/>
              <a:gdLst>
                <a:gd name="csX0" fmla="*/ 75079 w 75903"/>
                <a:gd name="csY0" fmla="*/ 7737 h 174081"/>
                <a:gd name="csX1" fmla="*/ 76138 w 75903"/>
                <a:gd name="csY1" fmla="*/ 4430 h 174081"/>
                <a:gd name="csX2" fmla="*/ 71902 w 75903"/>
                <a:gd name="csY2" fmla="*/ 78 h 174081"/>
                <a:gd name="csX3" fmla="*/ 67136 w 75903"/>
                <a:gd name="csY3" fmla="*/ 4430 h 174081"/>
                <a:gd name="csX4" fmla="*/ 1293 w 75903"/>
                <a:gd name="csY4" fmla="*/ 166500 h 174081"/>
                <a:gd name="csX5" fmla="*/ 234 w 75903"/>
                <a:gd name="csY5" fmla="*/ 169808 h 174081"/>
                <a:gd name="csX6" fmla="*/ 4471 w 75903"/>
                <a:gd name="csY6" fmla="*/ 174160 h 174081"/>
                <a:gd name="csX7" fmla="*/ 9237 w 75903"/>
                <a:gd name="csY7" fmla="*/ 169808 h 174081"/>
                <a:gd name="csX8" fmla="*/ 75079 w 75903"/>
                <a:gd name="csY8" fmla="*/ 7737 h 174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5903" h="174081">
                  <a:moveTo>
                    <a:pt x="75079" y="7737"/>
                  </a:moveTo>
                  <a:cubicBezTo>
                    <a:pt x="76138" y="5474"/>
                    <a:pt x="76138" y="5126"/>
                    <a:pt x="76138" y="4430"/>
                  </a:cubicBezTo>
                  <a:cubicBezTo>
                    <a:pt x="76138" y="1645"/>
                    <a:pt x="73843" y="78"/>
                    <a:pt x="71902" y="78"/>
                  </a:cubicBezTo>
                  <a:cubicBezTo>
                    <a:pt x="68901" y="78"/>
                    <a:pt x="68018" y="2167"/>
                    <a:pt x="67136" y="4430"/>
                  </a:cubicBezTo>
                  <a:lnTo>
                    <a:pt x="1293" y="166500"/>
                  </a:lnTo>
                  <a:cubicBezTo>
                    <a:pt x="234" y="168763"/>
                    <a:pt x="234" y="169111"/>
                    <a:pt x="234" y="169808"/>
                  </a:cubicBezTo>
                  <a:cubicBezTo>
                    <a:pt x="234" y="172593"/>
                    <a:pt x="2529" y="174160"/>
                    <a:pt x="4471" y="174160"/>
                  </a:cubicBezTo>
                  <a:cubicBezTo>
                    <a:pt x="7472" y="174160"/>
                    <a:pt x="8354" y="172071"/>
                    <a:pt x="9237" y="169808"/>
                  </a:cubicBezTo>
                  <a:lnTo>
                    <a:pt x="75079" y="7737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0" name="任意多边形: 形状 2099">
              <a:extLst>
                <a:ext uri="{FF2B5EF4-FFF2-40B4-BE49-F238E27FC236}">
                  <a16:creationId xmlns:a16="http://schemas.microsoft.com/office/drawing/2014/main" id="{6B7EF5FB-6A28-3DCC-3BB1-EF86FCADC93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573019" y="4364710"/>
              <a:ext cx="157279" cy="118897"/>
            </a:xfrm>
            <a:custGeom>
              <a:avLst/>
              <a:gdLst>
                <a:gd name="csX0" fmla="*/ 135276 w 157279"/>
                <a:gd name="csY0" fmla="*/ 19053 h 118897"/>
                <a:gd name="csX1" fmla="*/ 153987 w 157279"/>
                <a:gd name="csY1" fmla="*/ 6345 h 118897"/>
                <a:gd name="csX2" fmla="*/ 157518 w 157279"/>
                <a:gd name="csY2" fmla="*/ 2515 h 118897"/>
                <a:gd name="csX3" fmla="*/ 154870 w 157279"/>
                <a:gd name="csY3" fmla="*/ 78 h 118897"/>
                <a:gd name="csX4" fmla="*/ 136512 w 157279"/>
                <a:gd name="csY4" fmla="*/ 774 h 118897"/>
                <a:gd name="csX5" fmla="*/ 117801 w 157279"/>
                <a:gd name="csY5" fmla="*/ 78 h 118897"/>
                <a:gd name="csX6" fmla="*/ 114270 w 157279"/>
                <a:gd name="csY6" fmla="*/ 3908 h 118897"/>
                <a:gd name="csX7" fmla="*/ 118154 w 157279"/>
                <a:gd name="csY7" fmla="*/ 6345 h 118897"/>
                <a:gd name="csX8" fmla="*/ 129451 w 157279"/>
                <a:gd name="csY8" fmla="*/ 13482 h 118897"/>
                <a:gd name="csX9" fmla="*/ 128745 w 157279"/>
                <a:gd name="csY9" fmla="*/ 17660 h 118897"/>
                <a:gd name="csX10" fmla="*/ 109504 w 157279"/>
                <a:gd name="csY10" fmla="*/ 93560 h 118897"/>
                <a:gd name="csX11" fmla="*/ 64668 w 157279"/>
                <a:gd name="csY11" fmla="*/ 3037 h 118897"/>
                <a:gd name="csX12" fmla="*/ 58666 w 157279"/>
                <a:gd name="csY12" fmla="*/ 78 h 118897"/>
                <a:gd name="csX13" fmla="*/ 34483 w 157279"/>
                <a:gd name="csY13" fmla="*/ 78 h 118897"/>
                <a:gd name="csX14" fmla="*/ 28834 w 157279"/>
                <a:gd name="csY14" fmla="*/ 3908 h 118897"/>
                <a:gd name="csX15" fmla="*/ 34659 w 157279"/>
                <a:gd name="csY15" fmla="*/ 6345 h 118897"/>
                <a:gd name="csX16" fmla="*/ 45957 w 157279"/>
                <a:gd name="csY16" fmla="*/ 7215 h 118897"/>
                <a:gd name="csX17" fmla="*/ 22303 w 157279"/>
                <a:gd name="csY17" fmla="*/ 100349 h 118897"/>
                <a:gd name="csX18" fmla="*/ 3945 w 157279"/>
                <a:gd name="csY18" fmla="*/ 112709 h 118897"/>
                <a:gd name="csX19" fmla="*/ 238 w 157279"/>
                <a:gd name="csY19" fmla="*/ 116364 h 118897"/>
                <a:gd name="csX20" fmla="*/ 2886 w 157279"/>
                <a:gd name="csY20" fmla="*/ 118976 h 118897"/>
                <a:gd name="csX21" fmla="*/ 21244 w 157279"/>
                <a:gd name="csY21" fmla="*/ 118279 h 118897"/>
                <a:gd name="csX22" fmla="*/ 39955 w 157279"/>
                <a:gd name="csY22" fmla="*/ 118976 h 118897"/>
                <a:gd name="csX23" fmla="*/ 43485 w 157279"/>
                <a:gd name="csY23" fmla="*/ 115320 h 118897"/>
                <a:gd name="csX24" fmla="*/ 39425 w 157279"/>
                <a:gd name="csY24" fmla="*/ 112709 h 118897"/>
                <a:gd name="csX25" fmla="*/ 28305 w 157279"/>
                <a:gd name="csY25" fmla="*/ 105397 h 118897"/>
                <a:gd name="csX26" fmla="*/ 29011 w 157279"/>
                <a:gd name="csY26" fmla="*/ 101045 h 118897"/>
                <a:gd name="csX27" fmla="*/ 51605 w 157279"/>
                <a:gd name="csY27" fmla="*/ 11915 h 118897"/>
                <a:gd name="csX28" fmla="*/ 103149 w 157279"/>
                <a:gd name="csY28" fmla="*/ 116016 h 118897"/>
                <a:gd name="csX29" fmla="*/ 107033 w 157279"/>
                <a:gd name="csY29" fmla="*/ 118976 h 118897"/>
                <a:gd name="csX30" fmla="*/ 110740 w 157279"/>
                <a:gd name="csY30" fmla="*/ 115320 h 118897"/>
                <a:gd name="csX31" fmla="*/ 135276 w 157279"/>
                <a:gd name="csY31" fmla="*/ 19053 h 118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7279" h="118897">
                  <a:moveTo>
                    <a:pt x="135276" y="19053"/>
                  </a:moveTo>
                  <a:cubicBezTo>
                    <a:pt x="137041" y="12438"/>
                    <a:pt x="139866" y="6693"/>
                    <a:pt x="153987" y="6345"/>
                  </a:cubicBezTo>
                  <a:cubicBezTo>
                    <a:pt x="154870" y="6345"/>
                    <a:pt x="157518" y="6171"/>
                    <a:pt x="157518" y="2515"/>
                  </a:cubicBezTo>
                  <a:cubicBezTo>
                    <a:pt x="157518" y="1471"/>
                    <a:pt x="156635" y="78"/>
                    <a:pt x="154870" y="78"/>
                  </a:cubicBezTo>
                  <a:cubicBezTo>
                    <a:pt x="149045" y="78"/>
                    <a:pt x="142514" y="774"/>
                    <a:pt x="136512" y="774"/>
                  </a:cubicBezTo>
                  <a:cubicBezTo>
                    <a:pt x="132275" y="774"/>
                    <a:pt x="122037" y="78"/>
                    <a:pt x="117801" y="78"/>
                  </a:cubicBezTo>
                  <a:cubicBezTo>
                    <a:pt x="116918" y="78"/>
                    <a:pt x="114270" y="78"/>
                    <a:pt x="114270" y="3908"/>
                  </a:cubicBezTo>
                  <a:cubicBezTo>
                    <a:pt x="114270" y="6171"/>
                    <a:pt x="116565" y="6345"/>
                    <a:pt x="118154" y="6345"/>
                  </a:cubicBezTo>
                  <a:cubicBezTo>
                    <a:pt x="126450" y="6519"/>
                    <a:pt x="129451" y="9130"/>
                    <a:pt x="129451" y="13482"/>
                  </a:cubicBezTo>
                  <a:cubicBezTo>
                    <a:pt x="129451" y="14875"/>
                    <a:pt x="129274" y="15745"/>
                    <a:pt x="128745" y="17660"/>
                  </a:cubicBezTo>
                  <a:lnTo>
                    <a:pt x="109504" y="93560"/>
                  </a:lnTo>
                  <a:lnTo>
                    <a:pt x="64668" y="3037"/>
                  </a:lnTo>
                  <a:cubicBezTo>
                    <a:pt x="63256" y="78"/>
                    <a:pt x="62903" y="78"/>
                    <a:pt x="58666" y="78"/>
                  </a:cubicBezTo>
                  <a:lnTo>
                    <a:pt x="34483" y="78"/>
                  </a:lnTo>
                  <a:cubicBezTo>
                    <a:pt x="31129" y="78"/>
                    <a:pt x="28834" y="78"/>
                    <a:pt x="28834" y="3908"/>
                  </a:cubicBezTo>
                  <a:cubicBezTo>
                    <a:pt x="28834" y="6345"/>
                    <a:pt x="30952" y="6345"/>
                    <a:pt x="34659" y="6345"/>
                  </a:cubicBezTo>
                  <a:cubicBezTo>
                    <a:pt x="38366" y="6345"/>
                    <a:pt x="42250" y="6519"/>
                    <a:pt x="45957" y="7215"/>
                  </a:cubicBezTo>
                  <a:lnTo>
                    <a:pt x="22303" y="100349"/>
                  </a:lnTo>
                  <a:cubicBezTo>
                    <a:pt x="20714" y="106964"/>
                    <a:pt x="17713" y="112186"/>
                    <a:pt x="3945" y="112709"/>
                  </a:cubicBezTo>
                  <a:cubicBezTo>
                    <a:pt x="2709" y="112709"/>
                    <a:pt x="238" y="112883"/>
                    <a:pt x="238" y="116364"/>
                  </a:cubicBezTo>
                  <a:cubicBezTo>
                    <a:pt x="238" y="118279"/>
                    <a:pt x="1650" y="118976"/>
                    <a:pt x="2886" y="118976"/>
                  </a:cubicBezTo>
                  <a:cubicBezTo>
                    <a:pt x="8711" y="118976"/>
                    <a:pt x="15242" y="118279"/>
                    <a:pt x="21244" y="118279"/>
                  </a:cubicBezTo>
                  <a:cubicBezTo>
                    <a:pt x="25480" y="118279"/>
                    <a:pt x="35719" y="118976"/>
                    <a:pt x="39955" y="118976"/>
                  </a:cubicBezTo>
                  <a:cubicBezTo>
                    <a:pt x="41720" y="118976"/>
                    <a:pt x="43485" y="118105"/>
                    <a:pt x="43485" y="115320"/>
                  </a:cubicBezTo>
                  <a:cubicBezTo>
                    <a:pt x="43485" y="112883"/>
                    <a:pt x="41367" y="112709"/>
                    <a:pt x="39425" y="112709"/>
                  </a:cubicBezTo>
                  <a:cubicBezTo>
                    <a:pt x="28305" y="112361"/>
                    <a:pt x="28305" y="107834"/>
                    <a:pt x="28305" y="105397"/>
                  </a:cubicBezTo>
                  <a:cubicBezTo>
                    <a:pt x="28305" y="104701"/>
                    <a:pt x="28305" y="103831"/>
                    <a:pt x="29011" y="101045"/>
                  </a:cubicBezTo>
                  <a:lnTo>
                    <a:pt x="51605" y="11915"/>
                  </a:lnTo>
                  <a:lnTo>
                    <a:pt x="103149" y="116016"/>
                  </a:lnTo>
                  <a:cubicBezTo>
                    <a:pt x="104562" y="118802"/>
                    <a:pt x="105268" y="118976"/>
                    <a:pt x="107033" y="118976"/>
                  </a:cubicBezTo>
                  <a:cubicBezTo>
                    <a:pt x="109857" y="118976"/>
                    <a:pt x="109857" y="118453"/>
                    <a:pt x="110740" y="115320"/>
                  </a:cubicBezTo>
                  <a:lnTo>
                    <a:pt x="135276" y="19053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1" name="任意多边形: 形状 2100">
              <a:extLst>
                <a:ext uri="{FF2B5EF4-FFF2-40B4-BE49-F238E27FC236}">
                  <a16:creationId xmlns:a16="http://schemas.microsoft.com/office/drawing/2014/main" id="{8C9FFDB4-95EB-17EE-E9AB-63672A8E4CA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773791" y="4559929"/>
              <a:ext cx="29504" cy="74357"/>
            </a:xfrm>
            <a:custGeom>
              <a:avLst/>
              <a:gdLst>
                <a:gd name="csX0" fmla="*/ 29750 w 29504"/>
                <a:gd name="csY0" fmla="*/ 26194 h 74357"/>
                <a:gd name="csX1" fmla="*/ 13611 w 29504"/>
                <a:gd name="csY1" fmla="*/ 82 h 74357"/>
                <a:gd name="csX2" fmla="*/ 245 w 29504"/>
                <a:gd name="csY2" fmla="*/ 13262 h 74357"/>
                <a:gd name="csX3" fmla="*/ 13611 w 29504"/>
                <a:gd name="csY3" fmla="*/ 26443 h 74357"/>
                <a:gd name="csX4" fmla="*/ 22437 w 29504"/>
                <a:gd name="csY4" fmla="*/ 23210 h 74357"/>
                <a:gd name="csX5" fmla="*/ 23697 w 29504"/>
                <a:gd name="csY5" fmla="*/ 22464 h 74357"/>
                <a:gd name="csX6" fmla="*/ 24202 w 29504"/>
                <a:gd name="csY6" fmla="*/ 26194 h 74357"/>
                <a:gd name="csX7" fmla="*/ 7054 w 29504"/>
                <a:gd name="csY7" fmla="*/ 67725 h 74357"/>
                <a:gd name="csX8" fmla="*/ 4280 w 29504"/>
                <a:gd name="csY8" fmla="*/ 71704 h 74357"/>
                <a:gd name="csX9" fmla="*/ 6802 w 29504"/>
                <a:gd name="csY9" fmla="*/ 74440 h 74357"/>
                <a:gd name="csX10" fmla="*/ 29750 w 29504"/>
                <a:gd name="csY10" fmla="*/ 26194 h 74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04" h="74357">
                  <a:moveTo>
                    <a:pt x="29750" y="26194"/>
                  </a:moveTo>
                  <a:cubicBezTo>
                    <a:pt x="29750" y="9781"/>
                    <a:pt x="23445" y="82"/>
                    <a:pt x="13611" y="82"/>
                  </a:cubicBezTo>
                  <a:cubicBezTo>
                    <a:pt x="5289" y="82"/>
                    <a:pt x="245" y="6299"/>
                    <a:pt x="245" y="13262"/>
                  </a:cubicBezTo>
                  <a:cubicBezTo>
                    <a:pt x="245" y="19977"/>
                    <a:pt x="5289" y="26443"/>
                    <a:pt x="13611" y="26443"/>
                  </a:cubicBezTo>
                  <a:cubicBezTo>
                    <a:pt x="16637" y="26443"/>
                    <a:pt x="19915" y="25448"/>
                    <a:pt x="22437" y="23210"/>
                  </a:cubicBezTo>
                  <a:cubicBezTo>
                    <a:pt x="23193" y="22713"/>
                    <a:pt x="23445" y="22464"/>
                    <a:pt x="23697" y="22464"/>
                  </a:cubicBezTo>
                  <a:cubicBezTo>
                    <a:pt x="23950" y="22464"/>
                    <a:pt x="24202" y="22713"/>
                    <a:pt x="24202" y="26194"/>
                  </a:cubicBezTo>
                  <a:cubicBezTo>
                    <a:pt x="24202" y="44597"/>
                    <a:pt x="15376" y="59518"/>
                    <a:pt x="7054" y="67725"/>
                  </a:cubicBezTo>
                  <a:cubicBezTo>
                    <a:pt x="4280" y="70461"/>
                    <a:pt x="4280" y="70958"/>
                    <a:pt x="4280" y="71704"/>
                  </a:cubicBezTo>
                  <a:cubicBezTo>
                    <a:pt x="4280" y="73445"/>
                    <a:pt x="5541" y="74440"/>
                    <a:pt x="6802" y="74440"/>
                  </a:cubicBezTo>
                  <a:cubicBezTo>
                    <a:pt x="9576" y="74440"/>
                    <a:pt x="29750" y="55291"/>
                    <a:pt x="29750" y="26194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2" name="任意多边形: 形状 2101">
              <a:extLst>
                <a:ext uri="{FF2B5EF4-FFF2-40B4-BE49-F238E27FC236}">
                  <a16:creationId xmlns:a16="http://schemas.microsoft.com/office/drawing/2014/main" id="{354644AD-7AA4-94C1-2834-ACA4BCE3019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130222" y="4413700"/>
              <a:ext cx="114234" cy="175325"/>
            </a:xfrm>
            <a:custGeom>
              <a:avLst/>
              <a:gdLst>
                <a:gd name="csX0" fmla="*/ 58764 w 114234"/>
                <a:gd name="csY0" fmla="*/ 2818 h 175325"/>
                <a:gd name="csX1" fmla="*/ 55486 w 114234"/>
                <a:gd name="csY1" fmla="*/ 82 h 175325"/>
                <a:gd name="csX2" fmla="*/ 24721 w 114234"/>
                <a:gd name="csY2" fmla="*/ 2569 h 175325"/>
                <a:gd name="csX3" fmla="*/ 19929 w 114234"/>
                <a:gd name="csY3" fmla="*/ 7543 h 175325"/>
                <a:gd name="csX4" fmla="*/ 25981 w 114234"/>
                <a:gd name="csY4" fmla="*/ 10527 h 175325"/>
                <a:gd name="csX5" fmla="*/ 38590 w 114234"/>
                <a:gd name="csY5" fmla="*/ 14755 h 175325"/>
                <a:gd name="csX6" fmla="*/ 37834 w 114234"/>
                <a:gd name="csY6" fmla="*/ 19728 h 175325"/>
                <a:gd name="csX7" fmla="*/ 1269 w 114234"/>
                <a:gd name="csY7" fmla="*/ 162973 h 175325"/>
                <a:gd name="csX8" fmla="*/ 260 w 114234"/>
                <a:gd name="csY8" fmla="*/ 168444 h 175325"/>
                <a:gd name="csX9" fmla="*/ 7573 w 114234"/>
                <a:gd name="csY9" fmla="*/ 175407 h 175325"/>
                <a:gd name="csX10" fmla="*/ 16147 w 114234"/>
                <a:gd name="csY10" fmla="*/ 170185 h 175325"/>
                <a:gd name="csX11" fmla="*/ 30268 w 114234"/>
                <a:gd name="csY11" fmla="*/ 115722 h 175325"/>
                <a:gd name="csX12" fmla="*/ 59520 w 114234"/>
                <a:gd name="csY12" fmla="*/ 136860 h 175325"/>
                <a:gd name="csX13" fmla="*/ 58764 w 114234"/>
                <a:gd name="csY13" fmla="*/ 142083 h 175325"/>
                <a:gd name="csX14" fmla="*/ 57755 w 114234"/>
                <a:gd name="csY14" fmla="*/ 150787 h 175325"/>
                <a:gd name="csX15" fmla="*/ 80955 w 114234"/>
                <a:gd name="csY15" fmla="*/ 175407 h 175325"/>
                <a:gd name="csX16" fmla="*/ 100877 w 114234"/>
                <a:gd name="csY16" fmla="*/ 162227 h 175325"/>
                <a:gd name="csX17" fmla="*/ 109955 w 114234"/>
                <a:gd name="csY17" fmla="*/ 137109 h 175325"/>
                <a:gd name="csX18" fmla="*/ 106929 w 114234"/>
                <a:gd name="csY18" fmla="*/ 134622 h 175325"/>
                <a:gd name="csX19" fmla="*/ 103398 w 114234"/>
                <a:gd name="csY19" fmla="*/ 139099 h 175325"/>
                <a:gd name="csX20" fmla="*/ 81459 w 114234"/>
                <a:gd name="csY20" fmla="*/ 169936 h 175325"/>
                <a:gd name="csX21" fmla="*/ 73390 w 114234"/>
                <a:gd name="csY21" fmla="*/ 158248 h 175325"/>
                <a:gd name="csX22" fmla="*/ 75407 w 114234"/>
                <a:gd name="csY22" fmla="*/ 144321 h 175325"/>
                <a:gd name="csX23" fmla="*/ 76416 w 114234"/>
                <a:gd name="csY23" fmla="*/ 136612 h 175325"/>
                <a:gd name="csX24" fmla="*/ 39094 w 114234"/>
                <a:gd name="csY24" fmla="*/ 110499 h 175325"/>
                <a:gd name="csX25" fmla="*/ 60781 w 114234"/>
                <a:gd name="csY25" fmla="*/ 92097 h 175325"/>
                <a:gd name="csX26" fmla="*/ 96842 w 114234"/>
                <a:gd name="csY26" fmla="*/ 68223 h 175325"/>
                <a:gd name="csX27" fmla="*/ 99111 w 114234"/>
                <a:gd name="csY27" fmla="*/ 68471 h 175325"/>
                <a:gd name="csX28" fmla="*/ 104407 w 114234"/>
                <a:gd name="csY28" fmla="*/ 70461 h 175325"/>
                <a:gd name="csX29" fmla="*/ 105416 w 114234"/>
                <a:gd name="csY29" fmla="*/ 71455 h 175325"/>
                <a:gd name="csX30" fmla="*/ 91042 w 114234"/>
                <a:gd name="csY30" fmla="*/ 84885 h 175325"/>
                <a:gd name="csX31" fmla="*/ 100624 w 114234"/>
                <a:gd name="csY31" fmla="*/ 93589 h 175325"/>
                <a:gd name="csX32" fmla="*/ 114494 w 114234"/>
                <a:gd name="csY32" fmla="*/ 78419 h 175325"/>
                <a:gd name="csX33" fmla="*/ 97346 w 114234"/>
                <a:gd name="csY33" fmla="*/ 62751 h 175325"/>
                <a:gd name="csX34" fmla="*/ 60529 w 114234"/>
                <a:gd name="csY34" fmla="*/ 84636 h 175325"/>
                <a:gd name="csX35" fmla="*/ 32538 w 114234"/>
                <a:gd name="csY35" fmla="*/ 107764 h 175325"/>
                <a:gd name="csX36" fmla="*/ 58764 w 114234"/>
                <a:gd name="csY36" fmla="*/ 2818 h 175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14234" h="175325">
                  <a:moveTo>
                    <a:pt x="58764" y="2818"/>
                  </a:moveTo>
                  <a:cubicBezTo>
                    <a:pt x="58764" y="2569"/>
                    <a:pt x="58764" y="82"/>
                    <a:pt x="55486" y="82"/>
                  </a:cubicBezTo>
                  <a:cubicBezTo>
                    <a:pt x="49686" y="82"/>
                    <a:pt x="31277" y="2071"/>
                    <a:pt x="24721" y="2569"/>
                  </a:cubicBezTo>
                  <a:cubicBezTo>
                    <a:pt x="22703" y="2818"/>
                    <a:pt x="19929" y="3066"/>
                    <a:pt x="19929" y="7543"/>
                  </a:cubicBezTo>
                  <a:cubicBezTo>
                    <a:pt x="19929" y="10527"/>
                    <a:pt x="22199" y="10527"/>
                    <a:pt x="25981" y="10527"/>
                  </a:cubicBezTo>
                  <a:cubicBezTo>
                    <a:pt x="38086" y="10527"/>
                    <a:pt x="38590" y="12268"/>
                    <a:pt x="38590" y="14755"/>
                  </a:cubicBezTo>
                  <a:lnTo>
                    <a:pt x="37834" y="19728"/>
                  </a:lnTo>
                  <a:lnTo>
                    <a:pt x="1269" y="162973"/>
                  </a:lnTo>
                  <a:cubicBezTo>
                    <a:pt x="260" y="166454"/>
                    <a:pt x="260" y="166952"/>
                    <a:pt x="260" y="168444"/>
                  </a:cubicBezTo>
                  <a:cubicBezTo>
                    <a:pt x="260" y="174164"/>
                    <a:pt x="5303" y="175407"/>
                    <a:pt x="7573" y="175407"/>
                  </a:cubicBezTo>
                  <a:cubicBezTo>
                    <a:pt x="10851" y="175407"/>
                    <a:pt x="14634" y="173169"/>
                    <a:pt x="16147" y="170185"/>
                  </a:cubicBezTo>
                  <a:cubicBezTo>
                    <a:pt x="17408" y="167946"/>
                    <a:pt x="28755" y="121939"/>
                    <a:pt x="30268" y="115722"/>
                  </a:cubicBezTo>
                  <a:cubicBezTo>
                    <a:pt x="38842" y="116468"/>
                    <a:pt x="59520" y="120447"/>
                    <a:pt x="59520" y="136860"/>
                  </a:cubicBezTo>
                  <a:cubicBezTo>
                    <a:pt x="59520" y="138601"/>
                    <a:pt x="59520" y="139596"/>
                    <a:pt x="58764" y="142083"/>
                  </a:cubicBezTo>
                  <a:cubicBezTo>
                    <a:pt x="58259" y="145067"/>
                    <a:pt x="57755" y="148051"/>
                    <a:pt x="57755" y="150787"/>
                  </a:cubicBezTo>
                  <a:cubicBezTo>
                    <a:pt x="57755" y="165460"/>
                    <a:pt x="67842" y="175407"/>
                    <a:pt x="80955" y="175407"/>
                  </a:cubicBezTo>
                  <a:cubicBezTo>
                    <a:pt x="88520" y="175407"/>
                    <a:pt x="95329" y="171428"/>
                    <a:pt x="100877" y="162227"/>
                  </a:cubicBezTo>
                  <a:cubicBezTo>
                    <a:pt x="107181" y="151284"/>
                    <a:pt x="109955" y="137607"/>
                    <a:pt x="109955" y="137109"/>
                  </a:cubicBezTo>
                  <a:cubicBezTo>
                    <a:pt x="109955" y="134622"/>
                    <a:pt x="107685" y="134622"/>
                    <a:pt x="106929" y="134622"/>
                  </a:cubicBezTo>
                  <a:cubicBezTo>
                    <a:pt x="104407" y="134622"/>
                    <a:pt x="104155" y="135617"/>
                    <a:pt x="103398" y="139099"/>
                  </a:cubicBezTo>
                  <a:cubicBezTo>
                    <a:pt x="98355" y="157253"/>
                    <a:pt x="92555" y="169936"/>
                    <a:pt x="81459" y="169936"/>
                  </a:cubicBezTo>
                  <a:cubicBezTo>
                    <a:pt x="76668" y="169936"/>
                    <a:pt x="73390" y="167200"/>
                    <a:pt x="73390" y="158248"/>
                  </a:cubicBezTo>
                  <a:cubicBezTo>
                    <a:pt x="73390" y="154020"/>
                    <a:pt x="74398" y="148300"/>
                    <a:pt x="75407" y="144321"/>
                  </a:cubicBezTo>
                  <a:cubicBezTo>
                    <a:pt x="76416" y="140093"/>
                    <a:pt x="76416" y="139099"/>
                    <a:pt x="76416" y="136612"/>
                  </a:cubicBezTo>
                  <a:cubicBezTo>
                    <a:pt x="76416" y="120447"/>
                    <a:pt x="60529" y="113235"/>
                    <a:pt x="39094" y="110499"/>
                  </a:cubicBezTo>
                  <a:cubicBezTo>
                    <a:pt x="46912" y="106023"/>
                    <a:pt x="54981" y="98065"/>
                    <a:pt x="60781" y="92097"/>
                  </a:cubicBezTo>
                  <a:cubicBezTo>
                    <a:pt x="72885" y="78916"/>
                    <a:pt x="84485" y="68223"/>
                    <a:pt x="96842" y="68223"/>
                  </a:cubicBezTo>
                  <a:cubicBezTo>
                    <a:pt x="98355" y="68223"/>
                    <a:pt x="98607" y="68223"/>
                    <a:pt x="99111" y="68471"/>
                  </a:cubicBezTo>
                  <a:cubicBezTo>
                    <a:pt x="102137" y="68969"/>
                    <a:pt x="102390" y="68969"/>
                    <a:pt x="104407" y="70461"/>
                  </a:cubicBezTo>
                  <a:cubicBezTo>
                    <a:pt x="104911" y="70709"/>
                    <a:pt x="104911" y="70958"/>
                    <a:pt x="105416" y="71455"/>
                  </a:cubicBezTo>
                  <a:cubicBezTo>
                    <a:pt x="93311" y="72202"/>
                    <a:pt x="91042" y="81900"/>
                    <a:pt x="91042" y="84885"/>
                  </a:cubicBezTo>
                  <a:cubicBezTo>
                    <a:pt x="91042" y="88864"/>
                    <a:pt x="93816" y="93589"/>
                    <a:pt x="100624" y="93589"/>
                  </a:cubicBezTo>
                  <a:cubicBezTo>
                    <a:pt x="107181" y="93589"/>
                    <a:pt x="114494" y="88118"/>
                    <a:pt x="114494" y="78419"/>
                  </a:cubicBezTo>
                  <a:cubicBezTo>
                    <a:pt x="114494" y="70958"/>
                    <a:pt x="108694" y="62751"/>
                    <a:pt x="97346" y="62751"/>
                  </a:cubicBezTo>
                  <a:cubicBezTo>
                    <a:pt x="90285" y="62751"/>
                    <a:pt x="78685" y="64741"/>
                    <a:pt x="60529" y="84636"/>
                  </a:cubicBezTo>
                  <a:cubicBezTo>
                    <a:pt x="51955" y="94086"/>
                    <a:pt x="42120" y="104034"/>
                    <a:pt x="32538" y="107764"/>
                  </a:cubicBezTo>
                  <a:lnTo>
                    <a:pt x="58764" y="2818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3" name="任意多边形: 形状 2102">
              <a:extLst>
                <a:ext uri="{FF2B5EF4-FFF2-40B4-BE49-F238E27FC236}">
                  <a16:creationId xmlns:a16="http://schemas.microsoft.com/office/drawing/2014/main" id="{551C0D3C-3B5E-D70D-F60A-638237351A5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339741" y="4495021"/>
              <a:ext cx="167694" cy="58193"/>
            </a:xfrm>
            <a:custGeom>
              <a:avLst/>
              <a:gdLst>
                <a:gd name="csX0" fmla="*/ 159389 w 167694"/>
                <a:gd name="csY0" fmla="*/ 10030 h 58193"/>
                <a:gd name="csX1" fmla="*/ 167963 w 167694"/>
                <a:gd name="csY1" fmla="*/ 5056 h 58193"/>
                <a:gd name="csX2" fmla="*/ 159641 w 167694"/>
                <a:gd name="csY2" fmla="*/ 82 h 58193"/>
                <a:gd name="csX3" fmla="*/ 8590 w 167694"/>
                <a:gd name="csY3" fmla="*/ 82 h 58193"/>
                <a:gd name="csX4" fmla="*/ 268 w 167694"/>
                <a:gd name="csY4" fmla="*/ 5056 h 58193"/>
                <a:gd name="csX5" fmla="*/ 8842 w 167694"/>
                <a:gd name="csY5" fmla="*/ 10030 h 58193"/>
                <a:gd name="csX6" fmla="*/ 159389 w 167694"/>
                <a:gd name="csY6" fmla="*/ 10030 h 58193"/>
                <a:gd name="csX7" fmla="*/ 159641 w 167694"/>
                <a:gd name="csY7" fmla="*/ 58275 h 58193"/>
                <a:gd name="csX8" fmla="*/ 167963 w 167694"/>
                <a:gd name="csY8" fmla="*/ 53301 h 58193"/>
                <a:gd name="csX9" fmla="*/ 159389 w 167694"/>
                <a:gd name="csY9" fmla="*/ 48327 h 58193"/>
                <a:gd name="csX10" fmla="*/ 8842 w 167694"/>
                <a:gd name="csY10" fmla="*/ 48327 h 58193"/>
                <a:gd name="csX11" fmla="*/ 268 w 167694"/>
                <a:gd name="csY11" fmla="*/ 53301 h 58193"/>
                <a:gd name="csX12" fmla="*/ 8590 w 167694"/>
                <a:gd name="csY12" fmla="*/ 58275 h 58193"/>
                <a:gd name="csX13" fmla="*/ 159641 w 167694"/>
                <a:gd name="csY13" fmla="*/ 58275 h 581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7694" h="58193">
                  <a:moveTo>
                    <a:pt x="159389" y="10030"/>
                  </a:moveTo>
                  <a:cubicBezTo>
                    <a:pt x="163171" y="10030"/>
                    <a:pt x="167963" y="10030"/>
                    <a:pt x="167963" y="5056"/>
                  </a:cubicBezTo>
                  <a:cubicBezTo>
                    <a:pt x="167963" y="82"/>
                    <a:pt x="163171" y="82"/>
                    <a:pt x="159641" y="82"/>
                  </a:cubicBezTo>
                  <a:lnTo>
                    <a:pt x="8590" y="82"/>
                  </a:lnTo>
                  <a:cubicBezTo>
                    <a:pt x="5059" y="82"/>
                    <a:pt x="268" y="82"/>
                    <a:pt x="268" y="5056"/>
                  </a:cubicBezTo>
                  <a:cubicBezTo>
                    <a:pt x="268" y="10030"/>
                    <a:pt x="5059" y="10030"/>
                    <a:pt x="8842" y="10030"/>
                  </a:cubicBezTo>
                  <a:lnTo>
                    <a:pt x="159389" y="10030"/>
                  </a:lnTo>
                  <a:close/>
                  <a:moveTo>
                    <a:pt x="159641" y="58275"/>
                  </a:moveTo>
                  <a:cubicBezTo>
                    <a:pt x="163171" y="58275"/>
                    <a:pt x="167963" y="58275"/>
                    <a:pt x="167963" y="53301"/>
                  </a:cubicBezTo>
                  <a:cubicBezTo>
                    <a:pt x="167963" y="48327"/>
                    <a:pt x="163171" y="48327"/>
                    <a:pt x="159389" y="48327"/>
                  </a:cubicBezTo>
                  <a:lnTo>
                    <a:pt x="8842" y="48327"/>
                  </a:lnTo>
                  <a:cubicBezTo>
                    <a:pt x="5059" y="48327"/>
                    <a:pt x="268" y="48327"/>
                    <a:pt x="268" y="53301"/>
                  </a:cubicBezTo>
                  <a:cubicBezTo>
                    <a:pt x="268" y="58275"/>
                    <a:pt x="5059" y="58275"/>
                    <a:pt x="8590" y="58275"/>
                  </a:cubicBezTo>
                  <a:lnTo>
                    <a:pt x="159641" y="58275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4" name="任意多边形: 形状 2103">
              <a:extLst>
                <a:ext uri="{FF2B5EF4-FFF2-40B4-BE49-F238E27FC236}">
                  <a16:creationId xmlns:a16="http://schemas.microsoft.com/office/drawing/2014/main" id="{0156D948-FE8B-39C1-0F39-63051F568CAA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601635" y="4420663"/>
              <a:ext cx="106164" cy="171097"/>
            </a:xfrm>
            <a:custGeom>
              <a:avLst/>
              <a:gdLst>
                <a:gd name="csX0" fmla="*/ 106443 w 106164"/>
                <a:gd name="csY0" fmla="*/ 86128 h 171097"/>
                <a:gd name="csX1" fmla="*/ 96356 w 106164"/>
                <a:gd name="csY1" fmla="*/ 27935 h 171097"/>
                <a:gd name="csX2" fmla="*/ 53487 w 106164"/>
                <a:gd name="csY2" fmla="*/ 82 h 171097"/>
                <a:gd name="csX3" fmla="*/ 9609 w 106164"/>
                <a:gd name="csY3" fmla="*/ 29676 h 171097"/>
                <a:gd name="csX4" fmla="*/ 279 w 106164"/>
                <a:gd name="csY4" fmla="*/ 86128 h 171097"/>
                <a:gd name="csX5" fmla="*/ 11626 w 106164"/>
                <a:gd name="csY5" fmla="*/ 146062 h 171097"/>
                <a:gd name="csX6" fmla="*/ 53235 w 106164"/>
                <a:gd name="csY6" fmla="*/ 171179 h 171097"/>
                <a:gd name="csX7" fmla="*/ 97113 w 106164"/>
                <a:gd name="csY7" fmla="*/ 142332 h 171097"/>
                <a:gd name="csX8" fmla="*/ 106443 w 106164"/>
                <a:gd name="csY8" fmla="*/ 86128 h 171097"/>
                <a:gd name="csX9" fmla="*/ 53235 w 106164"/>
                <a:gd name="csY9" fmla="*/ 165708 h 171097"/>
                <a:gd name="csX10" fmla="*/ 23983 w 106164"/>
                <a:gd name="csY10" fmla="*/ 135617 h 171097"/>
                <a:gd name="csX11" fmla="*/ 21209 w 106164"/>
                <a:gd name="csY11" fmla="*/ 83144 h 171097"/>
                <a:gd name="csX12" fmla="*/ 23226 w 106164"/>
                <a:gd name="csY12" fmla="*/ 37385 h 171097"/>
                <a:gd name="csX13" fmla="*/ 53235 w 106164"/>
                <a:gd name="csY13" fmla="*/ 5553 h 171097"/>
                <a:gd name="csX14" fmla="*/ 82991 w 106164"/>
                <a:gd name="csY14" fmla="*/ 34650 h 171097"/>
                <a:gd name="csX15" fmla="*/ 85513 w 106164"/>
                <a:gd name="csY15" fmla="*/ 83144 h 171097"/>
                <a:gd name="csX16" fmla="*/ 82739 w 106164"/>
                <a:gd name="csY16" fmla="*/ 134622 h 171097"/>
                <a:gd name="csX17" fmla="*/ 53235 w 106164"/>
                <a:gd name="csY17" fmla="*/ 165708 h 171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6164" h="171097">
                  <a:moveTo>
                    <a:pt x="106443" y="86128"/>
                  </a:moveTo>
                  <a:cubicBezTo>
                    <a:pt x="106443" y="66233"/>
                    <a:pt x="105182" y="46338"/>
                    <a:pt x="96356" y="27935"/>
                  </a:cubicBezTo>
                  <a:cubicBezTo>
                    <a:pt x="84756" y="4061"/>
                    <a:pt x="64078" y="82"/>
                    <a:pt x="53487" y="82"/>
                  </a:cubicBezTo>
                  <a:cubicBezTo>
                    <a:pt x="38357" y="82"/>
                    <a:pt x="19948" y="6548"/>
                    <a:pt x="9609" y="29676"/>
                  </a:cubicBezTo>
                  <a:cubicBezTo>
                    <a:pt x="1539" y="46835"/>
                    <a:pt x="279" y="66233"/>
                    <a:pt x="279" y="86128"/>
                  </a:cubicBezTo>
                  <a:cubicBezTo>
                    <a:pt x="279" y="104780"/>
                    <a:pt x="1287" y="127162"/>
                    <a:pt x="11626" y="146062"/>
                  </a:cubicBezTo>
                  <a:cubicBezTo>
                    <a:pt x="22470" y="166206"/>
                    <a:pt x="40878" y="171179"/>
                    <a:pt x="53235" y="171179"/>
                  </a:cubicBezTo>
                  <a:cubicBezTo>
                    <a:pt x="66852" y="171179"/>
                    <a:pt x="86017" y="165957"/>
                    <a:pt x="97113" y="142332"/>
                  </a:cubicBezTo>
                  <a:cubicBezTo>
                    <a:pt x="105182" y="125172"/>
                    <a:pt x="106443" y="105774"/>
                    <a:pt x="106443" y="86128"/>
                  </a:cubicBezTo>
                  <a:close/>
                  <a:moveTo>
                    <a:pt x="53235" y="165708"/>
                  </a:moveTo>
                  <a:cubicBezTo>
                    <a:pt x="43400" y="165708"/>
                    <a:pt x="28522" y="159491"/>
                    <a:pt x="23983" y="135617"/>
                  </a:cubicBezTo>
                  <a:cubicBezTo>
                    <a:pt x="21209" y="120696"/>
                    <a:pt x="21209" y="97816"/>
                    <a:pt x="21209" y="83144"/>
                  </a:cubicBezTo>
                  <a:cubicBezTo>
                    <a:pt x="21209" y="67228"/>
                    <a:pt x="21209" y="50814"/>
                    <a:pt x="23226" y="37385"/>
                  </a:cubicBezTo>
                  <a:cubicBezTo>
                    <a:pt x="28018" y="7791"/>
                    <a:pt x="46930" y="5553"/>
                    <a:pt x="53235" y="5553"/>
                  </a:cubicBezTo>
                  <a:cubicBezTo>
                    <a:pt x="61557" y="5553"/>
                    <a:pt x="78200" y="10029"/>
                    <a:pt x="82991" y="34650"/>
                  </a:cubicBezTo>
                  <a:cubicBezTo>
                    <a:pt x="85513" y="48576"/>
                    <a:pt x="85513" y="67476"/>
                    <a:pt x="85513" y="83144"/>
                  </a:cubicBezTo>
                  <a:cubicBezTo>
                    <a:pt x="85513" y="101795"/>
                    <a:pt x="85513" y="118706"/>
                    <a:pt x="82739" y="134622"/>
                  </a:cubicBezTo>
                  <a:cubicBezTo>
                    <a:pt x="78956" y="158248"/>
                    <a:pt x="64583" y="165708"/>
                    <a:pt x="53235" y="165708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5" name="任意多边形: 形状 2104">
              <a:extLst>
                <a:ext uri="{FF2B5EF4-FFF2-40B4-BE49-F238E27FC236}">
                  <a16:creationId xmlns:a16="http://schemas.microsoft.com/office/drawing/2014/main" id="{8F7275BC-A509-61DA-BF84-70625C261AC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739574" y="4559929"/>
              <a:ext cx="29504" cy="74357"/>
            </a:xfrm>
            <a:custGeom>
              <a:avLst/>
              <a:gdLst>
                <a:gd name="csX0" fmla="*/ 29788 w 29504"/>
                <a:gd name="csY0" fmla="*/ 26194 h 74357"/>
                <a:gd name="csX1" fmla="*/ 13649 w 29504"/>
                <a:gd name="csY1" fmla="*/ 82 h 74357"/>
                <a:gd name="csX2" fmla="*/ 284 w 29504"/>
                <a:gd name="csY2" fmla="*/ 13262 h 74357"/>
                <a:gd name="csX3" fmla="*/ 13649 w 29504"/>
                <a:gd name="csY3" fmla="*/ 26443 h 74357"/>
                <a:gd name="csX4" fmla="*/ 22475 w 29504"/>
                <a:gd name="csY4" fmla="*/ 23210 h 74357"/>
                <a:gd name="csX5" fmla="*/ 23736 w 29504"/>
                <a:gd name="csY5" fmla="*/ 22464 h 74357"/>
                <a:gd name="csX6" fmla="*/ 24240 w 29504"/>
                <a:gd name="csY6" fmla="*/ 26194 h 74357"/>
                <a:gd name="csX7" fmla="*/ 7092 w 29504"/>
                <a:gd name="csY7" fmla="*/ 67725 h 74357"/>
                <a:gd name="csX8" fmla="*/ 4318 w 29504"/>
                <a:gd name="csY8" fmla="*/ 71704 h 74357"/>
                <a:gd name="csX9" fmla="*/ 6840 w 29504"/>
                <a:gd name="csY9" fmla="*/ 74440 h 74357"/>
                <a:gd name="csX10" fmla="*/ 29788 w 29504"/>
                <a:gd name="csY10" fmla="*/ 26194 h 74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04" h="74357">
                  <a:moveTo>
                    <a:pt x="29788" y="26194"/>
                  </a:moveTo>
                  <a:cubicBezTo>
                    <a:pt x="29788" y="9781"/>
                    <a:pt x="23483" y="82"/>
                    <a:pt x="13649" y="82"/>
                  </a:cubicBezTo>
                  <a:cubicBezTo>
                    <a:pt x="5327" y="82"/>
                    <a:pt x="284" y="6299"/>
                    <a:pt x="284" y="13262"/>
                  </a:cubicBezTo>
                  <a:cubicBezTo>
                    <a:pt x="284" y="19977"/>
                    <a:pt x="5327" y="26443"/>
                    <a:pt x="13649" y="26443"/>
                  </a:cubicBezTo>
                  <a:cubicBezTo>
                    <a:pt x="16675" y="26443"/>
                    <a:pt x="19953" y="25448"/>
                    <a:pt x="22475" y="23210"/>
                  </a:cubicBezTo>
                  <a:cubicBezTo>
                    <a:pt x="23231" y="22713"/>
                    <a:pt x="23483" y="22464"/>
                    <a:pt x="23736" y="22464"/>
                  </a:cubicBezTo>
                  <a:cubicBezTo>
                    <a:pt x="23988" y="22464"/>
                    <a:pt x="24240" y="22713"/>
                    <a:pt x="24240" y="26194"/>
                  </a:cubicBezTo>
                  <a:cubicBezTo>
                    <a:pt x="24240" y="44597"/>
                    <a:pt x="15414" y="59518"/>
                    <a:pt x="7092" y="67725"/>
                  </a:cubicBezTo>
                  <a:cubicBezTo>
                    <a:pt x="4318" y="70461"/>
                    <a:pt x="4318" y="70958"/>
                    <a:pt x="4318" y="71704"/>
                  </a:cubicBezTo>
                  <a:cubicBezTo>
                    <a:pt x="4318" y="73445"/>
                    <a:pt x="5579" y="74440"/>
                    <a:pt x="6840" y="74440"/>
                  </a:cubicBezTo>
                  <a:cubicBezTo>
                    <a:pt x="9614" y="74440"/>
                    <a:pt x="29788" y="55291"/>
                    <a:pt x="29788" y="26194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6" name="任意多边形: 形状 2105">
              <a:extLst>
                <a:ext uri="{FF2B5EF4-FFF2-40B4-BE49-F238E27FC236}">
                  <a16:creationId xmlns:a16="http://schemas.microsoft.com/office/drawing/2014/main" id="{9A4055CA-DBAE-B27B-2FBC-AE5AFE960A4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852406" y="4420663"/>
              <a:ext cx="83216" cy="165626"/>
            </a:xfrm>
            <a:custGeom>
              <a:avLst/>
              <a:gdLst>
                <a:gd name="csX0" fmla="*/ 51983 w 83216"/>
                <a:gd name="csY0" fmla="*/ 6548 h 165626"/>
                <a:gd name="csX1" fmla="*/ 46183 w 83216"/>
                <a:gd name="csY1" fmla="*/ 82 h 165626"/>
                <a:gd name="csX2" fmla="*/ 288 w 83216"/>
                <a:gd name="csY2" fmla="*/ 15998 h 165626"/>
                <a:gd name="csX3" fmla="*/ 288 w 83216"/>
                <a:gd name="csY3" fmla="*/ 23707 h 165626"/>
                <a:gd name="csX4" fmla="*/ 33323 w 83216"/>
                <a:gd name="csY4" fmla="*/ 17241 h 165626"/>
                <a:gd name="csX5" fmla="*/ 33323 w 83216"/>
                <a:gd name="csY5" fmla="*/ 146062 h 165626"/>
                <a:gd name="csX6" fmla="*/ 9871 w 83216"/>
                <a:gd name="csY6" fmla="*/ 157999 h 165626"/>
                <a:gd name="csX7" fmla="*/ 1801 w 83216"/>
                <a:gd name="csY7" fmla="*/ 157999 h 165626"/>
                <a:gd name="csX8" fmla="*/ 1801 w 83216"/>
                <a:gd name="csY8" fmla="*/ 165708 h 165626"/>
                <a:gd name="csX9" fmla="*/ 42653 w 83216"/>
                <a:gd name="csY9" fmla="*/ 164962 h 165626"/>
                <a:gd name="csX10" fmla="*/ 83505 w 83216"/>
                <a:gd name="csY10" fmla="*/ 165708 h 165626"/>
                <a:gd name="csX11" fmla="*/ 83505 w 83216"/>
                <a:gd name="csY11" fmla="*/ 157999 h 165626"/>
                <a:gd name="csX12" fmla="*/ 75435 w 83216"/>
                <a:gd name="csY12" fmla="*/ 157999 h 165626"/>
                <a:gd name="csX13" fmla="*/ 51983 w 83216"/>
                <a:gd name="csY13" fmla="*/ 146062 h 165626"/>
                <a:gd name="csX14" fmla="*/ 51983 w 83216"/>
                <a:gd name="csY14" fmla="*/ 6548 h 165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216" h="165626">
                  <a:moveTo>
                    <a:pt x="51983" y="6548"/>
                  </a:moveTo>
                  <a:cubicBezTo>
                    <a:pt x="51983" y="579"/>
                    <a:pt x="51983" y="82"/>
                    <a:pt x="46183" y="82"/>
                  </a:cubicBezTo>
                  <a:cubicBezTo>
                    <a:pt x="30549" y="15998"/>
                    <a:pt x="8358" y="15998"/>
                    <a:pt x="288" y="15998"/>
                  </a:cubicBezTo>
                  <a:lnTo>
                    <a:pt x="288" y="23707"/>
                  </a:lnTo>
                  <a:cubicBezTo>
                    <a:pt x="5331" y="23707"/>
                    <a:pt x="20210" y="23707"/>
                    <a:pt x="33323" y="17241"/>
                  </a:cubicBezTo>
                  <a:lnTo>
                    <a:pt x="33323" y="146062"/>
                  </a:lnTo>
                  <a:cubicBezTo>
                    <a:pt x="33323" y="155015"/>
                    <a:pt x="32566" y="157999"/>
                    <a:pt x="9871" y="157999"/>
                  </a:cubicBezTo>
                  <a:lnTo>
                    <a:pt x="1801" y="157999"/>
                  </a:lnTo>
                  <a:lnTo>
                    <a:pt x="1801" y="165708"/>
                  </a:lnTo>
                  <a:cubicBezTo>
                    <a:pt x="10627" y="164962"/>
                    <a:pt x="32566" y="164962"/>
                    <a:pt x="42653" y="164962"/>
                  </a:cubicBezTo>
                  <a:cubicBezTo>
                    <a:pt x="52740" y="164962"/>
                    <a:pt x="74679" y="164962"/>
                    <a:pt x="83505" y="165708"/>
                  </a:cubicBezTo>
                  <a:lnTo>
                    <a:pt x="83505" y="157999"/>
                  </a:lnTo>
                  <a:lnTo>
                    <a:pt x="75435" y="157999"/>
                  </a:lnTo>
                  <a:cubicBezTo>
                    <a:pt x="52740" y="157999"/>
                    <a:pt x="51983" y="155263"/>
                    <a:pt x="51983" y="146062"/>
                  </a:cubicBezTo>
                  <a:lnTo>
                    <a:pt x="51983" y="6548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7" name="任意多边形: 形状 2106">
              <a:extLst>
                <a:ext uri="{FF2B5EF4-FFF2-40B4-BE49-F238E27FC236}">
                  <a16:creationId xmlns:a16="http://schemas.microsoft.com/office/drawing/2014/main" id="{1720A019-C974-98A3-378C-DA38200EAD4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977736" y="4559929"/>
              <a:ext cx="29504" cy="74357"/>
            </a:xfrm>
            <a:custGeom>
              <a:avLst/>
              <a:gdLst>
                <a:gd name="csX0" fmla="*/ 29797 w 29504"/>
                <a:gd name="csY0" fmla="*/ 26194 h 74357"/>
                <a:gd name="csX1" fmla="*/ 13658 w 29504"/>
                <a:gd name="csY1" fmla="*/ 82 h 74357"/>
                <a:gd name="csX2" fmla="*/ 293 w 29504"/>
                <a:gd name="csY2" fmla="*/ 13262 h 74357"/>
                <a:gd name="csX3" fmla="*/ 13658 w 29504"/>
                <a:gd name="csY3" fmla="*/ 26443 h 74357"/>
                <a:gd name="csX4" fmla="*/ 22484 w 29504"/>
                <a:gd name="csY4" fmla="*/ 23210 h 74357"/>
                <a:gd name="csX5" fmla="*/ 23745 w 29504"/>
                <a:gd name="csY5" fmla="*/ 22464 h 74357"/>
                <a:gd name="csX6" fmla="*/ 24249 w 29504"/>
                <a:gd name="csY6" fmla="*/ 26194 h 74357"/>
                <a:gd name="csX7" fmla="*/ 7102 w 29504"/>
                <a:gd name="csY7" fmla="*/ 67725 h 74357"/>
                <a:gd name="csX8" fmla="*/ 4328 w 29504"/>
                <a:gd name="csY8" fmla="*/ 71704 h 74357"/>
                <a:gd name="csX9" fmla="*/ 6849 w 29504"/>
                <a:gd name="csY9" fmla="*/ 74440 h 74357"/>
                <a:gd name="csX10" fmla="*/ 29797 w 29504"/>
                <a:gd name="csY10" fmla="*/ 26194 h 74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04" h="74357">
                  <a:moveTo>
                    <a:pt x="29797" y="26194"/>
                  </a:moveTo>
                  <a:cubicBezTo>
                    <a:pt x="29797" y="9781"/>
                    <a:pt x="23493" y="82"/>
                    <a:pt x="13658" y="82"/>
                  </a:cubicBezTo>
                  <a:cubicBezTo>
                    <a:pt x="5336" y="82"/>
                    <a:pt x="293" y="6299"/>
                    <a:pt x="293" y="13262"/>
                  </a:cubicBezTo>
                  <a:cubicBezTo>
                    <a:pt x="293" y="19977"/>
                    <a:pt x="5336" y="26443"/>
                    <a:pt x="13658" y="26443"/>
                  </a:cubicBezTo>
                  <a:cubicBezTo>
                    <a:pt x="16684" y="26443"/>
                    <a:pt x="19962" y="25448"/>
                    <a:pt x="22484" y="23210"/>
                  </a:cubicBezTo>
                  <a:cubicBezTo>
                    <a:pt x="23241" y="22713"/>
                    <a:pt x="23493" y="22464"/>
                    <a:pt x="23745" y="22464"/>
                  </a:cubicBezTo>
                  <a:cubicBezTo>
                    <a:pt x="23997" y="22464"/>
                    <a:pt x="24249" y="22713"/>
                    <a:pt x="24249" y="26194"/>
                  </a:cubicBezTo>
                  <a:cubicBezTo>
                    <a:pt x="24249" y="44597"/>
                    <a:pt x="15423" y="59518"/>
                    <a:pt x="7102" y="67725"/>
                  </a:cubicBezTo>
                  <a:cubicBezTo>
                    <a:pt x="4328" y="70461"/>
                    <a:pt x="4328" y="70958"/>
                    <a:pt x="4328" y="71704"/>
                  </a:cubicBezTo>
                  <a:cubicBezTo>
                    <a:pt x="4328" y="73445"/>
                    <a:pt x="5589" y="74440"/>
                    <a:pt x="6849" y="74440"/>
                  </a:cubicBezTo>
                  <a:cubicBezTo>
                    <a:pt x="9623" y="74440"/>
                    <a:pt x="29797" y="55291"/>
                    <a:pt x="29797" y="26194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8" name="任意多边形: 形状 2107">
              <a:extLst>
                <a:ext uri="{FF2B5EF4-FFF2-40B4-BE49-F238E27FC236}">
                  <a16:creationId xmlns:a16="http://schemas.microsoft.com/office/drawing/2014/main" id="{CF154DCD-ADD6-8303-627C-274CBA9B9385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089812" y="4559929"/>
              <a:ext cx="26730" cy="26360"/>
            </a:xfrm>
            <a:custGeom>
              <a:avLst/>
              <a:gdLst>
                <a:gd name="csX0" fmla="*/ 27028 w 26730"/>
                <a:gd name="csY0" fmla="*/ 13262 h 26360"/>
                <a:gd name="csX1" fmla="*/ 13663 w 26730"/>
                <a:gd name="csY1" fmla="*/ 82 h 26360"/>
                <a:gd name="csX2" fmla="*/ 297 w 26730"/>
                <a:gd name="csY2" fmla="*/ 13262 h 26360"/>
                <a:gd name="csX3" fmla="*/ 13663 w 26730"/>
                <a:gd name="csY3" fmla="*/ 26443 h 26360"/>
                <a:gd name="csX4" fmla="*/ 27028 w 26730"/>
                <a:gd name="csY4" fmla="*/ 13262 h 26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30" h="26360">
                  <a:moveTo>
                    <a:pt x="27028" y="13262"/>
                  </a:moveTo>
                  <a:cubicBezTo>
                    <a:pt x="27028" y="6051"/>
                    <a:pt x="20976" y="82"/>
                    <a:pt x="13663" y="82"/>
                  </a:cubicBezTo>
                  <a:cubicBezTo>
                    <a:pt x="6350" y="82"/>
                    <a:pt x="297" y="6051"/>
                    <a:pt x="297" y="13262"/>
                  </a:cubicBezTo>
                  <a:cubicBezTo>
                    <a:pt x="297" y="20474"/>
                    <a:pt x="6350" y="26443"/>
                    <a:pt x="13663" y="26443"/>
                  </a:cubicBezTo>
                  <a:cubicBezTo>
                    <a:pt x="20976" y="26443"/>
                    <a:pt x="27028" y="20474"/>
                    <a:pt x="27028" y="13262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09" name="任意多边形: 形状 2108">
              <a:extLst>
                <a:ext uri="{FF2B5EF4-FFF2-40B4-BE49-F238E27FC236}">
                  <a16:creationId xmlns:a16="http://schemas.microsoft.com/office/drawing/2014/main" id="{2307000C-2C21-19B2-AD80-816673E7764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201888" y="4559929"/>
              <a:ext cx="26730" cy="26360"/>
            </a:xfrm>
            <a:custGeom>
              <a:avLst/>
              <a:gdLst>
                <a:gd name="csX0" fmla="*/ 27032 w 26730"/>
                <a:gd name="csY0" fmla="*/ 13262 h 26360"/>
                <a:gd name="csX1" fmla="*/ 13667 w 26730"/>
                <a:gd name="csY1" fmla="*/ 82 h 26360"/>
                <a:gd name="csX2" fmla="*/ 302 w 26730"/>
                <a:gd name="csY2" fmla="*/ 13262 h 26360"/>
                <a:gd name="csX3" fmla="*/ 13667 w 26730"/>
                <a:gd name="csY3" fmla="*/ 26443 h 26360"/>
                <a:gd name="csX4" fmla="*/ 27032 w 26730"/>
                <a:gd name="csY4" fmla="*/ 13262 h 26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30" h="26360">
                  <a:moveTo>
                    <a:pt x="27032" y="13262"/>
                  </a:moveTo>
                  <a:cubicBezTo>
                    <a:pt x="27032" y="6051"/>
                    <a:pt x="20980" y="82"/>
                    <a:pt x="13667" y="82"/>
                  </a:cubicBezTo>
                  <a:cubicBezTo>
                    <a:pt x="6354" y="82"/>
                    <a:pt x="302" y="6051"/>
                    <a:pt x="302" y="13262"/>
                  </a:cubicBezTo>
                  <a:cubicBezTo>
                    <a:pt x="302" y="20474"/>
                    <a:pt x="6354" y="26443"/>
                    <a:pt x="13667" y="26443"/>
                  </a:cubicBezTo>
                  <a:cubicBezTo>
                    <a:pt x="20980" y="26443"/>
                    <a:pt x="27032" y="20474"/>
                    <a:pt x="27032" y="13262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10" name="任意多边形: 形状 2109">
              <a:extLst>
                <a:ext uri="{FF2B5EF4-FFF2-40B4-BE49-F238E27FC236}">
                  <a16:creationId xmlns:a16="http://schemas.microsoft.com/office/drawing/2014/main" id="{82AA5B25-006E-1AAB-A1A5-E5D29A3DBD7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313964" y="4559929"/>
              <a:ext cx="26730" cy="26360"/>
            </a:xfrm>
            <a:custGeom>
              <a:avLst/>
              <a:gdLst>
                <a:gd name="csX0" fmla="*/ 27037 w 26730"/>
                <a:gd name="csY0" fmla="*/ 13262 h 26360"/>
                <a:gd name="csX1" fmla="*/ 13671 w 26730"/>
                <a:gd name="csY1" fmla="*/ 82 h 26360"/>
                <a:gd name="csX2" fmla="*/ 306 w 26730"/>
                <a:gd name="csY2" fmla="*/ 13262 h 26360"/>
                <a:gd name="csX3" fmla="*/ 13671 w 26730"/>
                <a:gd name="csY3" fmla="*/ 26443 h 26360"/>
                <a:gd name="csX4" fmla="*/ 27037 w 26730"/>
                <a:gd name="csY4" fmla="*/ 13262 h 26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30" h="26360">
                  <a:moveTo>
                    <a:pt x="27037" y="13262"/>
                  </a:moveTo>
                  <a:cubicBezTo>
                    <a:pt x="27037" y="6051"/>
                    <a:pt x="20984" y="82"/>
                    <a:pt x="13671" y="82"/>
                  </a:cubicBezTo>
                  <a:cubicBezTo>
                    <a:pt x="6358" y="82"/>
                    <a:pt x="306" y="6051"/>
                    <a:pt x="306" y="13262"/>
                  </a:cubicBezTo>
                  <a:cubicBezTo>
                    <a:pt x="306" y="20474"/>
                    <a:pt x="6358" y="26443"/>
                    <a:pt x="13671" y="26443"/>
                  </a:cubicBezTo>
                  <a:cubicBezTo>
                    <a:pt x="20984" y="26443"/>
                    <a:pt x="27037" y="20474"/>
                    <a:pt x="27037" y="13262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11" name="任意多边形: 形状 2110">
              <a:extLst>
                <a:ext uri="{FF2B5EF4-FFF2-40B4-BE49-F238E27FC236}">
                  <a16:creationId xmlns:a16="http://schemas.microsoft.com/office/drawing/2014/main" id="{CD4D8703-248E-1D6C-0B2B-6CCBDBFD9CD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426039" y="4559929"/>
              <a:ext cx="29504" cy="74357"/>
            </a:xfrm>
            <a:custGeom>
              <a:avLst/>
              <a:gdLst>
                <a:gd name="csX0" fmla="*/ 29815 w 29504"/>
                <a:gd name="csY0" fmla="*/ 26194 h 74357"/>
                <a:gd name="csX1" fmla="*/ 13676 w 29504"/>
                <a:gd name="csY1" fmla="*/ 82 h 74357"/>
                <a:gd name="csX2" fmla="*/ 311 w 29504"/>
                <a:gd name="csY2" fmla="*/ 13262 h 74357"/>
                <a:gd name="csX3" fmla="*/ 13676 w 29504"/>
                <a:gd name="csY3" fmla="*/ 26443 h 74357"/>
                <a:gd name="csX4" fmla="*/ 22502 w 29504"/>
                <a:gd name="csY4" fmla="*/ 23210 h 74357"/>
                <a:gd name="csX5" fmla="*/ 23763 w 29504"/>
                <a:gd name="csY5" fmla="*/ 22464 h 74357"/>
                <a:gd name="csX6" fmla="*/ 24267 w 29504"/>
                <a:gd name="csY6" fmla="*/ 26194 h 74357"/>
                <a:gd name="csX7" fmla="*/ 7119 w 29504"/>
                <a:gd name="csY7" fmla="*/ 67725 h 74357"/>
                <a:gd name="csX8" fmla="*/ 4345 w 29504"/>
                <a:gd name="csY8" fmla="*/ 71704 h 74357"/>
                <a:gd name="csX9" fmla="*/ 6867 w 29504"/>
                <a:gd name="csY9" fmla="*/ 74440 h 74357"/>
                <a:gd name="csX10" fmla="*/ 29815 w 29504"/>
                <a:gd name="csY10" fmla="*/ 26194 h 74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04" h="74357">
                  <a:moveTo>
                    <a:pt x="29815" y="26194"/>
                  </a:moveTo>
                  <a:cubicBezTo>
                    <a:pt x="29815" y="9781"/>
                    <a:pt x="23511" y="82"/>
                    <a:pt x="13676" y="82"/>
                  </a:cubicBezTo>
                  <a:cubicBezTo>
                    <a:pt x="5354" y="82"/>
                    <a:pt x="311" y="6299"/>
                    <a:pt x="311" y="13262"/>
                  </a:cubicBezTo>
                  <a:cubicBezTo>
                    <a:pt x="311" y="19977"/>
                    <a:pt x="5354" y="26443"/>
                    <a:pt x="13676" y="26443"/>
                  </a:cubicBezTo>
                  <a:cubicBezTo>
                    <a:pt x="16702" y="26443"/>
                    <a:pt x="19980" y="25448"/>
                    <a:pt x="22502" y="23210"/>
                  </a:cubicBezTo>
                  <a:cubicBezTo>
                    <a:pt x="23258" y="22713"/>
                    <a:pt x="23511" y="22464"/>
                    <a:pt x="23763" y="22464"/>
                  </a:cubicBezTo>
                  <a:cubicBezTo>
                    <a:pt x="24015" y="22464"/>
                    <a:pt x="24267" y="22713"/>
                    <a:pt x="24267" y="26194"/>
                  </a:cubicBezTo>
                  <a:cubicBezTo>
                    <a:pt x="24267" y="44597"/>
                    <a:pt x="15441" y="59518"/>
                    <a:pt x="7119" y="67725"/>
                  </a:cubicBezTo>
                  <a:cubicBezTo>
                    <a:pt x="4345" y="70461"/>
                    <a:pt x="4345" y="70958"/>
                    <a:pt x="4345" y="71704"/>
                  </a:cubicBezTo>
                  <a:cubicBezTo>
                    <a:pt x="4345" y="73445"/>
                    <a:pt x="5606" y="74440"/>
                    <a:pt x="6867" y="74440"/>
                  </a:cubicBezTo>
                  <a:cubicBezTo>
                    <a:pt x="9641" y="74440"/>
                    <a:pt x="29815" y="55291"/>
                    <a:pt x="29815" y="26194"/>
                  </a:cubicBez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12" name="任意多边形: 形状 2111">
              <a:extLst>
                <a:ext uri="{FF2B5EF4-FFF2-40B4-BE49-F238E27FC236}">
                  <a16:creationId xmlns:a16="http://schemas.microsoft.com/office/drawing/2014/main" id="{03DED462-C3DB-D2CC-75B7-3E3E141F4822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526263" y="4416435"/>
              <a:ext cx="212329" cy="169853"/>
            </a:xfrm>
            <a:custGeom>
              <a:avLst/>
              <a:gdLst>
                <a:gd name="csX0" fmla="*/ 181123 w 212329"/>
                <a:gd name="csY0" fmla="*/ 26194 h 169853"/>
                <a:gd name="csX1" fmla="*/ 208357 w 212329"/>
                <a:gd name="csY1" fmla="*/ 7791 h 169853"/>
                <a:gd name="csX2" fmla="*/ 212644 w 212329"/>
                <a:gd name="csY2" fmla="*/ 2818 h 169853"/>
                <a:gd name="csX3" fmla="*/ 209366 w 212329"/>
                <a:gd name="csY3" fmla="*/ 82 h 169853"/>
                <a:gd name="csX4" fmla="*/ 183897 w 212329"/>
                <a:gd name="csY4" fmla="*/ 828 h 169853"/>
                <a:gd name="csX5" fmla="*/ 158175 w 212329"/>
                <a:gd name="csY5" fmla="*/ 82 h 169853"/>
                <a:gd name="csX6" fmla="*/ 153636 w 212329"/>
                <a:gd name="csY6" fmla="*/ 5056 h 169853"/>
                <a:gd name="csX7" fmla="*/ 158175 w 212329"/>
                <a:gd name="csY7" fmla="*/ 7791 h 169853"/>
                <a:gd name="csX8" fmla="*/ 175323 w 212329"/>
                <a:gd name="csY8" fmla="*/ 18734 h 169853"/>
                <a:gd name="csX9" fmla="*/ 174566 w 212329"/>
                <a:gd name="csY9" fmla="*/ 23956 h 169853"/>
                <a:gd name="csX10" fmla="*/ 146323 w 212329"/>
                <a:gd name="csY10" fmla="*/ 134622 h 169853"/>
                <a:gd name="csX11" fmla="*/ 90593 w 212329"/>
                <a:gd name="csY11" fmla="*/ 4807 h 169853"/>
                <a:gd name="csX12" fmla="*/ 82523 w 212329"/>
                <a:gd name="csY12" fmla="*/ 82 h 169853"/>
                <a:gd name="csX13" fmla="*/ 48732 w 212329"/>
                <a:gd name="csY13" fmla="*/ 82 h 169853"/>
                <a:gd name="csX14" fmla="*/ 41419 w 212329"/>
                <a:gd name="csY14" fmla="*/ 5056 h 169853"/>
                <a:gd name="csX15" fmla="*/ 48480 w 212329"/>
                <a:gd name="csY15" fmla="*/ 7791 h 169853"/>
                <a:gd name="csX16" fmla="*/ 65628 w 212329"/>
                <a:gd name="csY16" fmla="*/ 10029 h 169853"/>
                <a:gd name="csX17" fmla="*/ 31837 w 212329"/>
                <a:gd name="csY17" fmla="*/ 143575 h 169853"/>
                <a:gd name="csX18" fmla="*/ 4602 w 212329"/>
                <a:gd name="csY18" fmla="*/ 162227 h 169853"/>
                <a:gd name="csX19" fmla="*/ 315 w 212329"/>
                <a:gd name="csY19" fmla="*/ 167200 h 169853"/>
                <a:gd name="csX20" fmla="*/ 3593 w 212329"/>
                <a:gd name="csY20" fmla="*/ 169936 h 169853"/>
                <a:gd name="csX21" fmla="*/ 28811 w 212329"/>
                <a:gd name="csY21" fmla="*/ 169190 h 169853"/>
                <a:gd name="csX22" fmla="*/ 54784 w 212329"/>
                <a:gd name="csY22" fmla="*/ 169936 h 169853"/>
                <a:gd name="csX23" fmla="*/ 59323 w 212329"/>
                <a:gd name="csY23" fmla="*/ 164962 h 169853"/>
                <a:gd name="csX24" fmla="*/ 54280 w 212329"/>
                <a:gd name="csY24" fmla="*/ 162227 h 169853"/>
                <a:gd name="csX25" fmla="*/ 37637 w 212329"/>
                <a:gd name="csY25" fmla="*/ 151284 h 169853"/>
                <a:gd name="csX26" fmla="*/ 38645 w 212329"/>
                <a:gd name="csY26" fmla="*/ 145565 h 169853"/>
                <a:gd name="csX27" fmla="*/ 71932 w 212329"/>
                <a:gd name="csY27" fmla="*/ 14257 h 169853"/>
                <a:gd name="csX28" fmla="*/ 74202 w 212329"/>
                <a:gd name="csY28" fmla="*/ 18734 h 169853"/>
                <a:gd name="csX29" fmla="*/ 136993 w 212329"/>
                <a:gd name="csY29" fmla="*/ 165211 h 169853"/>
                <a:gd name="csX30" fmla="*/ 141784 w 212329"/>
                <a:gd name="csY30" fmla="*/ 169936 h 169853"/>
                <a:gd name="csX31" fmla="*/ 145819 w 212329"/>
                <a:gd name="csY31" fmla="*/ 164714 h 169853"/>
                <a:gd name="csX32" fmla="*/ 181123 w 212329"/>
                <a:gd name="csY32" fmla="*/ 26194 h 1698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12329" h="169853">
                  <a:moveTo>
                    <a:pt x="181123" y="26194"/>
                  </a:moveTo>
                  <a:cubicBezTo>
                    <a:pt x="183644" y="16247"/>
                    <a:pt x="188184" y="8537"/>
                    <a:pt x="208357" y="7791"/>
                  </a:cubicBezTo>
                  <a:cubicBezTo>
                    <a:pt x="209618" y="7791"/>
                    <a:pt x="212644" y="7543"/>
                    <a:pt x="212644" y="2818"/>
                  </a:cubicBezTo>
                  <a:cubicBezTo>
                    <a:pt x="212644" y="2569"/>
                    <a:pt x="212644" y="82"/>
                    <a:pt x="209366" y="82"/>
                  </a:cubicBezTo>
                  <a:cubicBezTo>
                    <a:pt x="201044" y="82"/>
                    <a:pt x="192218" y="828"/>
                    <a:pt x="183897" y="828"/>
                  </a:cubicBezTo>
                  <a:cubicBezTo>
                    <a:pt x="175323" y="828"/>
                    <a:pt x="166497" y="82"/>
                    <a:pt x="158175" y="82"/>
                  </a:cubicBezTo>
                  <a:cubicBezTo>
                    <a:pt x="156662" y="82"/>
                    <a:pt x="153636" y="82"/>
                    <a:pt x="153636" y="5056"/>
                  </a:cubicBezTo>
                  <a:cubicBezTo>
                    <a:pt x="153636" y="7791"/>
                    <a:pt x="156158" y="7791"/>
                    <a:pt x="158175" y="7791"/>
                  </a:cubicBezTo>
                  <a:cubicBezTo>
                    <a:pt x="172549" y="8040"/>
                    <a:pt x="175323" y="13262"/>
                    <a:pt x="175323" y="18734"/>
                  </a:cubicBezTo>
                  <a:cubicBezTo>
                    <a:pt x="175323" y="19480"/>
                    <a:pt x="174818" y="23210"/>
                    <a:pt x="174566" y="23956"/>
                  </a:cubicBezTo>
                  <a:lnTo>
                    <a:pt x="146323" y="134622"/>
                  </a:lnTo>
                  <a:lnTo>
                    <a:pt x="90593" y="4807"/>
                  </a:lnTo>
                  <a:cubicBezTo>
                    <a:pt x="88575" y="331"/>
                    <a:pt x="88323" y="82"/>
                    <a:pt x="82523" y="82"/>
                  </a:cubicBezTo>
                  <a:lnTo>
                    <a:pt x="48732" y="82"/>
                  </a:lnTo>
                  <a:cubicBezTo>
                    <a:pt x="43689" y="82"/>
                    <a:pt x="41419" y="82"/>
                    <a:pt x="41419" y="5056"/>
                  </a:cubicBezTo>
                  <a:cubicBezTo>
                    <a:pt x="41419" y="7791"/>
                    <a:pt x="43689" y="7791"/>
                    <a:pt x="48480" y="7791"/>
                  </a:cubicBezTo>
                  <a:cubicBezTo>
                    <a:pt x="49741" y="7791"/>
                    <a:pt x="65628" y="7791"/>
                    <a:pt x="65628" y="10029"/>
                  </a:cubicBezTo>
                  <a:lnTo>
                    <a:pt x="31837" y="143575"/>
                  </a:lnTo>
                  <a:cubicBezTo>
                    <a:pt x="29315" y="153523"/>
                    <a:pt x="25028" y="161481"/>
                    <a:pt x="4602" y="162227"/>
                  </a:cubicBezTo>
                  <a:cubicBezTo>
                    <a:pt x="3089" y="162227"/>
                    <a:pt x="315" y="162475"/>
                    <a:pt x="315" y="167200"/>
                  </a:cubicBezTo>
                  <a:cubicBezTo>
                    <a:pt x="315" y="168941"/>
                    <a:pt x="1576" y="169936"/>
                    <a:pt x="3593" y="169936"/>
                  </a:cubicBezTo>
                  <a:cubicBezTo>
                    <a:pt x="11663" y="169936"/>
                    <a:pt x="20489" y="169190"/>
                    <a:pt x="28811" y="169190"/>
                  </a:cubicBezTo>
                  <a:cubicBezTo>
                    <a:pt x="37384" y="169190"/>
                    <a:pt x="46463" y="169936"/>
                    <a:pt x="54784" y="169936"/>
                  </a:cubicBezTo>
                  <a:cubicBezTo>
                    <a:pt x="56045" y="169936"/>
                    <a:pt x="59323" y="169936"/>
                    <a:pt x="59323" y="164962"/>
                  </a:cubicBezTo>
                  <a:cubicBezTo>
                    <a:pt x="59323" y="162475"/>
                    <a:pt x="57054" y="162227"/>
                    <a:pt x="54280" y="162227"/>
                  </a:cubicBezTo>
                  <a:cubicBezTo>
                    <a:pt x="39654" y="161729"/>
                    <a:pt x="37637" y="156258"/>
                    <a:pt x="37637" y="151284"/>
                  </a:cubicBezTo>
                  <a:cubicBezTo>
                    <a:pt x="37637" y="149544"/>
                    <a:pt x="37889" y="148300"/>
                    <a:pt x="38645" y="145565"/>
                  </a:cubicBezTo>
                  <a:lnTo>
                    <a:pt x="71932" y="14257"/>
                  </a:lnTo>
                  <a:cubicBezTo>
                    <a:pt x="72941" y="15749"/>
                    <a:pt x="72941" y="16247"/>
                    <a:pt x="74202" y="18734"/>
                  </a:cubicBezTo>
                  <a:lnTo>
                    <a:pt x="136993" y="165211"/>
                  </a:lnTo>
                  <a:cubicBezTo>
                    <a:pt x="138758" y="169439"/>
                    <a:pt x="139514" y="169936"/>
                    <a:pt x="141784" y="169936"/>
                  </a:cubicBezTo>
                  <a:cubicBezTo>
                    <a:pt x="144558" y="169936"/>
                    <a:pt x="144558" y="169190"/>
                    <a:pt x="145819" y="164714"/>
                  </a:cubicBezTo>
                  <a:lnTo>
                    <a:pt x="181123" y="26194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13" name="任意多边形: 形状 2112">
              <a:extLst>
                <a:ext uri="{FF2B5EF4-FFF2-40B4-BE49-F238E27FC236}">
                  <a16:creationId xmlns:a16="http://schemas.microsoft.com/office/drawing/2014/main" id="{1D54C33A-A3E3-0112-9A37-A4F3A511B55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823502" y="4519144"/>
              <a:ext cx="154077" cy="9947"/>
            </a:xfrm>
            <a:custGeom>
              <a:avLst/>
              <a:gdLst>
                <a:gd name="csX0" fmla="*/ 145578 w 154077"/>
                <a:gd name="csY0" fmla="*/ 10030 h 9947"/>
                <a:gd name="csX1" fmla="*/ 154404 w 154077"/>
                <a:gd name="csY1" fmla="*/ 5056 h 9947"/>
                <a:gd name="csX2" fmla="*/ 145578 w 154077"/>
                <a:gd name="csY2" fmla="*/ 82 h 9947"/>
                <a:gd name="csX3" fmla="*/ 9152 w 154077"/>
                <a:gd name="csY3" fmla="*/ 82 h 9947"/>
                <a:gd name="csX4" fmla="*/ 326 w 154077"/>
                <a:gd name="csY4" fmla="*/ 5056 h 9947"/>
                <a:gd name="csX5" fmla="*/ 9152 w 154077"/>
                <a:gd name="csY5" fmla="*/ 10030 h 9947"/>
                <a:gd name="csX6" fmla="*/ 145578 w 154077"/>
                <a:gd name="csY6" fmla="*/ 10030 h 9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54077" h="9947">
                  <a:moveTo>
                    <a:pt x="145578" y="10030"/>
                  </a:moveTo>
                  <a:cubicBezTo>
                    <a:pt x="149865" y="10030"/>
                    <a:pt x="154404" y="10030"/>
                    <a:pt x="154404" y="5056"/>
                  </a:cubicBezTo>
                  <a:cubicBezTo>
                    <a:pt x="154404" y="82"/>
                    <a:pt x="149865" y="82"/>
                    <a:pt x="145578" y="82"/>
                  </a:cubicBezTo>
                  <a:lnTo>
                    <a:pt x="9152" y="82"/>
                  </a:lnTo>
                  <a:cubicBezTo>
                    <a:pt x="4866" y="82"/>
                    <a:pt x="326" y="82"/>
                    <a:pt x="326" y="5056"/>
                  </a:cubicBezTo>
                  <a:cubicBezTo>
                    <a:pt x="326" y="10030"/>
                    <a:pt x="4866" y="10030"/>
                    <a:pt x="9152" y="10030"/>
                  </a:cubicBezTo>
                  <a:lnTo>
                    <a:pt x="145578" y="10030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  <p:sp>
          <p:nvSpPr>
            <p:cNvPr id="2114" name="任意多边形: 形状 2113">
              <a:extLst>
                <a:ext uri="{FF2B5EF4-FFF2-40B4-BE49-F238E27FC236}">
                  <a16:creationId xmlns:a16="http://schemas.microsoft.com/office/drawing/2014/main" id="{53DF37B7-D84C-AA3D-9D05-6CA9FBBC3ADA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077187" y="4420663"/>
              <a:ext cx="83216" cy="165626"/>
            </a:xfrm>
            <a:custGeom>
              <a:avLst/>
              <a:gdLst>
                <a:gd name="csX0" fmla="*/ 52032 w 83216"/>
                <a:gd name="csY0" fmla="*/ 6548 h 165626"/>
                <a:gd name="csX1" fmla="*/ 46232 w 83216"/>
                <a:gd name="csY1" fmla="*/ 82 h 165626"/>
                <a:gd name="csX2" fmla="*/ 336 w 83216"/>
                <a:gd name="csY2" fmla="*/ 15998 h 165626"/>
                <a:gd name="csX3" fmla="*/ 336 w 83216"/>
                <a:gd name="csY3" fmla="*/ 23707 h 165626"/>
                <a:gd name="csX4" fmla="*/ 33371 w 83216"/>
                <a:gd name="csY4" fmla="*/ 17241 h 165626"/>
                <a:gd name="csX5" fmla="*/ 33371 w 83216"/>
                <a:gd name="csY5" fmla="*/ 146062 h 165626"/>
                <a:gd name="csX6" fmla="*/ 9919 w 83216"/>
                <a:gd name="csY6" fmla="*/ 157999 h 165626"/>
                <a:gd name="csX7" fmla="*/ 1849 w 83216"/>
                <a:gd name="csY7" fmla="*/ 157999 h 165626"/>
                <a:gd name="csX8" fmla="*/ 1849 w 83216"/>
                <a:gd name="csY8" fmla="*/ 165708 h 165626"/>
                <a:gd name="csX9" fmla="*/ 42701 w 83216"/>
                <a:gd name="csY9" fmla="*/ 164962 h 165626"/>
                <a:gd name="csX10" fmla="*/ 83553 w 83216"/>
                <a:gd name="csY10" fmla="*/ 165708 h 165626"/>
                <a:gd name="csX11" fmla="*/ 83553 w 83216"/>
                <a:gd name="csY11" fmla="*/ 157999 h 165626"/>
                <a:gd name="csX12" fmla="*/ 75484 w 83216"/>
                <a:gd name="csY12" fmla="*/ 157999 h 165626"/>
                <a:gd name="csX13" fmla="*/ 52032 w 83216"/>
                <a:gd name="csY13" fmla="*/ 146062 h 165626"/>
                <a:gd name="csX14" fmla="*/ 52032 w 83216"/>
                <a:gd name="csY14" fmla="*/ 6548 h 165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216" h="165626">
                  <a:moveTo>
                    <a:pt x="52032" y="6548"/>
                  </a:moveTo>
                  <a:cubicBezTo>
                    <a:pt x="52032" y="579"/>
                    <a:pt x="52032" y="82"/>
                    <a:pt x="46232" y="82"/>
                  </a:cubicBezTo>
                  <a:cubicBezTo>
                    <a:pt x="30597" y="15998"/>
                    <a:pt x="8406" y="15998"/>
                    <a:pt x="336" y="15998"/>
                  </a:cubicBezTo>
                  <a:lnTo>
                    <a:pt x="336" y="23707"/>
                  </a:lnTo>
                  <a:cubicBezTo>
                    <a:pt x="5380" y="23707"/>
                    <a:pt x="20258" y="23707"/>
                    <a:pt x="33371" y="17241"/>
                  </a:cubicBezTo>
                  <a:lnTo>
                    <a:pt x="33371" y="146062"/>
                  </a:lnTo>
                  <a:cubicBezTo>
                    <a:pt x="33371" y="155015"/>
                    <a:pt x="32614" y="157999"/>
                    <a:pt x="9919" y="157999"/>
                  </a:cubicBezTo>
                  <a:lnTo>
                    <a:pt x="1849" y="157999"/>
                  </a:lnTo>
                  <a:lnTo>
                    <a:pt x="1849" y="165708"/>
                  </a:lnTo>
                  <a:cubicBezTo>
                    <a:pt x="10675" y="164962"/>
                    <a:pt x="32614" y="164962"/>
                    <a:pt x="42701" y="164962"/>
                  </a:cubicBezTo>
                  <a:cubicBezTo>
                    <a:pt x="52788" y="164962"/>
                    <a:pt x="74727" y="164962"/>
                    <a:pt x="83553" y="165708"/>
                  </a:cubicBezTo>
                  <a:lnTo>
                    <a:pt x="83553" y="157999"/>
                  </a:lnTo>
                  <a:lnTo>
                    <a:pt x="75484" y="157999"/>
                  </a:lnTo>
                  <a:cubicBezTo>
                    <a:pt x="52788" y="157999"/>
                    <a:pt x="52032" y="155263"/>
                    <a:pt x="52032" y="146062"/>
                  </a:cubicBezTo>
                  <a:lnTo>
                    <a:pt x="52032" y="6548"/>
                  </a:lnTo>
                  <a:close/>
                </a:path>
              </a:pathLst>
            </a:custGeom>
            <a:solidFill>
              <a:srgbClr val="000000"/>
            </a:solidFill>
            <a:ln w="25312" cap="flat">
              <a:noFill/>
              <a:prstDash val="solid"/>
              <a:miter/>
            </a:ln>
          </p:spPr>
        </p:sp>
      </p:grpSp>
      <p:sp>
        <p:nvSpPr>
          <p:cNvPr id="2116" name="文本框 2115">
            <a:extLst>
              <a:ext uri="{FF2B5EF4-FFF2-40B4-BE49-F238E27FC236}">
                <a16:creationId xmlns:a16="http://schemas.microsoft.com/office/drawing/2014/main" id="{2C3EE76F-2305-BEC9-AE42-02F810843C90}"/>
              </a:ext>
            </a:extLst>
          </p:cNvPr>
          <p:cNvSpPr txBox="1"/>
          <p:nvPr/>
        </p:nvSpPr>
        <p:spPr>
          <a:xfrm>
            <a:off x="1271588" y="4663282"/>
            <a:ext cx="4700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当我们提取各次谐波分量后，与扫频得到的幅值相结合，即可得到输出函数</a:t>
            </a:r>
          </a:p>
        </p:txBody>
      </p:sp>
    </p:spTree>
    <p:extLst>
      <p:ext uri="{BB962C8B-B14F-4D97-AF65-F5344CB8AC3E}">
        <p14:creationId xmlns:p14="http://schemas.microsoft.com/office/powerpoint/2010/main" val="30203971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,&quot;left&quot;:90,&quot;top&quot;:235,&quot;width&quot;:33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,&quot;left&quot;:90,&quot;top&quot;:235,&quot;width&quot;:33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,&quot;left&quot;:90,&quot;top&quot;:235,&quot;width&quot;:33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,&quot;left&quot;:90,&quot;top&quot;:235,&quot;width&quot;:33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,&quot;left&quot;:90,&quot;top&quot;:235,&quot;width&quot;:33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,&quot;left&quot;:90,&quot;top&quot;:235,&quot;width&quot;:33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3.967"/>
  <p:tag name="ORIGINALWIDTH" val=" 1715.786"/>
  <p:tag name="OUTPUTTYPE" val="PNG"/>
  <p:tag name="IGUANATEXVERSION" val="162"/>
  <p:tag name="LATEXADDIN" val="\documentclass{article}&#10;\usepackage{amsmath}&#10;\pagestyle{empty}&#10;\begin{document}&#10;&#10;\[&#10;H(s)=\frac{5}{10^{-8}s^2+3\times10^{-4}s+1}&#10;\]&#10;&#10;&#10;\end{document}"/>
  <p:tag name="IGUANATEXSIZE" val="14"/>
  <p:tag name="IGUANATEXCURSOR" val="130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41417"/>
  <p:tag name="ORIGINALWIDTH" val=" 105.4112"/>
  <p:tag name="OUTPUTTYPE" val="SVG"/>
  <p:tag name="IGUANATEXVERSION" val="162"/>
  <p:tag name="LATEXADDIN" val="\documentclass{article}&#10;\usepackage{amsmath}&#10;\pagestyle{empty}&#10;\begin{document}&#10;\[&#10;\begin{aligned}&#10;R_1 R_2 C_1 C_2 &amp;= 10^{-8} \\&#10;(R_1+R_2)C_2 &amp;= 3\times 10^{-4}&#10;\end{aligned}&#10;\]&#10;&#10;&#10;&#10;\end{document}"/>
  <p:tag name="IGUANATEXSIZE" val="14"/>
  <p:tag name="IGUANATEXCURSOR" val="177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7.146851"/>
  <p:tag name="LATEXADDIN" val="\documentclass{article}&#10;\usepackage{amsmath}&#10;\pagestyle{empty}&#10;\begin{document}&#10;\[&#10;\begin{aligned}&#10;R_1 R_2 C_1 C_2 &amp;= 10^{-8} \\&#10;(R_1+R_2)C_2 &amp;= 3\times 10^{-4}&#10;\end{aligned}&#10;\]&#10;&#10;&#10;&#10;\end{document}"/>
  <p:tag name="IGUANATEXSIZE" val="14"/>
  <p:tag name="IGUANATEXCURSOR" val="177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2.55045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7.146851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3.096963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01"/>
  <p:tag name="ORIGINALWIDTH" val=" 7.106806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2.55045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01"/>
  <p:tag name="ORIGINALWIDTH" val=" 7.106806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3.096963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56355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096"/>
  <p:tag name="ORIGINALWIDTH" val=" 3.30315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75"/>
  <p:tag name="ORIGINALWIDTH" val=" 4.214005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761"/>
  <p:tag name="ORIGINALWIDTH" val=" 4.736558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70079"/>
  <p:tag name="ORIGINALWIDTH" val=" 3.22306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22216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7.14685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2.55045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096"/>
  <p:tag name="ORIGINALWIDTH" val=" 6.656355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7.146851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3.096963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22216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01"/>
  <p:tag name="ORIGINALWIDTH" val=" 7.106806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3.096963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56355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75"/>
  <p:tag name="ORIGINALWIDTH" val=" 4.153993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01969"/>
  <p:tag name="ORIGINALWIDTH" val=" 4.834646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096"/>
  <p:tag name="ORIGINALWIDTH" val=" 3.3031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75"/>
  <p:tag name="ORIGINALWIDTH" val=" 4.214005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761"/>
  <p:tag name="ORIGINALWIDTH" val=" 4.736558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00337"/>
  <p:tag name="ORIGINALWIDTH" val=" 3.433296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30,&quot;width&quot;:42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0.46138"/>
  <p:tag name="ORIGINALWIDTH" val=" 154.7754"/>
  <p:tag name="OUTPUTTYPE" val="SVG"/>
  <p:tag name="IGUANATEXVERSION" val="162"/>
  <p:tag name="LATEXADDIN" val="\documentclass{article}&#10;\usepackage{amsmath}&#10;\pagestyle{empty}&#10;\begin{document}&#10;\[&#10;V_{\text{mult}} = \frac{1}{2} V_{\text{in}} \left[ \cos(\phi) + \cos(2\omega t + \phi) \right]&#10;\]&#10;&#10;&#10;&#10;\end{document}"/>
  <p:tag name="IGUANATEXSIZE" val="20"/>
  <p:tag name="IGUANATEXCURSOR" val="180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77811"/>
  <p:tag name="ORIGINALWIDTH" val=" 263.9075"/>
  <p:tag name="OUTPUTTYPE" val="SVG"/>
  <p:tag name="IGUANATEXVERSION" val="162"/>
  <p:tag name="LATEXADDIN" val="\documentclass{article}&#10;\usepackage{amsmath}&#10;\pagestyle{empty}&#10;\begin{document}&#10;$$I_{out} = \frac{1}{T} \int_{0}^{T} I_{mult}(t) dt = \frac{1}{T} \int_{0}^{T} \frac{A}{2} \left[ \cos(\phi) + \cos(2\omega t + \phi) \right] dt$$&#10;&#10;&#10;&#10;\end{document}"/>
  <p:tag name="IGUANATEXSIZE" val="20"/>
  <p:tag name="IGUANATEXCURSOR" val="226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77811"/>
  <p:tag name="ORIGINALWIDTH" val=" 98.32842"/>
  <p:tag name="OUTPUTTYPE" val="SVG"/>
  <p:tag name="IGUANATEXVERSION" val="162"/>
  <p:tag name="LATEXADDIN" val="\documentclass{article}&#10;\usepackage{amsmath}&#10;\pagestyle{empty}&#10;\begin{document}&#10;&#10;$$\int_{0}^{T} \cos(2\omega t + \phi) dt = 0$$&#10;&#10;&#10;\end{document}"/>
  <p:tag name="IGUANATEXSIZE" val="20"/>
  <p:tag name="IGUANATEXCURSOR" val="127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1.91559"/>
  <p:tag name="ORIGINALWIDTH" val=" 8.83685"/>
  <p:tag name="LATEXADDIN" val="\documentclass{article}&#10;\usepackage{amsmath}&#10;\pagestyle{empty}&#10;\begin{document}&#10;&#10;$$\int_{0}^{T} \cos(2\omega t + \phi) dt = 0$$&#10;&#10;&#10;\end{document}"/>
  <p:tag name="IGUANATEXSIZE" val="20"/>
  <p:tag name="IGUANATEXCURSOR" val="127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67165"/>
  <p:tag name="ORIGINALWIDTH" val=" 5.209449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22402"/>
  <p:tag name="ORIGINALWIDTH" val=" 3.235827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795748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413425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257756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129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3.975079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5.907835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82717"/>
  <p:tag name="ORIGINALWIDTH" val=" 3.058504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6.625118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866811"/>
  <p:tag name="ORIGINALWIDTH" val=" 5.220394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11299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3386"/>
  <p:tag name="ORIGINALWIDTH" val=" 4.742205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82717"/>
  <p:tag name="ORIGINALWIDTH" val=" 3.058504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13"/>
  <p:tag name="ORIGINALWIDTH" val=" 6.625118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85748"/>
  <p:tag name="ORIGINALWIDTH" val=" 4.194252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4.608346"/>
  <p:tag name="LATEXADDIN" val="\documentclass{article}&#10;\usepackage{amsmath}&#10;\pagestyle{empty}&#10;\begin{document}&#10;$$I_{out} = \frac{1}{T} \int_{0}^{T} I_{mult}(t) dt = \frac{1}{T} \int_{0}^{T} \frac{A}{2} \left[ \cos(\phi) + \cos(2\omega t + \phi) \right] dt$$&#10;&#10;&#10;&#10;\end{document}"/>
  <p:tag name="IGUANATEXSIZE" val="20"/>
  <p:tag name="IGUANATEXCURSOR" val="226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"/>
  <p:tag name="ORIGINALWIDTH" val=" 3.267638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"/>
  <p:tag name="ORIGINALWIDTH" val=" 4.047953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4095"/>
  <p:tag name="ORIGINALWIDTH" val=" 2.354921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13"/>
  <p:tag name="ORIGINALWIDTH" val=" 6.618897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3.284567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4882"/>
  <p:tag name="ORIGINALWIDTH" val=" 7.19881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77244"/>
  <p:tag name="ORIGINALWIDTH" val=" 6.768189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1.91559"/>
  <p:tag name="ORIGINALWIDTH" val=" 8.828504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67165"/>
  <p:tag name="ORIGINALWIDTH" val=" 5.204527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22402"/>
  <p:tag name="ORIGINALWIDTH" val=" 3.232795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4.608346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"/>
  <p:tag name="ORIGINALWIDTH" val=" 6.395945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"/>
  <p:tag name="ORIGINALWIDTH" val=" 4.047953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73"/>
  <p:tag name="ORIGINALWIDTH" val=" 1.56063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4095"/>
  <p:tag name="ORIGINALWIDTH" val=" 2.354921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09134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82717"/>
  <p:tag name="ORIGINALWIDTH" val=" 3.05563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09134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3386"/>
  <p:tag name="ORIGINALWIDTH" val=" 4.737717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82717"/>
  <p:tag name="ORIGINALWIDTH" val=" 3.05563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13"/>
  <p:tag name="ORIGINALWIDTH" val=" 6.618897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3.284567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4882"/>
  <p:tag name="ORIGINALWIDTH" val=" 7.198819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77244"/>
  <p:tag name="ORIGINALWIDTH" val=" 6.76818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1.91559"/>
  <p:tag name="ORIGINALWIDTH" val=" 8.828504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67165"/>
  <p:tag name="ORIGINALWIDTH" val=" 5.204527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22402"/>
  <p:tag name="ORIGINALWIDTH" val=" 3.232795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6189"/>
  <p:tag name="ORIGINALWIDTH" val=" 6.827913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4882"/>
  <p:tag name="ORIGINALWIDTH" val=" 7.46492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3.971339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1.363583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792165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409252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254685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09134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866811"/>
  <p:tag name="ORIGINALWIDTH" val=" 5.215472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09134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6.618897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792165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409252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254685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09134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3.971339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5.902244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82717"/>
  <p:tag name="ORIGINALWIDTH" val=" 3.05563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4"/>
  <p:tag name="ORIGINALWIDTH" val=" 6.618897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866811"/>
  <p:tag name="ORIGINALWIDTH" val=" 5.215472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09134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1.363583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3386"/>
  <p:tag name="ORIGINALWIDTH" val=" 4.737717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82717"/>
  <p:tag name="ORIGINALWIDTH" val=" 3.05563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11457"/>
  <p:tag name="ORIGINALWIDTH" val=" 7.092047"/>
  <p:tag name="LATEXADDIN" val="\documentclass{article}&#10;\usepackage{amsmath}&#10;\pagestyle{empty}&#10;\begin{document}&#10;\[&#10;V_{\text{mult}} = \frac{1}{2} V_{\text{in}} \left[ \cos(\phi) + \cos(2\omega t + \phi) \right]&#10;\]&#10;&#10;&#10;&#10;\end{document}"/>
  <p:tag name="IGUANATEXSIZE" val="20"/>
  <p:tag name="IGUANATEXCURSOR" val="180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898"/>
  <p:tag name="ORIGINALWIDTH" val=" 5.869567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4488"/>
  <p:tag name="ORIGINALWIDTH" val=" 3.732008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00315"/>
  <p:tag name="ORIGINALWIDTH" val=" 1.566614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1311"/>
  <p:tag name="ORIGINALWIDTH" val=" 2.409095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60394"/>
  <p:tag name="ORIGINALWIDTH" val=" 6.614606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18031"/>
  <p:tag name="ORIGINALWIDTH" val=" 3.282402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4034646"/>
  <p:tag name="ORIGINALWIDTH" val=" 4.97338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18031"/>
  <p:tag name="ORIGINALWIDTH" val=" 3.96874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11457"/>
  <p:tag name="ORIGINALWIDTH" val=" 7.092047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59095"/>
  <p:tag name="ORIGINALWIDTH" val=" 1.517874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898"/>
  <p:tag name="ORIGINALWIDTH" val=" 3.732008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8716"/>
  <p:tag name="ORIGINALWIDTH" val=" 1.362677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"/>
  <p:tag name="ORIGINALWIDTH" val=" 3.789685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"/>
  <p:tag name="ORIGINALWIDTH" val=" 4.406417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"/>
  <p:tag name="ORIGINALWIDTH" val=" 3.252559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8716"/>
  <p:tag name="ORIGINALWIDTH" val=" 2.307638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68346"/>
  <p:tag name="ORIGINALWIDTH" val=" 5.212087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8716"/>
  <p:tag name="ORIGINALWIDTH" val=" 2.307638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18031"/>
  <p:tag name="ORIGINALWIDTH" val=" 6.614606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"/>
  <p:tag name="ORIGINALWIDTH" val=" 3.789685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"/>
  <p:tag name="ORIGINALWIDTH" val=" 4.406417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"/>
  <p:tag name="ORIGINALWIDTH" val=" 3.252559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8716"/>
  <p:tag name="ORIGINALWIDTH" val=" 2.307638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18031"/>
  <p:tag name="ORIGINALWIDTH" val=" 3.96874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69488"/>
  <p:tag name="ORIGINALWIDTH" val=" 5.898425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25512"/>
  <p:tag name="ORIGINALWIDTH" val=" 3.053622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18031"/>
  <p:tag name="ORIGINALWIDTH" val=" 6.614606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68346"/>
  <p:tag name="ORIGINALWIDTH" val=" 5.212087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8716"/>
  <p:tag name="ORIGINALWIDTH" val=" 2.307638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8716"/>
  <p:tag name="ORIGINALWIDTH" val=" 1.362677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8.49031"/>
  <p:tag name="ORIGINALWIDTH" val=" 213.6827"/>
  <p:tag name="OUTPUTTYPE" val="SVG"/>
  <p:tag name="IGUANATEXVERSION" val="162"/>
  <p:tag name="LATEXADDIN" val="\documentclass{article}&#10;\usepackage{amsmath}&#10;\pagestyle{empty}&#10;\begin{document}&#10;\[&#10;X(k) = \sum_{n=0}^{N-1} x(n) \, e^{-j 2\pi k n / N}, \quad k = 0,1,\dots,N-1&#10;\]&#10;&#10;&#10;\end{document}"/>
  <p:tag name="IGUANATEXSIZE" val="20"/>
  <p:tag name="IGUANATEXCURSOR" val="162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87126"/>
  <p:tag name="ORIGINALWIDTH" val=" 8.180709"/>
  <p:tag name="LATEXADDIN" val="\documentclass{article}&#10;\usepackage{amsmath}&#10;\pagestyle{empty}&#10;\begin{document}&#10;\[&#10;X(k) = \sum_{n=0}^{N-1} x(n) \, e^{-j 2\pi k n / N}, \quad k = 0,1,\dots,N-1&#10;\]&#10;&#10;&#10;\end{document}"/>
  <p:tag name="IGUANATEXSIZE" val="20"/>
  <p:tag name="IGUANATEXCURSOR" val="162"/>
  <p:tag name="TRANSPARENCY" val="True"/>
  <p:tag name="CHOOSECOLOR" val="False"/>
  <p:tag name="COLORHEX" val="000000"/>
  <p:tag name="LATEXENGINEID" val="0"/>
  <p:tag name="TEMPFOLDER" val="E:\latex2\"/>
  <p:tag name="LATEXFORMHEIGHT" val=" 320"/>
  <p:tag name="LATEXFORMWIDTH" val=" 385"/>
  <p:tag name="LATEXFORMWRAP" val="True"/>
  <p:tag name="BITMAPVECTOR" val="1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90866"/>
  <p:tag name="ORIGINALWIDTH" val=" 2.303307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02559"/>
  <p:tag name="ORIGINALWIDTH" val=" 4.49740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90866"/>
  <p:tag name="ORIGINALWIDTH" val=" 2.303307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91063"/>
  <p:tag name="ORIGINALWIDTH" val=" 6.602126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80984"/>
  <p:tag name="ORIGINALWIDTH" val=" 6.192087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57874"/>
  <p:tag name="ORIGINALWIDTH" val=" 4.697913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50787"/>
  <p:tag name="ORIGINALWIDTH" val=" 2.529646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7072"/>
  <p:tag name="ORIGINALWIDTH" val=" 13.21421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90945"/>
  <p:tag name="ORIGINALWIDTH" val=" 4.246221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43583"/>
  <p:tag name="ORIGINALWIDTH" val=" 5.114921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87835"/>
  <p:tag name="ORIGINALWIDTH" val=" 3.224606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35236"/>
  <p:tag name="ORIGINALWIDTH" val=" 4.944134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90866"/>
  <p:tag name="ORIGINALWIDTH" val=" 2.303307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35236"/>
  <p:tag name="ORIGINALWIDTH" val=" 5.380984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90866"/>
  <p:tag name="ORIGINALWIDTH" val=" 2.303307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35236"/>
  <p:tag name="ORIGINALWIDTH" val=" 3.812362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57874"/>
  <p:tag name="ORIGINALWIDTH" val=" 4.697913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42047"/>
  <p:tag name="ORIGINALWIDTH" val=" 3.050866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50787"/>
  <p:tag name="ORIGINALWIDTH" val=" 3.071732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22441"/>
  <p:tag name="ORIGINALWIDTH" val=" 4.162795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24921"/>
  <p:tag name="ORIGINALWIDTH" val=" 3.419213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90945"/>
  <p:tag name="ORIGINALWIDTH" val=" 4.246221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3583"/>
  <p:tag name="ORIGINALWIDTH" val=" 2.988307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80984"/>
  <p:tag name="ORIGINALWIDTH" val=" 6.192087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27441"/>
  <p:tag name="ORIGINALWIDTH" val=" 1.161575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02559"/>
  <p:tag name="ORIGINALWIDTH" val=" 4.497402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91063"/>
  <p:tag name="ORIGINALWIDTH" val=" 6.602126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103"/>
  <p:tag name="ORIGINALWIDTH" val=" 4.179685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27441"/>
  <p:tag name="ORIGINALWIDTH" val=" 1.161575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20709"/>
  <p:tag name="ORIGINALWIDTH" val=" 3.276221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27441"/>
  <p:tag name="ORIGINALWIDTH" val=" 1.161575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37795"/>
  <p:tag name="ORIGINALWIDTH" val=" 1.052362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37795"/>
  <p:tag name="ORIGINALWIDTH" val=" 1.052362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37795"/>
  <p:tag name="ORIGINALWIDTH" val=" 1.052362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27441"/>
  <p:tag name="ORIGINALWIDTH" val=" 1.161575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87126"/>
  <p:tag name="ORIGINALWIDTH" val=" 8.359409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16142"/>
  <p:tag name="ORIGINALWIDTH" val=" 6.066024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20709"/>
  <p:tag name="ORIGINALWIDTH" val=" 3.276221"/>
  <p:tag name="EMFCHIL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1322</Words>
  <Application>Microsoft Office PowerPoint</Application>
  <PresentationFormat>宽屏</PresentationFormat>
  <Paragraphs>189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Noto Sans SC</vt:lpstr>
      <vt:lpstr>仓耳今楷01-27533 W04</vt:lpstr>
      <vt:lpstr>方正北魏楷书_GBK</vt:lpstr>
      <vt:lpstr>宋体</vt:lpstr>
      <vt:lpstr>Arial</vt:lpstr>
      <vt:lpstr>Cambria Math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非凡 梁</cp:lastModifiedBy>
  <cp:revision>5</cp:revision>
  <dcterms:created xsi:type="dcterms:W3CDTF">2026-04-27T14:41:00Z</dcterms:created>
  <dcterms:modified xsi:type="dcterms:W3CDTF">2026-04-29T06:03:16Z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2298A7DD00C04828AD8078F610D70373_13</vt:lpwstr>
  </property>
</Properties>
</file>